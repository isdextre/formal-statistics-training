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93"/>
  </p:notesMasterIdLst>
  <p:sldIdLst>
    <p:sldId id="256" r:id="rId2"/>
    <p:sldId id="257" r:id="rId3"/>
    <p:sldId id="321" r:id="rId4"/>
    <p:sldId id="259" r:id="rId5"/>
    <p:sldId id="293" r:id="rId6"/>
    <p:sldId id="295" r:id="rId7"/>
    <p:sldId id="304" r:id="rId8"/>
    <p:sldId id="296" r:id="rId9"/>
    <p:sldId id="305" r:id="rId10"/>
    <p:sldId id="306" r:id="rId11"/>
    <p:sldId id="297" r:id="rId12"/>
    <p:sldId id="298" r:id="rId13"/>
    <p:sldId id="299" r:id="rId14"/>
    <p:sldId id="300" r:id="rId15"/>
    <p:sldId id="302" r:id="rId16"/>
    <p:sldId id="327" r:id="rId17"/>
    <p:sldId id="301" r:id="rId18"/>
    <p:sldId id="303" r:id="rId19"/>
    <p:sldId id="307" r:id="rId20"/>
    <p:sldId id="308" r:id="rId21"/>
    <p:sldId id="309" r:id="rId22"/>
    <p:sldId id="310" r:id="rId23"/>
    <p:sldId id="311" r:id="rId24"/>
    <p:sldId id="312" r:id="rId25"/>
    <p:sldId id="314" r:id="rId26"/>
    <p:sldId id="342" r:id="rId27"/>
    <p:sldId id="373" r:id="rId28"/>
    <p:sldId id="313" r:id="rId29"/>
    <p:sldId id="315" r:id="rId30"/>
    <p:sldId id="316" r:id="rId31"/>
    <p:sldId id="317" r:id="rId32"/>
    <p:sldId id="318" r:id="rId33"/>
    <p:sldId id="328" r:id="rId34"/>
    <p:sldId id="258" r:id="rId35"/>
    <p:sldId id="345" r:id="rId36"/>
    <p:sldId id="346" r:id="rId37"/>
    <p:sldId id="336" r:id="rId38"/>
    <p:sldId id="339" r:id="rId39"/>
    <p:sldId id="337" r:id="rId40"/>
    <p:sldId id="338" r:id="rId41"/>
    <p:sldId id="340" r:id="rId42"/>
    <p:sldId id="374" r:id="rId43"/>
    <p:sldId id="375" r:id="rId44"/>
    <p:sldId id="376" r:id="rId45"/>
    <p:sldId id="378" r:id="rId46"/>
    <p:sldId id="377" r:id="rId47"/>
    <p:sldId id="379" r:id="rId48"/>
    <p:sldId id="380" r:id="rId49"/>
    <p:sldId id="381" r:id="rId50"/>
    <p:sldId id="382" r:id="rId51"/>
    <p:sldId id="383" r:id="rId52"/>
    <p:sldId id="329" r:id="rId53"/>
    <p:sldId id="347" r:id="rId54"/>
    <p:sldId id="350" r:id="rId55"/>
    <p:sldId id="351" r:id="rId56"/>
    <p:sldId id="349" r:id="rId57"/>
    <p:sldId id="352" r:id="rId58"/>
    <p:sldId id="353" r:id="rId59"/>
    <p:sldId id="358" r:id="rId60"/>
    <p:sldId id="395" r:id="rId61"/>
    <p:sldId id="359" r:id="rId62"/>
    <p:sldId id="360" r:id="rId63"/>
    <p:sldId id="361" r:id="rId64"/>
    <p:sldId id="393" r:id="rId65"/>
    <p:sldId id="392" r:id="rId66"/>
    <p:sldId id="362" r:id="rId67"/>
    <p:sldId id="364" r:id="rId68"/>
    <p:sldId id="396" r:id="rId69"/>
    <p:sldId id="365" r:id="rId70"/>
    <p:sldId id="394" r:id="rId71"/>
    <p:sldId id="366" r:id="rId72"/>
    <p:sldId id="355" r:id="rId73"/>
    <p:sldId id="356" r:id="rId74"/>
    <p:sldId id="330" r:id="rId75"/>
    <p:sldId id="322" r:id="rId76"/>
    <p:sldId id="384" r:id="rId77"/>
    <p:sldId id="390" r:id="rId78"/>
    <p:sldId id="391" r:id="rId79"/>
    <p:sldId id="385" r:id="rId80"/>
    <p:sldId id="386" r:id="rId81"/>
    <p:sldId id="387" r:id="rId82"/>
    <p:sldId id="388" r:id="rId83"/>
    <p:sldId id="389" r:id="rId84"/>
    <p:sldId id="331" r:id="rId85"/>
    <p:sldId id="367" r:id="rId86"/>
    <p:sldId id="368" r:id="rId87"/>
    <p:sldId id="369" r:id="rId88"/>
    <p:sldId id="370" r:id="rId89"/>
    <p:sldId id="371" r:id="rId90"/>
    <p:sldId id="372" r:id="rId91"/>
    <p:sldId id="357" r:id="rId92"/>
  </p:sldIdLst>
  <p:sldSz cx="9144000" cy="5143500" type="screen16x9"/>
  <p:notesSz cx="6858000" cy="9144000"/>
  <p:embeddedFontLst>
    <p:embeddedFont>
      <p:font typeface="Bebas Neue" panose="020B0606020202050201" pitchFamily="34" charset="0"/>
      <p:regular r:id="rId94"/>
    </p:embeddedFont>
    <p:embeddedFont>
      <p:font typeface="Cambria Math" panose="02040503050406030204" pitchFamily="18" charset="0"/>
      <p:regular r:id="rId95"/>
    </p:embeddedFont>
    <p:embeddedFont>
      <p:font typeface="Fredoka One" panose="02000000000000000000" pitchFamily="2" charset="0"/>
      <p:regular r:id="rId96"/>
    </p:embeddedFont>
    <p:embeddedFont>
      <p:font typeface="Inter" panose="020B0604020202020204" charset="0"/>
      <p:regular r:id="rId97"/>
      <p:bold r:id="rId98"/>
    </p:embeddedFont>
    <p:embeddedFont>
      <p:font typeface="Lato" panose="020F0502020204030203" pitchFamily="34" charset="0"/>
      <p:regular r:id="rId99"/>
      <p:bold r:id="rId100"/>
      <p:italic r:id="rId101"/>
      <p:boldItalic r:id="rId102"/>
    </p:embeddedFont>
    <p:embeddedFont>
      <p:font typeface="Mouse Memoirs" panose="020B0604020202020204" charset="0"/>
      <p:regular r:id="rId103"/>
    </p:embeddedFont>
    <p:embeddedFont>
      <p:font typeface="source sans pro" panose="020B0503030403020204" pitchFamily="34" charset="0"/>
      <p:regular r:id="rId104"/>
      <p:bold r:id="rId105"/>
      <p:italic r:id="rId106"/>
      <p:boldItalic r:id="rId10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588">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FC1E4AA-E886-4DC0-AD36-1AEAFAB34E8A}">
  <a:tblStyle styleId="{8FC1E4AA-E886-4DC0-AD36-1AEAFAB34E8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0" d="100"/>
          <a:sy n="90" d="100"/>
        </p:scale>
        <p:origin x="816" y="0"/>
      </p:cViewPr>
      <p:guideLst>
        <p:guide orient="horz" pos="1588"/>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font" Target="fonts/font14.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font" Target="fonts/font9.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font" Target="fonts/font2.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10.fntdata"/><Relationship Id="rId108"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font" Target="fonts/font1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font" Target="fonts/font1.fntdata"/><Relationship Id="rId99" Type="http://schemas.openxmlformats.org/officeDocument/2006/relationships/font" Target="fonts/font6.fntdata"/><Relationship Id="rId10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4.fntdata"/><Relationship Id="rId104" Type="http://schemas.openxmlformats.org/officeDocument/2006/relationships/font" Target="fonts/font11.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7.fntdata"/><Relationship Id="rId105"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 Id="rId98" Type="http://schemas.openxmlformats.org/officeDocument/2006/relationships/font" Target="fonts/font5.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1ab026a106a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1ab026a106a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1ab026a106a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1ab026a106a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1ab026a106a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1ab026a106a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065902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1ab026a106a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1ab026a106a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358538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1ab026a106a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1ab026a106a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1ab026a106a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1ab026a106a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658310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1ab026a106a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1ab026a106a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8839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1ab026a106a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1ab026a106a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90241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1ab026a106a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1ab026a106a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229700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1ab026a106a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1ab026a106a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5537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8"/>
        <p:cNvGrpSpPr/>
        <p:nvPr/>
      </p:nvGrpSpPr>
      <p:grpSpPr>
        <a:xfrm>
          <a:off x="0" y="0"/>
          <a:ext cx="0" cy="0"/>
          <a:chOff x="0" y="0"/>
          <a:chExt cx="0" cy="0"/>
        </a:xfrm>
      </p:grpSpPr>
      <p:sp>
        <p:nvSpPr>
          <p:cNvPr id="9" name="Google Shape;9;p2"/>
          <p:cNvSpPr/>
          <p:nvPr/>
        </p:nvSpPr>
        <p:spPr>
          <a:xfrm>
            <a:off x="-161559" y="-1507575"/>
            <a:ext cx="9467118" cy="7256708"/>
          </a:xfrm>
          <a:custGeom>
            <a:avLst/>
            <a:gdLst/>
            <a:ahLst/>
            <a:cxnLst/>
            <a:rect l="l" t="t" r="r" b="b"/>
            <a:pathLst>
              <a:path w="129487" h="99254" extrusionOk="0">
                <a:moveTo>
                  <a:pt x="56002" y="25805"/>
                </a:moveTo>
                <a:cubicBezTo>
                  <a:pt x="56006" y="25805"/>
                  <a:pt x="56005" y="25909"/>
                  <a:pt x="55990" y="26019"/>
                </a:cubicBezTo>
                <a:cubicBezTo>
                  <a:pt x="55994" y="25863"/>
                  <a:pt x="56000" y="25805"/>
                  <a:pt x="56002" y="25805"/>
                </a:cubicBezTo>
                <a:close/>
                <a:moveTo>
                  <a:pt x="129487" y="0"/>
                </a:moveTo>
                <a:cubicBezTo>
                  <a:pt x="124318" y="4664"/>
                  <a:pt x="119091" y="9270"/>
                  <a:pt x="113774" y="13775"/>
                </a:cubicBezTo>
                <a:cubicBezTo>
                  <a:pt x="105593" y="20707"/>
                  <a:pt x="97206" y="27405"/>
                  <a:pt x="88531" y="33721"/>
                </a:cubicBezTo>
                <a:cubicBezTo>
                  <a:pt x="87591" y="34407"/>
                  <a:pt x="86640" y="35246"/>
                  <a:pt x="85631" y="35846"/>
                </a:cubicBezTo>
                <a:cubicBezTo>
                  <a:pt x="85679" y="35818"/>
                  <a:pt x="85711" y="35801"/>
                  <a:pt x="85714" y="35801"/>
                </a:cubicBezTo>
                <a:lnTo>
                  <a:pt x="85714" y="35801"/>
                </a:lnTo>
                <a:cubicBezTo>
                  <a:pt x="85718" y="35801"/>
                  <a:pt x="85636" y="35849"/>
                  <a:pt x="85397" y="35979"/>
                </a:cubicBezTo>
                <a:cubicBezTo>
                  <a:pt x="85344" y="36011"/>
                  <a:pt x="85291" y="36053"/>
                  <a:pt x="85254" y="36080"/>
                </a:cubicBezTo>
                <a:cubicBezTo>
                  <a:pt x="85046" y="36245"/>
                  <a:pt x="84834" y="36409"/>
                  <a:pt x="84627" y="36574"/>
                </a:cubicBezTo>
                <a:cubicBezTo>
                  <a:pt x="83554" y="37445"/>
                  <a:pt x="82475" y="38322"/>
                  <a:pt x="81381" y="39177"/>
                </a:cubicBezTo>
                <a:cubicBezTo>
                  <a:pt x="78566" y="41381"/>
                  <a:pt x="75692" y="43559"/>
                  <a:pt x="72563" y="45312"/>
                </a:cubicBezTo>
                <a:cubicBezTo>
                  <a:pt x="69876" y="46823"/>
                  <a:pt x="66711" y="48301"/>
                  <a:pt x="63543" y="48301"/>
                </a:cubicBezTo>
                <a:cubicBezTo>
                  <a:pt x="63336" y="48301"/>
                  <a:pt x="63129" y="48295"/>
                  <a:pt x="62922" y="48282"/>
                </a:cubicBezTo>
                <a:cubicBezTo>
                  <a:pt x="58911" y="48037"/>
                  <a:pt x="55655" y="45201"/>
                  <a:pt x="54561" y="41365"/>
                </a:cubicBezTo>
                <a:cubicBezTo>
                  <a:pt x="53472" y="37551"/>
                  <a:pt x="54295" y="33371"/>
                  <a:pt x="55161" y="29599"/>
                </a:cubicBezTo>
                <a:cubicBezTo>
                  <a:pt x="55347" y="28781"/>
                  <a:pt x="55543" y="27968"/>
                  <a:pt x="55735" y="27156"/>
                </a:cubicBezTo>
                <a:cubicBezTo>
                  <a:pt x="55814" y="26816"/>
                  <a:pt x="55883" y="26465"/>
                  <a:pt x="55968" y="26125"/>
                </a:cubicBezTo>
                <a:cubicBezTo>
                  <a:pt x="55974" y="26093"/>
                  <a:pt x="55984" y="26051"/>
                  <a:pt x="55990" y="26019"/>
                </a:cubicBezTo>
                <a:lnTo>
                  <a:pt x="55990" y="26019"/>
                </a:lnTo>
                <a:cubicBezTo>
                  <a:pt x="55990" y="26083"/>
                  <a:pt x="55984" y="26162"/>
                  <a:pt x="55984" y="26263"/>
                </a:cubicBezTo>
                <a:cubicBezTo>
                  <a:pt x="55990" y="26051"/>
                  <a:pt x="56037" y="25812"/>
                  <a:pt x="56064" y="25599"/>
                </a:cubicBezTo>
                <a:cubicBezTo>
                  <a:pt x="56282" y="23628"/>
                  <a:pt x="56319" y="21684"/>
                  <a:pt x="56170" y="19703"/>
                </a:cubicBezTo>
                <a:lnTo>
                  <a:pt x="56170" y="19698"/>
                </a:lnTo>
                <a:cubicBezTo>
                  <a:pt x="56149" y="19570"/>
                  <a:pt x="56128" y="19443"/>
                  <a:pt x="56101" y="19320"/>
                </a:cubicBezTo>
                <a:cubicBezTo>
                  <a:pt x="56037" y="18980"/>
                  <a:pt x="55963" y="18646"/>
                  <a:pt x="55867" y="18316"/>
                </a:cubicBezTo>
                <a:cubicBezTo>
                  <a:pt x="55798" y="18056"/>
                  <a:pt x="55697" y="17806"/>
                  <a:pt x="55618" y="17546"/>
                </a:cubicBezTo>
                <a:cubicBezTo>
                  <a:pt x="55575" y="17466"/>
                  <a:pt x="55538" y="17382"/>
                  <a:pt x="55496" y="17302"/>
                </a:cubicBezTo>
                <a:cubicBezTo>
                  <a:pt x="55384" y="17089"/>
                  <a:pt x="55108" y="16802"/>
                  <a:pt x="55007" y="16569"/>
                </a:cubicBezTo>
                <a:lnTo>
                  <a:pt x="54986" y="16548"/>
                </a:lnTo>
                <a:cubicBezTo>
                  <a:pt x="54975" y="16537"/>
                  <a:pt x="54959" y="16532"/>
                  <a:pt x="54948" y="16516"/>
                </a:cubicBezTo>
                <a:cubicBezTo>
                  <a:pt x="54946" y="16519"/>
                  <a:pt x="54941" y="16521"/>
                  <a:pt x="54934" y="16521"/>
                </a:cubicBezTo>
                <a:cubicBezTo>
                  <a:pt x="54889" y="16521"/>
                  <a:pt x="54760" y="16441"/>
                  <a:pt x="54577" y="16202"/>
                </a:cubicBezTo>
                <a:cubicBezTo>
                  <a:pt x="54550" y="16186"/>
                  <a:pt x="54524" y="16170"/>
                  <a:pt x="54497" y="16149"/>
                </a:cubicBezTo>
                <a:cubicBezTo>
                  <a:pt x="54401" y="16096"/>
                  <a:pt x="54295" y="16053"/>
                  <a:pt x="54189" y="16000"/>
                </a:cubicBezTo>
                <a:cubicBezTo>
                  <a:pt x="54029" y="15947"/>
                  <a:pt x="53865" y="15894"/>
                  <a:pt x="53700" y="15846"/>
                </a:cubicBezTo>
                <a:cubicBezTo>
                  <a:pt x="53525" y="15799"/>
                  <a:pt x="53328" y="15788"/>
                  <a:pt x="53142" y="15751"/>
                </a:cubicBezTo>
                <a:cubicBezTo>
                  <a:pt x="53095" y="15745"/>
                  <a:pt x="53047" y="15745"/>
                  <a:pt x="52999" y="15740"/>
                </a:cubicBezTo>
                <a:cubicBezTo>
                  <a:pt x="52887" y="15735"/>
                  <a:pt x="52776" y="15733"/>
                  <a:pt x="52665" y="15733"/>
                </a:cubicBezTo>
                <a:cubicBezTo>
                  <a:pt x="52190" y="15733"/>
                  <a:pt x="51720" y="15773"/>
                  <a:pt x="51246" y="15799"/>
                </a:cubicBezTo>
                <a:cubicBezTo>
                  <a:pt x="51177" y="15814"/>
                  <a:pt x="51108" y="15820"/>
                  <a:pt x="51034" y="15830"/>
                </a:cubicBezTo>
                <a:cubicBezTo>
                  <a:pt x="50715" y="15894"/>
                  <a:pt x="50396" y="15953"/>
                  <a:pt x="50088" y="16027"/>
                </a:cubicBezTo>
                <a:cubicBezTo>
                  <a:pt x="48696" y="16346"/>
                  <a:pt x="47342" y="16802"/>
                  <a:pt x="46024" y="17328"/>
                </a:cubicBezTo>
                <a:cubicBezTo>
                  <a:pt x="45947" y="17357"/>
                  <a:pt x="45399" y="17569"/>
                  <a:pt x="45407" y="17569"/>
                </a:cubicBezTo>
                <a:cubicBezTo>
                  <a:pt x="45409" y="17569"/>
                  <a:pt x="45464" y="17549"/>
                  <a:pt x="45599" y="17498"/>
                </a:cubicBezTo>
                <a:cubicBezTo>
                  <a:pt x="45755" y="17439"/>
                  <a:pt x="45815" y="17417"/>
                  <a:pt x="45818" y="17417"/>
                </a:cubicBezTo>
                <a:lnTo>
                  <a:pt x="45818" y="17417"/>
                </a:lnTo>
                <a:cubicBezTo>
                  <a:pt x="45827" y="17417"/>
                  <a:pt x="45427" y="17576"/>
                  <a:pt x="45376" y="17599"/>
                </a:cubicBezTo>
                <a:cubicBezTo>
                  <a:pt x="45015" y="17759"/>
                  <a:pt x="44648" y="17923"/>
                  <a:pt x="44282" y="18099"/>
                </a:cubicBezTo>
                <a:cubicBezTo>
                  <a:pt x="43570" y="18428"/>
                  <a:pt x="42869" y="18779"/>
                  <a:pt x="42173" y="19140"/>
                </a:cubicBezTo>
                <a:cubicBezTo>
                  <a:pt x="38694" y="20941"/>
                  <a:pt x="35379" y="23002"/>
                  <a:pt x="32202" y="25296"/>
                </a:cubicBezTo>
                <a:cubicBezTo>
                  <a:pt x="31103" y="26093"/>
                  <a:pt x="30008" y="26917"/>
                  <a:pt x="28925" y="27740"/>
                </a:cubicBezTo>
                <a:cubicBezTo>
                  <a:pt x="28904" y="27756"/>
                  <a:pt x="28734" y="27883"/>
                  <a:pt x="28659" y="27942"/>
                </a:cubicBezTo>
                <a:lnTo>
                  <a:pt x="28022" y="28441"/>
                </a:lnTo>
                <a:cubicBezTo>
                  <a:pt x="27528" y="28829"/>
                  <a:pt x="27039" y="29211"/>
                  <a:pt x="26556" y="29605"/>
                </a:cubicBezTo>
                <a:cubicBezTo>
                  <a:pt x="24548" y="31209"/>
                  <a:pt x="22577" y="32850"/>
                  <a:pt x="20622" y="34529"/>
                </a:cubicBezTo>
                <a:cubicBezTo>
                  <a:pt x="16739" y="37870"/>
                  <a:pt x="12957" y="41323"/>
                  <a:pt x="9217" y="44824"/>
                </a:cubicBezTo>
                <a:cubicBezTo>
                  <a:pt x="6131" y="47729"/>
                  <a:pt x="3071" y="50646"/>
                  <a:pt x="1" y="53546"/>
                </a:cubicBezTo>
                <a:lnTo>
                  <a:pt x="1" y="98189"/>
                </a:lnTo>
                <a:cubicBezTo>
                  <a:pt x="5308" y="93774"/>
                  <a:pt x="10747" y="89530"/>
                  <a:pt x="16484" y="85684"/>
                </a:cubicBezTo>
                <a:cubicBezTo>
                  <a:pt x="21573" y="82274"/>
                  <a:pt x="26890" y="79416"/>
                  <a:pt x="32394" y="76717"/>
                </a:cubicBezTo>
                <a:cubicBezTo>
                  <a:pt x="35836" y="75023"/>
                  <a:pt x="39198" y="73254"/>
                  <a:pt x="42901" y="72165"/>
                </a:cubicBezTo>
                <a:cubicBezTo>
                  <a:pt x="44777" y="71614"/>
                  <a:pt x="46911" y="71173"/>
                  <a:pt x="48992" y="71173"/>
                </a:cubicBezTo>
                <a:cubicBezTo>
                  <a:pt x="51525" y="71173"/>
                  <a:pt x="53981" y="71825"/>
                  <a:pt x="55804" y="73726"/>
                </a:cubicBezTo>
                <a:cubicBezTo>
                  <a:pt x="59150" y="77232"/>
                  <a:pt x="58029" y="82305"/>
                  <a:pt x="56919" y="86518"/>
                </a:cubicBezTo>
                <a:cubicBezTo>
                  <a:pt x="56393" y="88499"/>
                  <a:pt x="55777" y="90465"/>
                  <a:pt x="55347" y="92473"/>
                </a:cubicBezTo>
                <a:cubicBezTo>
                  <a:pt x="55294" y="92712"/>
                  <a:pt x="55246" y="92956"/>
                  <a:pt x="55198" y="93200"/>
                </a:cubicBezTo>
                <a:cubicBezTo>
                  <a:pt x="55193" y="93227"/>
                  <a:pt x="55188" y="93270"/>
                  <a:pt x="55182" y="93317"/>
                </a:cubicBezTo>
                <a:cubicBezTo>
                  <a:pt x="55166" y="93413"/>
                  <a:pt x="55156" y="93530"/>
                  <a:pt x="55156" y="93583"/>
                </a:cubicBezTo>
                <a:cubicBezTo>
                  <a:pt x="55140" y="93748"/>
                  <a:pt x="55134" y="93918"/>
                  <a:pt x="55134" y="94088"/>
                </a:cubicBezTo>
                <a:cubicBezTo>
                  <a:pt x="55134" y="94444"/>
                  <a:pt x="55188" y="94794"/>
                  <a:pt x="55219" y="95155"/>
                </a:cubicBezTo>
                <a:cubicBezTo>
                  <a:pt x="55251" y="95325"/>
                  <a:pt x="55278" y="95501"/>
                  <a:pt x="55315" y="95671"/>
                </a:cubicBezTo>
                <a:cubicBezTo>
                  <a:pt x="55437" y="96287"/>
                  <a:pt x="55756" y="96919"/>
                  <a:pt x="55873" y="97535"/>
                </a:cubicBezTo>
                <a:cubicBezTo>
                  <a:pt x="55910" y="97625"/>
                  <a:pt x="55958" y="97705"/>
                  <a:pt x="56006" y="97785"/>
                </a:cubicBezTo>
                <a:cubicBezTo>
                  <a:pt x="56112" y="97971"/>
                  <a:pt x="56245" y="98141"/>
                  <a:pt x="56356" y="98327"/>
                </a:cubicBezTo>
                <a:cubicBezTo>
                  <a:pt x="56404" y="98380"/>
                  <a:pt x="56446" y="98433"/>
                  <a:pt x="56500" y="98486"/>
                </a:cubicBezTo>
                <a:cubicBezTo>
                  <a:pt x="56537" y="98523"/>
                  <a:pt x="56569" y="98555"/>
                  <a:pt x="56601" y="98582"/>
                </a:cubicBezTo>
                <a:cubicBezTo>
                  <a:pt x="56781" y="98693"/>
                  <a:pt x="56956" y="98853"/>
                  <a:pt x="57137" y="98948"/>
                </a:cubicBezTo>
                <a:cubicBezTo>
                  <a:pt x="57158" y="98953"/>
                  <a:pt x="57180" y="98964"/>
                  <a:pt x="57190" y="98975"/>
                </a:cubicBezTo>
                <a:cubicBezTo>
                  <a:pt x="57403" y="99033"/>
                  <a:pt x="57610" y="99113"/>
                  <a:pt x="57822" y="99166"/>
                </a:cubicBezTo>
                <a:cubicBezTo>
                  <a:pt x="57875" y="99177"/>
                  <a:pt x="57971" y="99198"/>
                  <a:pt x="58067" y="99214"/>
                </a:cubicBezTo>
                <a:cubicBezTo>
                  <a:pt x="58247" y="99224"/>
                  <a:pt x="58508" y="99251"/>
                  <a:pt x="58614" y="99251"/>
                </a:cubicBezTo>
                <a:cubicBezTo>
                  <a:pt x="58688" y="99252"/>
                  <a:pt x="58762" y="99253"/>
                  <a:pt x="58836" y="99253"/>
                </a:cubicBezTo>
                <a:cubicBezTo>
                  <a:pt x="59038" y="99253"/>
                  <a:pt x="59240" y="99248"/>
                  <a:pt x="59442" y="99240"/>
                </a:cubicBezTo>
                <a:cubicBezTo>
                  <a:pt x="59570" y="99230"/>
                  <a:pt x="59947" y="99192"/>
                  <a:pt x="60133" y="99171"/>
                </a:cubicBezTo>
                <a:cubicBezTo>
                  <a:pt x="60271" y="99150"/>
                  <a:pt x="60404" y="99123"/>
                  <a:pt x="60473" y="99113"/>
                </a:cubicBezTo>
                <a:cubicBezTo>
                  <a:pt x="61158" y="98980"/>
                  <a:pt x="61833" y="98805"/>
                  <a:pt x="62502" y="98603"/>
                </a:cubicBezTo>
                <a:cubicBezTo>
                  <a:pt x="63193" y="98396"/>
                  <a:pt x="63878" y="98157"/>
                  <a:pt x="64558" y="97891"/>
                </a:cubicBezTo>
                <a:cubicBezTo>
                  <a:pt x="64733" y="97822"/>
                  <a:pt x="64914" y="97753"/>
                  <a:pt x="65089" y="97679"/>
                </a:cubicBezTo>
                <a:cubicBezTo>
                  <a:pt x="65387" y="97546"/>
                  <a:pt x="65689" y="97413"/>
                  <a:pt x="65998" y="97275"/>
                </a:cubicBezTo>
                <a:cubicBezTo>
                  <a:pt x="67522" y="96568"/>
                  <a:pt x="69009" y="95777"/>
                  <a:pt x="70470" y="94938"/>
                </a:cubicBezTo>
                <a:cubicBezTo>
                  <a:pt x="73514" y="93190"/>
                  <a:pt x="76430" y="91235"/>
                  <a:pt x="79272" y="89185"/>
                </a:cubicBezTo>
                <a:cubicBezTo>
                  <a:pt x="80600" y="88228"/>
                  <a:pt x="81907" y="87240"/>
                  <a:pt x="83214" y="86242"/>
                </a:cubicBezTo>
                <a:lnTo>
                  <a:pt x="83655" y="85907"/>
                </a:lnTo>
                <a:cubicBezTo>
                  <a:pt x="83963" y="85657"/>
                  <a:pt x="84271" y="85418"/>
                  <a:pt x="84584" y="85174"/>
                </a:cubicBezTo>
                <a:cubicBezTo>
                  <a:pt x="85142" y="84728"/>
                  <a:pt x="85705" y="84287"/>
                  <a:pt x="86258" y="83835"/>
                </a:cubicBezTo>
                <a:cubicBezTo>
                  <a:pt x="92781" y="78539"/>
                  <a:pt x="99129" y="73009"/>
                  <a:pt x="105413" y="67432"/>
                </a:cubicBezTo>
                <a:cubicBezTo>
                  <a:pt x="113540" y="60207"/>
                  <a:pt x="121514" y="52818"/>
                  <a:pt x="129487" y="45429"/>
                </a:cubicBezTo>
                <a:lnTo>
                  <a:pt x="129487" y="0"/>
                </a:lnTo>
                <a:close/>
              </a:path>
            </a:pathLst>
          </a:custGeom>
          <a:solidFill>
            <a:srgbClr val="FFFFFF">
              <a:alpha val="12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217167" y="278723"/>
            <a:ext cx="8645699" cy="4586055"/>
          </a:xfrm>
          <a:custGeom>
            <a:avLst/>
            <a:gdLst/>
            <a:ahLst/>
            <a:cxnLst/>
            <a:rect l="l" t="t" r="r" b="b"/>
            <a:pathLst>
              <a:path w="118252" h="62726" extrusionOk="0">
                <a:moveTo>
                  <a:pt x="2503" y="2598"/>
                </a:moveTo>
                <a:cubicBezTo>
                  <a:pt x="2506" y="2598"/>
                  <a:pt x="2509" y="2598"/>
                  <a:pt x="2513" y="2598"/>
                </a:cubicBezTo>
                <a:cubicBezTo>
                  <a:pt x="2975" y="2598"/>
                  <a:pt x="3347" y="2986"/>
                  <a:pt x="3347" y="3448"/>
                </a:cubicBezTo>
                <a:cubicBezTo>
                  <a:pt x="3347" y="3916"/>
                  <a:pt x="2964" y="4287"/>
                  <a:pt x="2497" y="4287"/>
                </a:cubicBezTo>
                <a:cubicBezTo>
                  <a:pt x="2035" y="4287"/>
                  <a:pt x="1663" y="3900"/>
                  <a:pt x="1663" y="3437"/>
                </a:cubicBezTo>
                <a:cubicBezTo>
                  <a:pt x="1668" y="2973"/>
                  <a:pt x="2040" y="2598"/>
                  <a:pt x="2503" y="2598"/>
                </a:cubicBezTo>
                <a:close/>
                <a:moveTo>
                  <a:pt x="2544" y="6874"/>
                </a:moveTo>
                <a:cubicBezTo>
                  <a:pt x="3007" y="6874"/>
                  <a:pt x="3378" y="7257"/>
                  <a:pt x="3378" y="7724"/>
                </a:cubicBezTo>
                <a:cubicBezTo>
                  <a:pt x="3378" y="8192"/>
                  <a:pt x="3001" y="8558"/>
                  <a:pt x="2529" y="8558"/>
                </a:cubicBezTo>
                <a:cubicBezTo>
                  <a:pt x="2066" y="8558"/>
                  <a:pt x="1695" y="8176"/>
                  <a:pt x="1695" y="7708"/>
                </a:cubicBezTo>
                <a:cubicBezTo>
                  <a:pt x="1695" y="7246"/>
                  <a:pt x="2077" y="6874"/>
                  <a:pt x="2544" y="6874"/>
                </a:cubicBezTo>
                <a:close/>
                <a:moveTo>
                  <a:pt x="2582" y="11151"/>
                </a:moveTo>
                <a:cubicBezTo>
                  <a:pt x="3049" y="11151"/>
                  <a:pt x="3421" y="11538"/>
                  <a:pt x="3421" y="12001"/>
                </a:cubicBezTo>
                <a:cubicBezTo>
                  <a:pt x="3416" y="12468"/>
                  <a:pt x="3033" y="12840"/>
                  <a:pt x="2571" y="12840"/>
                </a:cubicBezTo>
                <a:cubicBezTo>
                  <a:pt x="2104" y="12840"/>
                  <a:pt x="1732" y="12452"/>
                  <a:pt x="1732" y="11990"/>
                </a:cubicBezTo>
                <a:cubicBezTo>
                  <a:pt x="1732" y="11522"/>
                  <a:pt x="2120" y="11151"/>
                  <a:pt x="2582" y="11151"/>
                </a:cubicBezTo>
                <a:close/>
                <a:moveTo>
                  <a:pt x="2619" y="15427"/>
                </a:moveTo>
                <a:cubicBezTo>
                  <a:pt x="3081" y="15427"/>
                  <a:pt x="3453" y="15815"/>
                  <a:pt x="3453" y="16277"/>
                </a:cubicBezTo>
                <a:cubicBezTo>
                  <a:pt x="3448" y="16741"/>
                  <a:pt x="3076" y="17116"/>
                  <a:pt x="2613" y="17116"/>
                </a:cubicBezTo>
                <a:cubicBezTo>
                  <a:pt x="2609" y="17116"/>
                  <a:pt x="2606" y="17116"/>
                  <a:pt x="2603" y="17116"/>
                </a:cubicBezTo>
                <a:cubicBezTo>
                  <a:pt x="2141" y="17116"/>
                  <a:pt x="1764" y="16728"/>
                  <a:pt x="1764" y="16266"/>
                </a:cubicBezTo>
                <a:cubicBezTo>
                  <a:pt x="1764" y="15799"/>
                  <a:pt x="2151" y="15427"/>
                  <a:pt x="2619" y="15427"/>
                </a:cubicBezTo>
                <a:close/>
                <a:moveTo>
                  <a:pt x="2656" y="19703"/>
                </a:moveTo>
                <a:cubicBezTo>
                  <a:pt x="3124" y="19703"/>
                  <a:pt x="3495" y="20091"/>
                  <a:pt x="3495" y="20553"/>
                </a:cubicBezTo>
                <a:cubicBezTo>
                  <a:pt x="3485" y="21017"/>
                  <a:pt x="3113" y="21392"/>
                  <a:pt x="2655" y="21392"/>
                </a:cubicBezTo>
                <a:cubicBezTo>
                  <a:pt x="2652" y="21392"/>
                  <a:pt x="2649" y="21392"/>
                  <a:pt x="2645" y="21392"/>
                </a:cubicBezTo>
                <a:cubicBezTo>
                  <a:pt x="2178" y="21392"/>
                  <a:pt x="1806" y="21004"/>
                  <a:pt x="1806" y="20542"/>
                </a:cubicBezTo>
                <a:cubicBezTo>
                  <a:pt x="1806" y="20075"/>
                  <a:pt x="2194" y="19703"/>
                  <a:pt x="2656" y="19703"/>
                </a:cubicBezTo>
                <a:close/>
                <a:moveTo>
                  <a:pt x="2688" y="23985"/>
                </a:moveTo>
                <a:cubicBezTo>
                  <a:pt x="3155" y="23985"/>
                  <a:pt x="3527" y="24372"/>
                  <a:pt x="3527" y="24834"/>
                </a:cubicBezTo>
                <a:cubicBezTo>
                  <a:pt x="3522" y="25302"/>
                  <a:pt x="3139" y="25674"/>
                  <a:pt x="2677" y="25674"/>
                </a:cubicBezTo>
                <a:cubicBezTo>
                  <a:pt x="2210" y="25674"/>
                  <a:pt x="1838" y="25286"/>
                  <a:pt x="1838" y="24824"/>
                </a:cubicBezTo>
                <a:cubicBezTo>
                  <a:pt x="1838" y="24356"/>
                  <a:pt x="2226" y="23985"/>
                  <a:pt x="2688" y="23985"/>
                </a:cubicBezTo>
                <a:close/>
                <a:moveTo>
                  <a:pt x="2720" y="28261"/>
                </a:moveTo>
                <a:cubicBezTo>
                  <a:pt x="3187" y="28271"/>
                  <a:pt x="3564" y="28649"/>
                  <a:pt x="3559" y="29111"/>
                </a:cubicBezTo>
                <a:cubicBezTo>
                  <a:pt x="3559" y="29578"/>
                  <a:pt x="3171" y="29950"/>
                  <a:pt x="2709" y="29950"/>
                </a:cubicBezTo>
                <a:cubicBezTo>
                  <a:pt x="2242" y="29950"/>
                  <a:pt x="1870" y="29562"/>
                  <a:pt x="1870" y="29100"/>
                </a:cubicBezTo>
                <a:cubicBezTo>
                  <a:pt x="1870" y="28633"/>
                  <a:pt x="2258" y="28261"/>
                  <a:pt x="2720" y="28261"/>
                </a:cubicBezTo>
                <a:close/>
                <a:moveTo>
                  <a:pt x="2493" y="32786"/>
                </a:moveTo>
                <a:cubicBezTo>
                  <a:pt x="2500" y="32786"/>
                  <a:pt x="2506" y="32786"/>
                  <a:pt x="2513" y="32787"/>
                </a:cubicBezTo>
                <a:cubicBezTo>
                  <a:pt x="2975" y="32787"/>
                  <a:pt x="3347" y="33169"/>
                  <a:pt x="3347" y="33637"/>
                </a:cubicBezTo>
                <a:cubicBezTo>
                  <a:pt x="3347" y="34099"/>
                  <a:pt x="2964" y="34471"/>
                  <a:pt x="2497" y="34471"/>
                </a:cubicBezTo>
                <a:cubicBezTo>
                  <a:pt x="2035" y="34471"/>
                  <a:pt x="1663" y="34088"/>
                  <a:pt x="1663" y="33621"/>
                </a:cubicBezTo>
                <a:cubicBezTo>
                  <a:pt x="1668" y="33154"/>
                  <a:pt x="2035" y="32786"/>
                  <a:pt x="2493" y="32786"/>
                </a:cubicBezTo>
                <a:close/>
                <a:moveTo>
                  <a:pt x="2525" y="37063"/>
                </a:moveTo>
                <a:cubicBezTo>
                  <a:pt x="2532" y="37063"/>
                  <a:pt x="2538" y="37063"/>
                  <a:pt x="2544" y="37063"/>
                </a:cubicBezTo>
                <a:cubicBezTo>
                  <a:pt x="3007" y="37063"/>
                  <a:pt x="3378" y="37445"/>
                  <a:pt x="3378" y="37913"/>
                </a:cubicBezTo>
                <a:cubicBezTo>
                  <a:pt x="3378" y="38375"/>
                  <a:pt x="2996" y="38747"/>
                  <a:pt x="2529" y="38747"/>
                </a:cubicBezTo>
                <a:cubicBezTo>
                  <a:pt x="2066" y="38747"/>
                  <a:pt x="1695" y="38364"/>
                  <a:pt x="1695" y="37897"/>
                </a:cubicBezTo>
                <a:cubicBezTo>
                  <a:pt x="1700" y="37441"/>
                  <a:pt x="2067" y="37063"/>
                  <a:pt x="2525" y="37063"/>
                </a:cubicBezTo>
                <a:close/>
                <a:moveTo>
                  <a:pt x="2582" y="41339"/>
                </a:moveTo>
                <a:cubicBezTo>
                  <a:pt x="3049" y="41339"/>
                  <a:pt x="3421" y="41721"/>
                  <a:pt x="3421" y="42189"/>
                </a:cubicBezTo>
                <a:cubicBezTo>
                  <a:pt x="3421" y="42651"/>
                  <a:pt x="3033" y="43023"/>
                  <a:pt x="2571" y="43023"/>
                </a:cubicBezTo>
                <a:cubicBezTo>
                  <a:pt x="2104" y="43023"/>
                  <a:pt x="1732" y="42640"/>
                  <a:pt x="1732" y="42173"/>
                </a:cubicBezTo>
                <a:cubicBezTo>
                  <a:pt x="1732" y="41711"/>
                  <a:pt x="2120" y="41339"/>
                  <a:pt x="2582" y="41339"/>
                </a:cubicBezTo>
                <a:close/>
                <a:moveTo>
                  <a:pt x="2619" y="45615"/>
                </a:moveTo>
                <a:cubicBezTo>
                  <a:pt x="3081" y="45615"/>
                  <a:pt x="3453" y="45998"/>
                  <a:pt x="3453" y="46465"/>
                </a:cubicBezTo>
                <a:cubicBezTo>
                  <a:pt x="3453" y="46927"/>
                  <a:pt x="3070" y="47299"/>
                  <a:pt x="2603" y="47299"/>
                </a:cubicBezTo>
                <a:cubicBezTo>
                  <a:pt x="2141" y="47299"/>
                  <a:pt x="1764" y="46917"/>
                  <a:pt x="1764" y="46449"/>
                </a:cubicBezTo>
                <a:cubicBezTo>
                  <a:pt x="1764" y="45987"/>
                  <a:pt x="2151" y="45615"/>
                  <a:pt x="2619" y="45615"/>
                </a:cubicBezTo>
                <a:close/>
                <a:moveTo>
                  <a:pt x="2651" y="49891"/>
                </a:moveTo>
                <a:cubicBezTo>
                  <a:pt x="3113" y="49891"/>
                  <a:pt x="3485" y="50274"/>
                  <a:pt x="3485" y="50736"/>
                </a:cubicBezTo>
                <a:cubicBezTo>
                  <a:pt x="3485" y="51204"/>
                  <a:pt x="3102" y="51575"/>
                  <a:pt x="2635" y="51575"/>
                </a:cubicBezTo>
                <a:cubicBezTo>
                  <a:pt x="2173" y="51575"/>
                  <a:pt x="1801" y="51193"/>
                  <a:pt x="1801" y="50725"/>
                </a:cubicBezTo>
                <a:cubicBezTo>
                  <a:pt x="1806" y="50263"/>
                  <a:pt x="2183" y="49891"/>
                  <a:pt x="2651" y="49891"/>
                </a:cubicBezTo>
                <a:close/>
                <a:moveTo>
                  <a:pt x="2678" y="54173"/>
                </a:moveTo>
                <a:cubicBezTo>
                  <a:pt x="2681" y="54173"/>
                  <a:pt x="2685" y="54173"/>
                  <a:pt x="2688" y="54173"/>
                </a:cubicBezTo>
                <a:cubicBezTo>
                  <a:pt x="3155" y="54173"/>
                  <a:pt x="3527" y="54555"/>
                  <a:pt x="3527" y="55023"/>
                </a:cubicBezTo>
                <a:cubicBezTo>
                  <a:pt x="3527" y="55485"/>
                  <a:pt x="3139" y="55857"/>
                  <a:pt x="2677" y="55857"/>
                </a:cubicBezTo>
                <a:cubicBezTo>
                  <a:pt x="2210" y="55857"/>
                  <a:pt x="1838" y="55474"/>
                  <a:pt x="1838" y="55007"/>
                </a:cubicBezTo>
                <a:cubicBezTo>
                  <a:pt x="1838" y="54548"/>
                  <a:pt x="2220" y="54173"/>
                  <a:pt x="2678" y="54173"/>
                </a:cubicBezTo>
                <a:close/>
                <a:moveTo>
                  <a:pt x="2725" y="58449"/>
                </a:moveTo>
                <a:cubicBezTo>
                  <a:pt x="3187" y="58449"/>
                  <a:pt x="3559" y="58832"/>
                  <a:pt x="3559" y="59299"/>
                </a:cubicBezTo>
                <a:cubicBezTo>
                  <a:pt x="3559" y="59761"/>
                  <a:pt x="3177" y="60133"/>
                  <a:pt x="2709" y="60133"/>
                </a:cubicBezTo>
                <a:cubicBezTo>
                  <a:pt x="2247" y="60133"/>
                  <a:pt x="1875" y="59751"/>
                  <a:pt x="1875" y="59283"/>
                </a:cubicBezTo>
                <a:cubicBezTo>
                  <a:pt x="1875" y="58821"/>
                  <a:pt x="2258" y="58449"/>
                  <a:pt x="2725" y="58449"/>
                </a:cubicBezTo>
                <a:close/>
                <a:moveTo>
                  <a:pt x="0" y="1"/>
                </a:moveTo>
                <a:lnTo>
                  <a:pt x="0" y="30189"/>
                </a:lnTo>
                <a:lnTo>
                  <a:pt x="0" y="32537"/>
                </a:lnTo>
                <a:lnTo>
                  <a:pt x="0" y="62725"/>
                </a:lnTo>
                <a:lnTo>
                  <a:pt x="118251" y="62725"/>
                </a:lnTo>
                <a:lnTo>
                  <a:pt x="118251" y="32537"/>
                </a:lnTo>
                <a:lnTo>
                  <a:pt x="118251" y="30189"/>
                </a:lnTo>
                <a:lnTo>
                  <a:pt x="118251" y="1"/>
                </a:lnTo>
                <a:close/>
              </a:path>
            </a:pathLst>
          </a:custGeom>
          <a:solidFill>
            <a:schemeClr val="l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1337400" y="1469913"/>
            <a:ext cx="6469200" cy="1794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5200"/>
              <a:buNone/>
              <a:defRPr sz="3900"/>
            </a:lvl1pPr>
            <a:lvl2pPr lvl="1" algn="ctr" rtl="0">
              <a:lnSpc>
                <a:spcPct val="100000"/>
              </a:lnSpc>
              <a:spcBef>
                <a:spcPts val="0"/>
              </a:spcBef>
              <a:spcAft>
                <a:spcPts val="0"/>
              </a:spcAft>
              <a:buSzPts val="5200"/>
              <a:buNone/>
              <a:defRPr sz="5200"/>
            </a:lvl2pPr>
            <a:lvl3pPr lvl="2" algn="ctr" rtl="0">
              <a:lnSpc>
                <a:spcPct val="100000"/>
              </a:lnSpc>
              <a:spcBef>
                <a:spcPts val="0"/>
              </a:spcBef>
              <a:spcAft>
                <a:spcPts val="0"/>
              </a:spcAft>
              <a:buSzPts val="5200"/>
              <a:buNone/>
              <a:defRPr sz="5200"/>
            </a:lvl3pPr>
            <a:lvl4pPr lvl="3" algn="ctr" rtl="0">
              <a:lnSpc>
                <a:spcPct val="100000"/>
              </a:lnSpc>
              <a:spcBef>
                <a:spcPts val="0"/>
              </a:spcBef>
              <a:spcAft>
                <a:spcPts val="0"/>
              </a:spcAft>
              <a:buSzPts val="5200"/>
              <a:buNone/>
              <a:defRPr sz="5200"/>
            </a:lvl4pPr>
            <a:lvl5pPr lvl="4" algn="ctr" rtl="0">
              <a:lnSpc>
                <a:spcPct val="100000"/>
              </a:lnSpc>
              <a:spcBef>
                <a:spcPts val="0"/>
              </a:spcBef>
              <a:spcAft>
                <a:spcPts val="0"/>
              </a:spcAft>
              <a:buSzPts val="5200"/>
              <a:buNone/>
              <a:defRPr sz="5200"/>
            </a:lvl5pPr>
            <a:lvl6pPr lvl="5" algn="ctr" rtl="0">
              <a:lnSpc>
                <a:spcPct val="100000"/>
              </a:lnSpc>
              <a:spcBef>
                <a:spcPts val="0"/>
              </a:spcBef>
              <a:spcAft>
                <a:spcPts val="0"/>
              </a:spcAft>
              <a:buSzPts val="5200"/>
              <a:buNone/>
              <a:defRPr sz="5200"/>
            </a:lvl6pPr>
            <a:lvl7pPr lvl="6" algn="ctr" rtl="0">
              <a:lnSpc>
                <a:spcPct val="100000"/>
              </a:lnSpc>
              <a:spcBef>
                <a:spcPts val="0"/>
              </a:spcBef>
              <a:spcAft>
                <a:spcPts val="0"/>
              </a:spcAft>
              <a:buSzPts val="5200"/>
              <a:buNone/>
              <a:defRPr sz="5200"/>
            </a:lvl7pPr>
            <a:lvl8pPr lvl="7" algn="ctr" rtl="0">
              <a:lnSpc>
                <a:spcPct val="100000"/>
              </a:lnSpc>
              <a:spcBef>
                <a:spcPts val="0"/>
              </a:spcBef>
              <a:spcAft>
                <a:spcPts val="0"/>
              </a:spcAft>
              <a:buSzPts val="5200"/>
              <a:buNone/>
              <a:defRPr sz="5200"/>
            </a:lvl8pPr>
            <a:lvl9pPr lvl="8" algn="ctr" rtl="0">
              <a:lnSpc>
                <a:spcPct val="100000"/>
              </a:lnSpc>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1337400" y="3264088"/>
            <a:ext cx="6469200" cy="4095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3"/>
        <p:cNvGrpSpPr/>
        <p:nvPr/>
      </p:nvGrpSpPr>
      <p:grpSpPr>
        <a:xfrm>
          <a:off x="0" y="0"/>
          <a:ext cx="0" cy="0"/>
          <a:chOff x="0" y="0"/>
          <a:chExt cx="0" cy="0"/>
        </a:xfrm>
      </p:grpSpPr>
      <p:sp>
        <p:nvSpPr>
          <p:cNvPr id="14" name="Google Shape;14;p3"/>
          <p:cNvSpPr/>
          <p:nvPr/>
        </p:nvSpPr>
        <p:spPr>
          <a:xfrm>
            <a:off x="-161559" y="-1507575"/>
            <a:ext cx="9467118" cy="7256708"/>
          </a:xfrm>
          <a:custGeom>
            <a:avLst/>
            <a:gdLst/>
            <a:ahLst/>
            <a:cxnLst/>
            <a:rect l="l" t="t" r="r" b="b"/>
            <a:pathLst>
              <a:path w="129487" h="99254" extrusionOk="0">
                <a:moveTo>
                  <a:pt x="56002" y="25805"/>
                </a:moveTo>
                <a:cubicBezTo>
                  <a:pt x="56006" y="25805"/>
                  <a:pt x="56005" y="25909"/>
                  <a:pt x="55990" y="26019"/>
                </a:cubicBezTo>
                <a:cubicBezTo>
                  <a:pt x="55994" y="25863"/>
                  <a:pt x="56000" y="25805"/>
                  <a:pt x="56002" y="25805"/>
                </a:cubicBezTo>
                <a:close/>
                <a:moveTo>
                  <a:pt x="129487" y="0"/>
                </a:moveTo>
                <a:cubicBezTo>
                  <a:pt x="124318" y="4664"/>
                  <a:pt x="119091" y="9270"/>
                  <a:pt x="113774" y="13775"/>
                </a:cubicBezTo>
                <a:cubicBezTo>
                  <a:pt x="105593" y="20707"/>
                  <a:pt x="97206" y="27405"/>
                  <a:pt x="88531" y="33721"/>
                </a:cubicBezTo>
                <a:cubicBezTo>
                  <a:pt x="87591" y="34407"/>
                  <a:pt x="86640" y="35246"/>
                  <a:pt x="85631" y="35846"/>
                </a:cubicBezTo>
                <a:cubicBezTo>
                  <a:pt x="85679" y="35818"/>
                  <a:pt x="85711" y="35801"/>
                  <a:pt x="85714" y="35801"/>
                </a:cubicBezTo>
                <a:lnTo>
                  <a:pt x="85714" y="35801"/>
                </a:lnTo>
                <a:cubicBezTo>
                  <a:pt x="85718" y="35801"/>
                  <a:pt x="85636" y="35849"/>
                  <a:pt x="85397" y="35979"/>
                </a:cubicBezTo>
                <a:cubicBezTo>
                  <a:pt x="85344" y="36011"/>
                  <a:pt x="85291" y="36053"/>
                  <a:pt x="85254" y="36080"/>
                </a:cubicBezTo>
                <a:cubicBezTo>
                  <a:pt x="85046" y="36245"/>
                  <a:pt x="84834" y="36409"/>
                  <a:pt x="84627" y="36574"/>
                </a:cubicBezTo>
                <a:cubicBezTo>
                  <a:pt x="83554" y="37445"/>
                  <a:pt x="82475" y="38322"/>
                  <a:pt x="81381" y="39177"/>
                </a:cubicBezTo>
                <a:cubicBezTo>
                  <a:pt x="78566" y="41381"/>
                  <a:pt x="75692" y="43559"/>
                  <a:pt x="72563" y="45312"/>
                </a:cubicBezTo>
                <a:cubicBezTo>
                  <a:pt x="69876" y="46823"/>
                  <a:pt x="66711" y="48301"/>
                  <a:pt x="63543" y="48301"/>
                </a:cubicBezTo>
                <a:cubicBezTo>
                  <a:pt x="63336" y="48301"/>
                  <a:pt x="63129" y="48295"/>
                  <a:pt x="62922" y="48282"/>
                </a:cubicBezTo>
                <a:cubicBezTo>
                  <a:pt x="58911" y="48037"/>
                  <a:pt x="55655" y="45201"/>
                  <a:pt x="54561" y="41365"/>
                </a:cubicBezTo>
                <a:cubicBezTo>
                  <a:pt x="53472" y="37551"/>
                  <a:pt x="54295" y="33371"/>
                  <a:pt x="55161" y="29599"/>
                </a:cubicBezTo>
                <a:cubicBezTo>
                  <a:pt x="55347" y="28781"/>
                  <a:pt x="55543" y="27968"/>
                  <a:pt x="55735" y="27156"/>
                </a:cubicBezTo>
                <a:cubicBezTo>
                  <a:pt x="55814" y="26816"/>
                  <a:pt x="55883" y="26465"/>
                  <a:pt x="55968" y="26125"/>
                </a:cubicBezTo>
                <a:cubicBezTo>
                  <a:pt x="55974" y="26093"/>
                  <a:pt x="55984" y="26051"/>
                  <a:pt x="55990" y="26019"/>
                </a:cubicBezTo>
                <a:lnTo>
                  <a:pt x="55990" y="26019"/>
                </a:lnTo>
                <a:cubicBezTo>
                  <a:pt x="55990" y="26083"/>
                  <a:pt x="55984" y="26162"/>
                  <a:pt x="55984" y="26263"/>
                </a:cubicBezTo>
                <a:cubicBezTo>
                  <a:pt x="55990" y="26051"/>
                  <a:pt x="56037" y="25812"/>
                  <a:pt x="56064" y="25599"/>
                </a:cubicBezTo>
                <a:cubicBezTo>
                  <a:pt x="56282" y="23628"/>
                  <a:pt x="56319" y="21684"/>
                  <a:pt x="56170" y="19703"/>
                </a:cubicBezTo>
                <a:lnTo>
                  <a:pt x="56170" y="19698"/>
                </a:lnTo>
                <a:cubicBezTo>
                  <a:pt x="56149" y="19570"/>
                  <a:pt x="56128" y="19443"/>
                  <a:pt x="56101" y="19320"/>
                </a:cubicBezTo>
                <a:cubicBezTo>
                  <a:pt x="56037" y="18980"/>
                  <a:pt x="55963" y="18646"/>
                  <a:pt x="55867" y="18316"/>
                </a:cubicBezTo>
                <a:cubicBezTo>
                  <a:pt x="55798" y="18056"/>
                  <a:pt x="55697" y="17806"/>
                  <a:pt x="55618" y="17546"/>
                </a:cubicBezTo>
                <a:cubicBezTo>
                  <a:pt x="55575" y="17466"/>
                  <a:pt x="55538" y="17382"/>
                  <a:pt x="55496" y="17302"/>
                </a:cubicBezTo>
                <a:cubicBezTo>
                  <a:pt x="55384" y="17089"/>
                  <a:pt x="55108" y="16802"/>
                  <a:pt x="55007" y="16569"/>
                </a:cubicBezTo>
                <a:lnTo>
                  <a:pt x="54986" y="16548"/>
                </a:lnTo>
                <a:cubicBezTo>
                  <a:pt x="54975" y="16537"/>
                  <a:pt x="54959" y="16532"/>
                  <a:pt x="54948" y="16516"/>
                </a:cubicBezTo>
                <a:cubicBezTo>
                  <a:pt x="54946" y="16519"/>
                  <a:pt x="54941" y="16521"/>
                  <a:pt x="54934" y="16521"/>
                </a:cubicBezTo>
                <a:cubicBezTo>
                  <a:pt x="54889" y="16521"/>
                  <a:pt x="54760" y="16441"/>
                  <a:pt x="54577" y="16202"/>
                </a:cubicBezTo>
                <a:cubicBezTo>
                  <a:pt x="54550" y="16186"/>
                  <a:pt x="54524" y="16170"/>
                  <a:pt x="54497" y="16149"/>
                </a:cubicBezTo>
                <a:cubicBezTo>
                  <a:pt x="54401" y="16096"/>
                  <a:pt x="54295" y="16053"/>
                  <a:pt x="54189" y="16000"/>
                </a:cubicBezTo>
                <a:cubicBezTo>
                  <a:pt x="54029" y="15947"/>
                  <a:pt x="53865" y="15894"/>
                  <a:pt x="53700" y="15846"/>
                </a:cubicBezTo>
                <a:cubicBezTo>
                  <a:pt x="53525" y="15799"/>
                  <a:pt x="53328" y="15788"/>
                  <a:pt x="53142" y="15751"/>
                </a:cubicBezTo>
                <a:cubicBezTo>
                  <a:pt x="53095" y="15745"/>
                  <a:pt x="53047" y="15745"/>
                  <a:pt x="52999" y="15740"/>
                </a:cubicBezTo>
                <a:cubicBezTo>
                  <a:pt x="52887" y="15735"/>
                  <a:pt x="52776" y="15733"/>
                  <a:pt x="52665" y="15733"/>
                </a:cubicBezTo>
                <a:cubicBezTo>
                  <a:pt x="52190" y="15733"/>
                  <a:pt x="51720" y="15773"/>
                  <a:pt x="51246" y="15799"/>
                </a:cubicBezTo>
                <a:cubicBezTo>
                  <a:pt x="51177" y="15814"/>
                  <a:pt x="51108" y="15820"/>
                  <a:pt x="51034" y="15830"/>
                </a:cubicBezTo>
                <a:cubicBezTo>
                  <a:pt x="50715" y="15894"/>
                  <a:pt x="50396" y="15953"/>
                  <a:pt x="50088" y="16027"/>
                </a:cubicBezTo>
                <a:cubicBezTo>
                  <a:pt x="48696" y="16346"/>
                  <a:pt x="47342" y="16802"/>
                  <a:pt x="46024" y="17328"/>
                </a:cubicBezTo>
                <a:cubicBezTo>
                  <a:pt x="45947" y="17357"/>
                  <a:pt x="45399" y="17569"/>
                  <a:pt x="45407" y="17569"/>
                </a:cubicBezTo>
                <a:cubicBezTo>
                  <a:pt x="45409" y="17569"/>
                  <a:pt x="45464" y="17549"/>
                  <a:pt x="45599" y="17498"/>
                </a:cubicBezTo>
                <a:cubicBezTo>
                  <a:pt x="45755" y="17439"/>
                  <a:pt x="45815" y="17417"/>
                  <a:pt x="45818" y="17417"/>
                </a:cubicBezTo>
                <a:lnTo>
                  <a:pt x="45818" y="17417"/>
                </a:lnTo>
                <a:cubicBezTo>
                  <a:pt x="45827" y="17417"/>
                  <a:pt x="45427" y="17576"/>
                  <a:pt x="45376" y="17599"/>
                </a:cubicBezTo>
                <a:cubicBezTo>
                  <a:pt x="45015" y="17759"/>
                  <a:pt x="44648" y="17923"/>
                  <a:pt x="44282" y="18099"/>
                </a:cubicBezTo>
                <a:cubicBezTo>
                  <a:pt x="43570" y="18428"/>
                  <a:pt x="42869" y="18779"/>
                  <a:pt x="42173" y="19140"/>
                </a:cubicBezTo>
                <a:cubicBezTo>
                  <a:pt x="38694" y="20941"/>
                  <a:pt x="35379" y="23002"/>
                  <a:pt x="32202" y="25296"/>
                </a:cubicBezTo>
                <a:cubicBezTo>
                  <a:pt x="31103" y="26093"/>
                  <a:pt x="30008" y="26917"/>
                  <a:pt x="28925" y="27740"/>
                </a:cubicBezTo>
                <a:cubicBezTo>
                  <a:pt x="28904" y="27756"/>
                  <a:pt x="28734" y="27883"/>
                  <a:pt x="28659" y="27942"/>
                </a:cubicBezTo>
                <a:lnTo>
                  <a:pt x="28022" y="28441"/>
                </a:lnTo>
                <a:cubicBezTo>
                  <a:pt x="27528" y="28829"/>
                  <a:pt x="27039" y="29211"/>
                  <a:pt x="26556" y="29605"/>
                </a:cubicBezTo>
                <a:cubicBezTo>
                  <a:pt x="24548" y="31209"/>
                  <a:pt x="22577" y="32850"/>
                  <a:pt x="20622" y="34529"/>
                </a:cubicBezTo>
                <a:cubicBezTo>
                  <a:pt x="16739" y="37870"/>
                  <a:pt x="12957" y="41323"/>
                  <a:pt x="9217" y="44824"/>
                </a:cubicBezTo>
                <a:cubicBezTo>
                  <a:pt x="6131" y="47729"/>
                  <a:pt x="3071" y="50646"/>
                  <a:pt x="1" y="53546"/>
                </a:cubicBezTo>
                <a:lnTo>
                  <a:pt x="1" y="98189"/>
                </a:lnTo>
                <a:cubicBezTo>
                  <a:pt x="5308" y="93774"/>
                  <a:pt x="10747" y="89530"/>
                  <a:pt x="16484" y="85684"/>
                </a:cubicBezTo>
                <a:cubicBezTo>
                  <a:pt x="21573" y="82274"/>
                  <a:pt x="26890" y="79416"/>
                  <a:pt x="32394" y="76717"/>
                </a:cubicBezTo>
                <a:cubicBezTo>
                  <a:pt x="35836" y="75023"/>
                  <a:pt x="39198" y="73254"/>
                  <a:pt x="42901" y="72165"/>
                </a:cubicBezTo>
                <a:cubicBezTo>
                  <a:pt x="44777" y="71614"/>
                  <a:pt x="46911" y="71173"/>
                  <a:pt x="48992" y="71173"/>
                </a:cubicBezTo>
                <a:cubicBezTo>
                  <a:pt x="51525" y="71173"/>
                  <a:pt x="53981" y="71825"/>
                  <a:pt x="55804" y="73726"/>
                </a:cubicBezTo>
                <a:cubicBezTo>
                  <a:pt x="59150" y="77232"/>
                  <a:pt x="58029" y="82305"/>
                  <a:pt x="56919" y="86518"/>
                </a:cubicBezTo>
                <a:cubicBezTo>
                  <a:pt x="56393" y="88499"/>
                  <a:pt x="55777" y="90465"/>
                  <a:pt x="55347" y="92473"/>
                </a:cubicBezTo>
                <a:cubicBezTo>
                  <a:pt x="55294" y="92712"/>
                  <a:pt x="55246" y="92956"/>
                  <a:pt x="55198" y="93200"/>
                </a:cubicBezTo>
                <a:cubicBezTo>
                  <a:pt x="55193" y="93227"/>
                  <a:pt x="55188" y="93270"/>
                  <a:pt x="55182" y="93317"/>
                </a:cubicBezTo>
                <a:cubicBezTo>
                  <a:pt x="55166" y="93413"/>
                  <a:pt x="55156" y="93530"/>
                  <a:pt x="55156" y="93583"/>
                </a:cubicBezTo>
                <a:cubicBezTo>
                  <a:pt x="55140" y="93748"/>
                  <a:pt x="55134" y="93918"/>
                  <a:pt x="55134" y="94088"/>
                </a:cubicBezTo>
                <a:cubicBezTo>
                  <a:pt x="55134" y="94444"/>
                  <a:pt x="55188" y="94794"/>
                  <a:pt x="55219" y="95155"/>
                </a:cubicBezTo>
                <a:cubicBezTo>
                  <a:pt x="55251" y="95325"/>
                  <a:pt x="55278" y="95501"/>
                  <a:pt x="55315" y="95671"/>
                </a:cubicBezTo>
                <a:cubicBezTo>
                  <a:pt x="55437" y="96287"/>
                  <a:pt x="55756" y="96919"/>
                  <a:pt x="55873" y="97535"/>
                </a:cubicBezTo>
                <a:cubicBezTo>
                  <a:pt x="55910" y="97625"/>
                  <a:pt x="55958" y="97705"/>
                  <a:pt x="56006" y="97785"/>
                </a:cubicBezTo>
                <a:cubicBezTo>
                  <a:pt x="56112" y="97971"/>
                  <a:pt x="56245" y="98141"/>
                  <a:pt x="56356" y="98327"/>
                </a:cubicBezTo>
                <a:cubicBezTo>
                  <a:pt x="56404" y="98380"/>
                  <a:pt x="56446" y="98433"/>
                  <a:pt x="56500" y="98486"/>
                </a:cubicBezTo>
                <a:cubicBezTo>
                  <a:pt x="56537" y="98523"/>
                  <a:pt x="56569" y="98555"/>
                  <a:pt x="56601" y="98582"/>
                </a:cubicBezTo>
                <a:cubicBezTo>
                  <a:pt x="56781" y="98693"/>
                  <a:pt x="56956" y="98853"/>
                  <a:pt x="57137" y="98948"/>
                </a:cubicBezTo>
                <a:cubicBezTo>
                  <a:pt x="57158" y="98953"/>
                  <a:pt x="57180" y="98964"/>
                  <a:pt x="57190" y="98975"/>
                </a:cubicBezTo>
                <a:cubicBezTo>
                  <a:pt x="57403" y="99033"/>
                  <a:pt x="57610" y="99113"/>
                  <a:pt x="57822" y="99166"/>
                </a:cubicBezTo>
                <a:cubicBezTo>
                  <a:pt x="57875" y="99177"/>
                  <a:pt x="57971" y="99198"/>
                  <a:pt x="58067" y="99214"/>
                </a:cubicBezTo>
                <a:cubicBezTo>
                  <a:pt x="58247" y="99224"/>
                  <a:pt x="58508" y="99251"/>
                  <a:pt x="58614" y="99251"/>
                </a:cubicBezTo>
                <a:cubicBezTo>
                  <a:pt x="58688" y="99252"/>
                  <a:pt x="58762" y="99253"/>
                  <a:pt x="58836" y="99253"/>
                </a:cubicBezTo>
                <a:cubicBezTo>
                  <a:pt x="59038" y="99253"/>
                  <a:pt x="59240" y="99248"/>
                  <a:pt x="59442" y="99240"/>
                </a:cubicBezTo>
                <a:cubicBezTo>
                  <a:pt x="59570" y="99230"/>
                  <a:pt x="59947" y="99192"/>
                  <a:pt x="60133" y="99171"/>
                </a:cubicBezTo>
                <a:cubicBezTo>
                  <a:pt x="60271" y="99150"/>
                  <a:pt x="60404" y="99123"/>
                  <a:pt x="60473" y="99113"/>
                </a:cubicBezTo>
                <a:cubicBezTo>
                  <a:pt x="61158" y="98980"/>
                  <a:pt x="61833" y="98805"/>
                  <a:pt x="62502" y="98603"/>
                </a:cubicBezTo>
                <a:cubicBezTo>
                  <a:pt x="63193" y="98396"/>
                  <a:pt x="63878" y="98157"/>
                  <a:pt x="64558" y="97891"/>
                </a:cubicBezTo>
                <a:cubicBezTo>
                  <a:pt x="64733" y="97822"/>
                  <a:pt x="64914" y="97753"/>
                  <a:pt x="65089" y="97679"/>
                </a:cubicBezTo>
                <a:cubicBezTo>
                  <a:pt x="65387" y="97546"/>
                  <a:pt x="65689" y="97413"/>
                  <a:pt x="65998" y="97275"/>
                </a:cubicBezTo>
                <a:cubicBezTo>
                  <a:pt x="67522" y="96568"/>
                  <a:pt x="69009" y="95777"/>
                  <a:pt x="70470" y="94938"/>
                </a:cubicBezTo>
                <a:cubicBezTo>
                  <a:pt x="73514" y="93190"/>
                  <a:pt x="76430" y="91235"/>
                  <a:pt x="79272" y="89185"/>
                </a:cubicBezTo>
                <a:cubicBezTo>
                  <a:pt x="80600" y="88228"/>
                  <a:pt x="81907" y="87240"/>
                  <a:pt x="83214" y="86242"/>
                </a:cubicBezTo>
                <a:lnTo>
                  <a:pt x="83655" y="85907"/>
                </a:lnTo>
                <a:cubicBezTo>
                  <a:pt x="83963" y="85657"/>
                  <a:pt x="84271" y="85418"/>
                  <a:pt x="84584" y="85174"/>
                </a:cubicBezTo>
                <a:cubicBezTo>
                  <a:pt x="85142" y="84728"/>
                  <a:pt x="85705" y="84287"/>
                  <a:pt x="86258" y="83835"/>
                </a:cubicBezTo>
                <a:cubicBezTo>
                  <a:pt x="92781" y="78539"/>
                  <a:pt x="99129" y="73009"/>
                  <a:pt x="105413" y="67432"/>
                </a:cubicBezTo>
                <a:cubicBezTo>
                  <a:pt x="113540" y="60207"/>
                  <a:pt x="121514" y="52818"/>
                  <a:pt x="129487" y="45429"/>
                </a:cubicBezTo>
                <a:lnTo>
                  <a:pt x="129487" y="0"/>
                </a:lnTo>
                <a:close/>
              </a:path>
            </a:pathLst>
          </a:custGeom>
          <a:solidFill>
            <a:srgbClr val="FFFFFF">
              <a:alpha val="12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3"/>
          <p:cNvSpPr/>
          <p:nvPr/>
        </p:nvSpPr>
        <p:spPr>
          <a:xfrm>
            <a:off x="217167" y="278723"/>
            <a:ext cx="8645699" cy="4586055"/>
          </a:xfrm>
          <a:custGeom>
            <a:avLst/>
            <a:gdLst/>
            <a:ahLst/>
            <a:cxnLst/>
            <a:rect l="l" t="t" r="r" b="b"/>
            <a:pathLst>
              <a:path w="118252" h="62726" extrusionOk="0">
                <a:moveTo>
                  <a:pt x="2503" y="2598"/>
                </a:moveTo>
                <a:cubicBezTo>
                  <a:pt x="2506" y="2598"/>
                  <a:pt x="2509" y="2598"/>
                  <a:pt x="2513" y="2598"/>
                </a:cubicBezTo>
                <a:cubicBezTo>
                  <a:pt x="2975" y="2598"/>
                  <a:pt x="3347" y="2986"/>
                  <a:pt x="3347" y="3448"/>
                </a:cubicBezTo>
                <a:cubicBezTo>
                  <a:pt x="3347" y="3916"/>
                  <a:pt x="2964" y="4287"/>
                  <a:pt x="2497" y="4287"/>
                </a:cubicBezTo>
                <a:cubicBezTo>
                  <a:pt x="2035" y="4287"/>
                  <a:pt x="1663" y="3900"/>
                  <a:pt x="1663" y="3437"/>
                </a:cubicBezTo>
                <a:cubicBezTo>
                  <a:pt x="1668" y="2973"/>
                  <a:pt x="2040" y="2598"/>
                  <a:pt x="2503" y="2598"/>
                </a:cubicBezTo>
                <a:close/>
                <a:moveTo>
                  <a:pt x="2544" y="6874"/>
                </a:moveTo>
                <a:cubicBezTo>
                  <a:pt x="3007" y="6874"/>
                  <a:pt x="3378" y="7257"/>
                  <a:pt x="3378" y="7724"/>
                </a:cubicBezTo>
                <a:cubicBezTo>
                  <a:pt x="3378" y="8192"/>
                  <a:pt x="3001" y="8558"/>
                  <a:pt x="2529" y="8558"/>
                </a:cubicBezTo>
                <a:cubicBezTo>
                  <a:pt x="2066" y="8558"/>
                  <a:pt x="1695" y="8176"/>
                  <a:pt x="1695" y="7708"/>
                </a:cubicBezTo>
                <a:cubicBezTo>
                  <a:pt x="1695" y="7246"/>
                  <a:pt x="2077" y="6874"/>
                  <a:pt x="2544" y="6874"/>
                </a:cubicBezTo>
                <a:close/>
                <a:moveTo>
                  <a:pt x="2582" y="11151"/>
                </a:moveTo>
                <a:cubicBezTo>
                  <a:pt x="3049" y="11151"/>
                  <a:pt x="3421" y="11538"/>
                  <a:pt x="3421" y="12001"/>
                </a:cubicBezTo>
                <a:cubicBezTo>
                  <a:pt x="3416" y="12468"/>
                  <a:pt x="3033" y="12840"/>
                  <a:pt x="2571" y="12840"/>
                </a:cubicBezTo>
                <a:cubicBezTo>
                  <a:pt x="2104" y="12840"/>
                  <a:pt x="1732" y="12452"/>
                  <a:pt x="1732" y="11990"/>
                </a:cubicBezTo>
                <a:cubicBezTo>
                  <a:pt x="1732" y="11522"/>
                  <a:pt x="2120" y="11151"/>
                  <a:pt x="2582" y="11151"/>
                </a:cubicBezTo>
                <a:close/>
                <a:moveTo>
                  <a:pt x="2619" y="15427"/>
                </a:moveTo>
                <a:cubicBezTo>
                  <a:pt x="3081" y="15427"/>
                  <a:pt x="3453" y="15815"/>
                  <a:pt x="3453" y="16277"/>
                </a:cubicBezTo>
                <a:cubicBezTo>
                  <a:pt x="3448" y="16741"/>
                  <a:pt x="3076" y="17116"/>
                  <a:pt x="2613" y="17116"/>
                </a:cubicBezTo>
                <a:cubicBezTo>
                  <a:pt x="2609" y="17116"/>
                  <a:pt x="2606" y="17116"/>
                  <a:pt x="2603" y="17116"/>
                </a:cubicBezTo>
                <a:cubicBezTo>
                  <a:pt x="2141" y="17116"/>
                  <a:pt x="1764" y="16728"/>
                  <a:pt x="1764" y="16266"/>
                </a:cubicBezTo>
                <a:cubicBezTo>
                  <a:pt x="1764" y="15799"/>
                  <a:pt x="2151" y="15427"/>
                  <a:pt x="2619" y="15427"/>
                </a:cubicBezTo>
                <a:close/>
                <a:moveTo>
                  <a:pt x="2656" y="19703"/>
                </a:moveTo>
                <a:cubicBezTo>
                  <a:pt x="3124" y="19703"/>
                  <a:pt x="3495" y="20091"/>
                  <a:pt x="3495" y="20553"/>
                </a:cubicBezTo>
                <a:cubicBezTo>
                  <a:pt x="3485" y="21017"/>
                  <a:pt x="3113" y="21392"/>
                  <a:pt x="2655" y="21392"/>
                </a:cubicBezTo>
                <a:cubicBezTo>
                  <a:pt x="2652" y="21392"/>
                  <a:pt x="2649" y="21392"/>
                  <a:pt x="2645" y="21392"/>
                </a:cubicBezTo>
                <a:cubicBezTo>
                  <a:pt x="2178" y="21392"/>
                  <a:pt x="1806" y="21004"/>
                  <a:pt x="1806" y="20542"/>
                </a:cubicBezTo>
                <a:cubicBezTo>
                  <a:pt x="1806" y="20075"/>
                  <a:pt x="2194" y="19703"/>
                  <a:pt x="2656" y="19703"/>
                </a:cubicBezTo>
                <a:close/>
                <a:moveTo>
                  <a:pt x="2688" y="23985"/>
                </a:moveTo>
                <a:cubicBezTo>
                  <a:pt x="3155" y="23985"/>
                  <a:pt x="3527" y="24372"/>
                  <a:pt x="3527" y="24834"/>
                </a:cubicBezTo>
                <a:cubicBezTo>
                  <a:pt x="3522" y="25302"/>
                  <a:pt x="3139" y="25674"/>
                  <a:pt x="2677" y="25674"/>
                </a:cubicBezTo>
                <a:cubicBezTo>
                  <a:pt x="2210" y="25674"/>
                  <a:pt x="1838" y="25286"/>
                  <a:pt x="1838" y="24824"/>
                </a:cubicBezTo>
                <a:cubicBezTo>
                  <a:pt x="1838" y="24356"/>
                  <a:pt x="2226" y="23985"/>
                  <a:pt x="2688" y="23985"/>
                </a:cubicBezTo>
                <a:close/>
                <a:moveTo>
                  <a:pt x="2720" y="28261"/>
                </a:moveTo>
                <a:cubicBezTo>
                  <a:pt x="3187" y="28271"/>
                  <a:pt x="3564" y="28649"/>
                  <a:pt x="3559" y="29111"/>
                </a:cubicBezTo>
                <a:cubicBezTo>
                  <a:pt x="3559" y="29578"/>
                  <a:pt x="3171" y="29950"/>
                  <a:pt x="2709" y="29950"/>
                </a:cubicBezTo>
                <a:cubicBezTo>
                  <a:pt x="2242" y="29950"/>
                  <a:pt x="1870" y="29562"/>
                  <a:pt x="1870" y="29100"/>
                </a:cubicBezTo>
                <a:cubicBezTo>
                  <a:pt x="1870" y="28633"/>
                  <a:pt x="2258" y="28261"/>
                  <a:pt x="2720" y="28261"/>
                </a:cubicBezTo>
                <a:close/>
                <a:moveTo>
                  <a:pt x="2493" y="32786"/>
                </a:moveTo>
                <a:cubicBezTo>
                  <a:pt x="2500" y="32786"/>
                  <a:pt x="2506" y="32786"/>
                  <a:pt x="2513" y="32787"/>
                </a:cubicBezTo>
                <a:cubicBezTo>
                  <a:pt x="2975" y="32787"/>
                  <a:pt x="3347" y="33169"/>
                  <a:pt x="3347" y="33637"/>
                </a:cubicBezTo>
                <a:cubicBezTo>
                  <a:pt x="3347" y="34099"/>
                  <a:pt x="2964" y="34471"/>
                  <a:pt x="2497" y="34471"/>
                </a:cubicBezTo>
                <a:cubicBezTo>
                  <a:pt x="2035" y="34471"/>
                  <a:pt x="1663" y="34088"/>
                  <a:pt x="1663" y="33621"/>
                </a:cubicBezTo>
                <a:cubicBezTo>
                  <a:pt x="1668" y="33154"/>
                  <a:pt x="2035" y="32786"/>
                  <a:pt x="2493" y="32786"/>
                </a:cubicBezTo>
                <a:close/>
                <a:moveTo>
                  <a:pt x="2525" y="37063"/>
                </a:moveTo>
                <a:cubicBezTo>
                  <a:pt x="2532" y="37063"/>
                  <a:pt x="2538" y="37063"/>
                  <a:pt x="2544" y="37063"/>
                </a:cubicBezTo>
                <a:cubicBezTo>
                  <a:pt x="3007" y="37063"/>
                  <a:pt x="3378" y="37445"/>
                  <a:pt x="3378" y="37913"/>
                </a:cubicBezTo>
                <a:cubicBezTo>
                  <a:pt x="3378" y="38375"/>
                  <a:pt x="2996" y="38747"/>
                  <a:pt x="2529" y="38747"/>
                </a:cubicBezTo>
                <a:cubicBezTo>
                  <a:pt x="2066" y="38747"/>
                  <a:pt x="1695" y="38364"/>
                  <a:pt x="1695" y="37897"/>
                </a:cubicBezTo>
                <a:cubicBezTo>
                  <a:pt x="1700" y="37441"/>
                  <a:pt x="2067" y="37063"/>
                  <a:pt x="2525" y="37063"/>
                </a:cubicBezTo>
                <a:close/>
                <a:moveTo>
                  <a:pt x="2582" y="41339"/>
                </a:moveTo>
                <a:cubicBezTo>
                  <a:pt x="3049" y="41339"/>
                  <a:pt x="3421" y="41721"/>
                  <a:pt x="3421" y="42189"/>
                </a:cubicBezTo>
                <a:cubicBezTo>
                  <a:pt x="3421" y="42651"/>
                  <a:pt x="3033" y="43023"/>
                  <a:pt x="2571" y="43023"/>
                </a:cubicBezTo>
                <a:cubicBezTo>
                  <a:pt x="2104" y="43023"/>
                  <a:pt x="1732" y="42640"/>
                  <a:pt x="1732" y="42173"/>
                </a:cubicBezTo>
                <a:cubicBezTo>
                  <a:pt x="1732" y="41711"/>
                  <a:pt x="2120" y="41339"/>
                  <a:pt x="2582" y="41339"/>
                </a:cubicBezTo>
                <a:close/>
                <a:moveTo>
                  <a:pt x="2619" y="45615"/>
                </a:moveTo>
                <a:cubicBezTo>
                  <a:pt x="3081" y="45615"/>
                  <a:pt x="3453" y="45998"/>
                  <a:pt x="3453" y="46465"/>
                </a:cubicBezTo>
                <a:cubicBezTo>
                  <a:pt x="3453" y="46927"/>
                  <a:pt x="3070" y="47299"/>
                  <a:pt x="2603" y="47299"/>
                </a:cubicBezTo>
                <a:cubicBezTo>
                  <a:pt x="2141" y="47299"/>
                  <a:pt x="1764" y="46917"/>
                  <a:pt x="1764" y="46449"/>
                </a:cubicBezTo>
                <a:cubicBezTo>
                  <a:pt x="1764" y="45987"/>
                  <a:pt x="2151" y="45615"/>
                  <a:pt x="2619" y="45615"/>
                </a:cubicBezTo>
                <a:close/>
                <a:moveTo>
                  <a:pt x="2651" y="49891"/>
                </a:moveTo>
                <a:cubicBezTo>
                  <a:pt x="3113" y="49891"/>
                  <a:pt x="3485" y="50274"/>
                  <a:pt x="3485" y="50736"/>
                </a:cubicBezTo>
                <a:cubicBezTo>
                  <a:pt x="3485" y="51204"/>
                  <a:pt x="3102" y="51575"/>
                  <a:pt x="2635" y="51575"/>
                </a:cubicBezTo>
                <a:cubicBezTo>
                  <a:pt x="2173" y="51575"/>
                  <a:pt x="1801" y="51193"/>
                  <a:pt x="1801" y="50725"/>
                </a:cubicBezTo>
                <a:cubicBezTo>
                  <a:pt x="1806" y="50263"/>
                  <a:pt x="2183" y="49891"/>
                  <a:pt x="2651" y="49891"/>
                </a:cubicBezTo>
                <a:close/>
                <a:moveTo>
                  <a:pt x="2678" y="54173"/>
                </a:moveTo>
                <a:cubicBezTo>
                  <a:pt x="2681" y="54173"/>
                  <a:pt x="2685" y="54173"/>
                  <a:pt x="2688" y="54173"/>
                </a:cubicBezTo>
                <a:cubicBezTo>
                  <a:pt x="3155" y="54173"/>
                  <a:pt x="3527" y="54555"/>
                  <a:pt x="3527" y="55023"/>
                </a:cubicBezTo>
                <a:cubicBezTo>
                  <a:pt x="3527" y="55485"/>
                  <a:pt x="3139" y="55857"/>
                  <a:pt x="2677" y="55857"/>
                </a:cubicBezTo>
                <a:cubicBezTo>
                  <a:pt x="2210" y="55857"/>
                  <a:pt x="1838" y="55474"/>
                  <a:pt x="1838" y="55007"/>
                </a:cubicBezTo>
                <a:cubicBezTo>
                  <a:pt x="1838" y="54548"/>
                  <a:pt x="2220" y="54173"/>
                  <a:pt x="2678" y="54173"/>
                </a:cubicBezTo>
                <a:close/>
                <a:moveTo>
                  <a:pt x="2725" y="58449"/>
                </a:moveTo>
                <a:cubicBezTo>
                  <a:pt x="3187" y="58449"/>
                  <a:pt x="3559" y="58832"/>
                  <a:pt x="3559" y="59299"/>
                </a:cubicBezTo>
                <a:cubicBezTo>
                  <a:pt x="3559" y="59761"/>
                  <a:pt x="3177" y="60133"/>
                  <a:pt x="2709" y="60133"/>
                </a:cubicBezTo>
                <a:cubicBezTo>
                  <a:pt x="2247" y="60133"/>
                  <a:pt x="1875" y="59751"/>
                  <a:pt x="1875" y="59283"/>
                </a:cubicBezTo>
                <a:cubicBezTo>
                  <a:pt x="1875" y="58821"/>
                  <a:pt x="2258" y="58449"/>
                  <a:pt x="2725" y="58449"/>
                </a:cubicBezTo>
                <a:close/>
                <a:moveTo>
                  <a:pt x="0" y="1"/>
                </a:moveTo>
                <a:lnTo>
                  <a:pt x="0" y="30189"/>
                </a:lnTo>
                <a:lnTo>
                  <a:pt x="0" y="32537"/>
                </a:lnTo>
                <a:lnTo>
                  <a:pt x="0" y="62725"/>
                </a:lnTo>
                <a:lnTo>
                  <a:pt x="118251" y="62725"/>
                </a:lnTo>
                <a:lnTo>
                  <a:pt x="118251" y="32537"/>
                </a:lnTo>
                <a:lnTo>
                  <a:pt x="118251" y="30189"/>
                </a:lnTo>
                <a:lnTo>
                  <a:pt x="118251" y="1"/>
                </a:lnTo>
                <a:close/>
              </a:path>
            </a:pathLst>
          </a:custGeom>
          <a:solidFill>
            <a:schemeClr val="l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3"/>
          <p:cNvSpPr txBox="1">
            <a:spLocks noGrp="1"/>
          </p:cNvSpPr>
          <p:nvPr>
            <p:ph type="title"/>
          </p:nvPr>
        </p:nvSpPr>
        <p:spPr>
          <a:xfrm>
            <a:off x="2391900" y="2629563"/>
            <a:ext cx="4360200" cy="8418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3600"/>
              <a:buNone/>
              <a:defRPr sz="5600"/>
            </a:lvl1pPr>
            <a:lvl2pPr lvl="1" algn="ctr" rtl="0">
              <a:lnSpc>
                <a:spcPct val="100000"/>
              </a:lnSpc>
              <a:spcBef>
                <a:spcPts val="0"/>
              </a:spcBef>
              <a:spcAft>
                <a:spcPts val="0"/>
              </a:spcAft>
              <a:buSzPts val="3600"/>
              <a:buNone/>
              <a:defRPr sz="3600"/>
            </a:lvl2pPr>
            <a:lvl3pPr lvl="2" algn="ctr" rtl="0">
              <a:lnSpc>
                <a:spcPct val="100000"/>
              </a:lnSpc>
              <a:spcBef>
                <a:spcPts val="0"/>
              </a:spcBef>
              <a:spcAft>
                <a:spcPts val="0"/>
              </a:spcAft>
              <a:buSzPts val="3600"/>
              <a:buNone/>
              <a:defRPr sz="3600"/>
            </a:lvl3pPr>
            <a:lvl4pPr lvl="3" algn="ctr" rtl="0">
              <a:lnSpc>
                <a:spcPct val="100000"/>
              </a:lnSpc>
              <a:spcBef>
                <a:spcPts val="0"/>
              </a:spcBef>
              <a:spcAft>
                <a:spcPts val="0"/>
              </a:spcAft>
              <a:buSzPts val="3600"/>
              <a:buNone/>
              <a:defRPr sz="3600"/>
            </a:lvl4pPr>
            <a:lvl5pPr lvl="4" algn="ctr" rtl="0">
              <a:lnSpc>
                <a:spcPct val="100000"/>
              </a:lnSpc>
              <a:spcBef>
                <a:spcPts val="0"/>
              </a:spcBef>
              <a:spcAft>
                <a:spcPts val="0"/>
              </a:spcAft>
              <a:buSzPts val="3600"/>
              <a:buNone/>
              <a:defRPr sz="3600"/>
            </a:lvl5pPr>
            <a:lvl6pPr lvl="5" algn="ctr" rtl="0">
              <a:lnSpc>
                <a:spcPct val="100000"/>
              </a:lnSpc>
              <a:spcBef>
                <a:spcPts val="0"/>
              </a:spcBef>
              <a:spcAft>
                <a:spcPts val="0"/>
              </a:spcAft>
              <a:buSzPts val="3600"/>
              <a:buNone/>
              <a:defRPr sz="3600"/>
            </a:lvl6pPr>
            <a:lvl7pPr lvl="6" algn="ctr" rtl="0">
              <a:lnSpc>
                <a:spcPct val="100000"/>
              </a:lnSpc>
              <a:spcBef>
                <a:spcPts val="0"/>
              </a:spcBef>
              <a:spcAft>
                <a:spcPts val="0"/>
              </a:spcAft>
              <a:buSzPts val="3600"/>
              <a:buNone/>
              <a:defRPr sz="3600"/>
            </a:lvl7pPr>
            <a:lvl8pPr lvl="7" algn="ctr" rtl="0">
              <a:lnSpc>
                <a:spcPct val="100000"/>
              </a:lnSpc>
              <a:spcBef>
                <a:spcPts val="0"/>
              </a:spcBef>
              <a:spcAft>
                <a:spcPts val="0"/>
              </a:spcAft>
              <a:buSzPts val="3600"/>
              <a:buNone/>
              <a:defRPr sz="3600"/>
            </a:lvl8pPr>
            <a:lvl9pPr lvl="8" algn="ctr" rtl="0">
              <a:lnSpc>
                <a:spcPct val="100000"/>
              </a:lnSpc>
              <a:spcBef>
                <a:spcPts val="0"/>
              </a:spcBef>
              <a:spcAft>
                <a:spcPts val="0"/>
              </a:spcAft>
              <a:buSzPts val="3600"/>
              <a:buNone/>
              <a:defRPr sz="3600"/>
            </a:lvl9pPr>
          </a:lstStyle>
          <a:p>
            <a:endParaRPr/>
          </a:p>
        </p:txBody>
      </p:sp>
      <p:sp>
        <p:nvSpPr>
          <p:cNvPr id="17" name="Google Shape;17;p3"/>
          <p:cNvSpPr txBox="1">
            <a:spLocks noGrp="1"/>
          </p:cNvSpPr>
          <p:nvPr>
            <p:ph type="subTitle" idx="1"/>
          </p:nvPr>
        </p:nvSpPr>
        <p:spPr>
          <a:xfrm>
            <a:off x="2391900" y="3395163"/>
            <a:ext cx="4360200" cy="4116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8" name="Google Shape;18;p3"/>
          <p:cNvSpPr txBox="1">
            <a:spLocks noGrp="1"/>
          </p:cNvSpPr>
          <p:nvPr>
            <p:ph type="title" idx="2" hasCustomPrompt="1"/>
          </p:nvPr>
        </p:nvSpPr>
        <p:spPr>
          <a:xfrm>
            <a:off x="2391900" y="1336738"/>
            <a:ext cx="4360200" cy="15111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9600"/>
              <a:buNone/>
              <a:defRPr sz="9600">
                <a:solidFill>
                  <a:schemeClr val="lt2"/>
                </a:solidFill>
              </a:defRPr>
            </a:lvl1pPr>
            <a:lvl2pPr lvl="1" algn="ctr" rtl="0">
              <a:lnSpc>
                <a:spcPct val="100000"/>
              </a:lnSpc>
              <a:spcBef>
                <a:spcPts val="0"/>
              </a:spcBef>
              <a:spcAft>
                <a:spcPts val="0"/>
              </a:spcAft>
              <a:buSzPts val="9600"/>
              <a:buNone/>
              <a:defRPr sz="9600"/>
            </a:lvl2pPr>
            <a:lvl3pPr lvl="2" algn="ctr" rtl="0">
              <a:lnSpc>
                <a:spcPct val="100000"/>
              </a:lnSpc>
              <a:spcBef>
                <a:spcPts val="0"/>
              </a:spcBef>
              <a:spcAft>
                <a:spcPts val="0"/>
              </a:spcAft>
              <a:buSzPts val="9600"/>
              <a:buNone/>
              <a:defRPr sz="9600"/>
            </a:lvl3pPr>
            <a:lvl4pPr lvl="3" algn="ctr" rtl="0">
              <a:lnSpc>
                <a:spcPct val="100000"/>
              </a:lnSpc>
              <a:spcBef>
                <a:spcPts val="0"/>
              </a:spcBef>
              <a:spcAft>
                <a:spcPts val="0"/>
              </a:spcAft>
              <a:buSzPts val="9600"/>
              <a:buNone/>
              <a:defRPr sz="9600"/>
            </a:lvl4pPr>
            <a:lvl5pPr lvl="4" algn="ctr" rtl="0">
              <a:lnSpc>
                <a:spcPct val="100000"/>
              </a:lnSpc>
              <a:spcBef>
                <a:spcPts val="0"/>
              </a:spcBef>
              <a:spcAft>
                <a:spcPts val="0"/>
              </a:spcAft>
              <a:buSzPts val="9600"/>
              <a:buNone/>
              <a:defRPr sz="9600"/>
            </a:lvl5pPr>
            <a:lvl6pPr lvl="5" algn="ctr" rtl="0">
              <a:lnSpc>
                <a:spcPct val="100000"/>
              </a:lnSpc>
              <a:spcBef>
                <a:spcPts val="0"/>
              </a:spcBef>
              <a:spcAft>
                <a:spcPts val="0"/>
              </a:spcAft>
              <a:buSzPts val="9600"/>
              <a:buNone/>
              <a:defRPr sz="9600"/>
            </a:lvl6pPr>
            <a:lvl7pPr lvl="6" algn="ctr" rtl="0">
              <a:lnSpc>
                <a:spcPct val="100000"/>
              </a:lnSpc>
              <a:spcBef>
                <a:spcPts val="0"/>
              </a:spcBef>
              <a:spcAft>
                <a:spcPts val="0"/>
              </a:spcAft>
              <a:buSzPts val="9600"/>
              <a:buNone/>
              <a:defRPr sz="9600"/>
            </a:lvl7pPr>
            <a:lvl8pPr lvl="7" algn="ctr" rtl="0">
              <a:lnSpc>
                <a:spcPct val="100000"/>
              </a:lnSpc>
              <a:spcBef>
                <a:spcPts val="0"/>
              </a:spcBef>
              <a:spcAft>
                <a:spcPts val="0"/>
              </a:spcAft>
              <a:buSzPts val="9600"/>
              <a:buNone/>
              <a:defRPr sz="9600"/>
            </a:lvl8pPr>
            <a:lvl9pPr lvl="8" algn="ctr" rtl="0">
              <a:lnSpc>
                <a:spcPct val="100000"/>
              </a:lnSpc>
              <a:spcBef>
                <a:spcPts val="0"/>
              </a:spcBef>
              <a:spcAft>
                <a:spcPts val="0"/>
              </a:spcAft>
              <a:buSzPts val="9600"/>
              <a:buNone/>
              <a:defRPr sz="96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dk1"/>
        </a:solidFill>
        <a:effectLst/>
      </p:bgPr>
    </p:bg>
    <p:spTree>
      <p:nvGrpSpPr>
        <p:cNvPr id="1" name="Shape 19"/>
        <p:cNvGrpSpPr/>
        <p:nvPr/>
      </p:nvGrpSpPr>
      <p:grpSpPr>
        <a:xfrm>
          <a:off x="0" y="0"/>
          <a:ext cx="0" cy="0"/>
          <a:chOff x="0" y="0"/>
          <a:chExt cx="0" cy="0"/>
        </a:xfrm>
      </p:grpSpPr>
      <p:sp>
        <p:nvSpPr>
          <p:cNvPr id="20" name="Google Shape;20;p4"/>
          <p:cNvSpPr/>
          <p:nvPr/>
        </p:nvSpPr>
        <p:spPr>
          <a:xfrm>
            <a:off x="-161559" y="-1507575"/>
            <a:ext cx="9467118" cy="7256708"/>
          </a:xfrm>
          <a:custGeom>
            <a:avLst/>
            <a:gdLst/>
            <a:ahLst/>
            <a:cxnLst/>
            <a:rect l="l" t="t" r="r" b="b"/>
            <a:pathLst>
              <a:path w="129487" h="99254" extrusionOk="0">
                <a:moveTo>
                  <a:pt x="56002" y="25805"/>
                </a:moveTo>
                <a:cubicBezTo>
                  <a:pt x="56006" y="25805"/>
                  <a:pt x="56005" y="25909"/>
                  <a:pt x="55990" y="26019"/>
                </a:cubicBezTo>
                <a:cubicBezTo>
                  <a:pt x="55994" y="25863"/>
                  <a:pt x="56000" y="25805"/>
                  <a:pt x="56002" y="25805"/>
                </a:cubicBezTo>
                <a:close/>
                <a:moveTo>
                  <a:pt x="129487" y="0"/>
                </a:moveTo>
                <a:cubicBezTo>
                  <a:pt x="124318" y="4664"/>
                  <a:pt x="119091" y="9270"/>
                  <a:pt x="113774" y="13775"/>
                </a:cubicBezTo>
                <a:cubicBezTo>
                  <a:pt x="105593" y="20707"/>
                  <a:pt x="97206" y="27405"/>
                  <a:pt x="88531" y="33721"/>
                </a:cubicBezTo>
                <a:cubicBezTo>
                  <a:pt x="87591" y="34407"/>
                  <a:pt x="86640" y="35246"/>
                  <a:pt x="85631" y="35846"/>
                </a:cubicBezTo>
                <a:cubicBezTo>
                  <a:pt x="85679" y="35818"/>
                  <a:pt x="85711" y="35801"/>
                  <a:pt x="85714" y="35801"/>
                </a:cubicBezTo>
                <a:lnTo>
                  <a:pt x="85714" y="35801"/>
                </a:lnTo>
                <a:cubicBezTo>
                  <a:pt x="85718" y="35801"/>
                  <a:pt x="85636" y="35849"/>
                  <a:pt x="85397" y="35979"/>
                </a:cubicBezTo>
                <a:cubicBezTo>
                  <a:pt x="85344" y="36011"/>
                  <a:pt x="85291" y="36053"/>
                  <a:pt x="85254" y="36080"/>
                </a:cubicBezTo>
                <a:cubicBezTo>
                  <a:pt x="85046" y="36245"/>
                  <a:pt x="84834" y="36409"/>
                  <a:pt x="84627" y="36574"/>
                </a:cubicBezTo>
                <a:cubicBezTo>
                  <a:pt x="83554" y="37445"/>
                  <a:pt x="82475" y="38322"/>
                  <a:pt x="81381" y="39177"/>
                </a:cubicBezTo>
                <a:cubicBezTo>
                  <a:pt x="78566" y="41381"/>
                  <a:pt x="75692" y="43559"/>
                  <a:pt x="72563" y="45312"/>
                </a:cubicBezTo>
                <a:cubicBezTo>
                  <a:pt x="69876" y="46823"/>
                  <a:pt x="66711" y="48301"/>
                  <a:pt x="63543" y="48301"/>
                </a:cubicBezTo>
                <a:cubicBezTo>
                  <a:pt x="63336" y="48301"/>
                  <a:pt x="63129" y="48295"/>
                  <a:pt x="62922" y="48282"/>
                </a:cubicBezTo>
                <a:cubicBezTo>
                  <a:pt x="58911" y="48037"/>
                  <a:pt x="55655" y="45201"/>
                  <a:pt x="54561" y="41365"/>
                </a:cubicBezTo>
                <a:cubicBezTo>
                  <a:pt x="53472" y="37551"/>
                  <a:pt x="54295" y="33371"/>
                  <a:pt x="55161" y="29599"/>
                </a:cubicBezTo>
                <a:cubicBezTo>
                  <a:pt x="55347" y="28781"/>
                  <a:pt x="55543" y="27968"/>
                  <a:pt x="55735" y="27156"/>
                </a:cubicBezTo>
                <a:cubicBezTo>
                  <a:pt x="55814" y="26816"/>
                  <a:pt x="55883" y="26465"/>
                  <a:pt x="55968" y="26125"/>
                </a:cubicBezTo>
                <a:cubicBezTo>
                  <a:pt x="55974" y="26093"/>
                  <a:pt x="55984" y="26051"/>
                  <a:pt x="55990" y="26019"/>
                </a:cubicBezTo>
                <a:lnTo>
                  <a:pt x="55990" y="26019"/>
                </a:lnTo>
                <a:cubicBezTo>
                  <a:pt x="55990" y="26083"/>
                  <a:pt x="55984" y="26162"/>
                  <a:pt x="55984" y="26263"/>
                </a:cubicBezTo>
                <a:cubicBezTo>
                  <a:pt x="55990" y="26051"/>
                  <a:pt x="56037" y="25812"/>
                  <a:pt x="56064" y="25599"/>
                </a:cubicBezTo>
                <a:cubicBezTo>
                  <a:pt x="56282" y="23628"/>
                  <a:pt x="56319" y="21684"/>
                  <a:pt x="56170" y="19703"/>
                </a:cubicBezTo>
                <a:lnTo>
                  <a:pt x="56170" y="19698"/>
                </a:lnTo>
                <a:cubicBezTo>
                  <a:pt x="56149" y="19570"/>
                  <a:pt x="56128" y="19443"/>
                  <a:pt x="56101" y="19320"/>
                </a:cubicBezTo>
                <a:cubicBezTo>
                  <a:pt x="56037" y="18980"/>
                  <a:pt x="55963" y="18646"/>
                  <a:pt x="55867" y="18316"/>
                </a:cubicBezTo>
                <a:cubicBezTo>
                  <a:pt x="55798" y="18056"/>
                  <a:pt x="55697" y="17806"/>
                  <a:pt x="55618" y="17546"/>
                </a:cubicBezTo>
                <a:cubicBezTo>
                  <a:pt x="55575" y="17466"/>
                  <a:pt x="55538" y="17382"/>
                  <a:pt x="55496" y="17302"/>
                </a:cubicBezTo>
                <a:cubicBezTo>
                  <a:pt x="55384" y="17089"/>
                  <a:pt x="55108" y="16802"/>
                  <a:pt x="55007" y="16569"/>
                </a:cubicBezTo>
                <a:lnTo>
                  <a:pt x="54986" y="16548"/>
                </a:lnTo>
                <a:cubicBezTo>
                  <a:pt x="54975" y="16537"/>
                  <a:pt x="54959" y="16532"/>
                  <a:pt x="54948" y="16516"/>
                </a:cubicBezTo>
                <a:cubicBezTo>
                  <a:pt x="54946" y="16519"/>
                  <a:pt x="54941" y="16521"/>
                  <a:pt x="54934" y="16521"/>
                </a:cubicBezTo>
                <a:cubicBezTo>
                  <a:pt x="54889" y="16521"/>
                  <a:pt x="54760" y="16441"/>
                  <a:pt x="54577" y="16202"/>
                </a:cubicBezTo>
                <a:cubicBezTo>
                  <a:pt x="54550" y="16186"/>
                  <a:pt x="54524" y="16170"/>
                  <a:pt x="54497" y="16149"/>
                </a:cubicBezTo>
                <a:cubicBezTo>
                  <a:pt x="54401" y="16096"/>
                  <a:pt x="54295" y="16053"/>
                  <a:pt x="54189" y="16000"/>
                </a:cubicBezTo>
                <a:cubicBezTo>
                  <a:pt x="54029" y="15947"/>
                  <a:pt x="53865" y="15894"/>
                  <a:pt x="53700" y="15846"/>
                </a:cubicBezTo>
                <a:cubicBezTo>
                  <a:pt x="53525" y="15799"/>
                  <a:pt x="53328" y="15788"/>
                  <a:pt x="53142" y="15751"/>
                </a:cubicBezTo>
                <a:cubicBezTo>
                  <a:pt x="53095" y="15745"/>
                  <a:pt x="53047" y="15745"/>
                  <a:pt x="52999" y="15740"/>
                </a:cubicBezTo>
                <a:cubicBezTo>
                  <a:pt x="52887" y="15735"/>
                  <a:pt x="52776" y="15733"/>
                  <a:pt x="52665" y="15733"/>
                </a:cubicBezTo>
                <a:cubicBezTo>
                  <a:pt x="52190" y="15733"/>
                  <a:pt x="51720" y="15773"/>
                  <a:pt x="51246" y="15799"/>
                </a:cubicBezTo>
                <a:cubicBezTo>
                  <a:pt x="51177" y="15814"/>
                  <a:pt x="51108" y="15820"/>
                  <a:pt x="51034" y="15830"/>
                </a:cubicBezTo>
                <a:cubicBezTo>
                  <a:pt x="50715" y="15894"/>
                  <a:pt x="50396" y="15953"/>
                  <a:pt x="50088" y="16027"/>
                </a:cubicBezTo>
                <a:cubicBezTo>
                  <a:pt x="48696" y="16346"/>
                  <a:pt x="47342" y="16802"/>
                  <a:pt x="46024" y="17328"/>
                </a:cubicBezTo>
                <a:cubicBezTo>
                  <a:pt x="45947" y="17357"/>
                  <a:pt x="45399" y="17569"/>
                  <a:pt x="45407" y="17569"/>
                </a:cubicBezTo>
                <a:cubicBezTo>
                  <a:pt x="45409" y="17569"/>
                  <a:pt x="45464" y="17549"/>
                  <a:pt x="45599" y="17498"/>
                </a:cubicBezTo>
                <a:cubicBezTo>
                  <a:pt x="45755" y="17439"/>
                  <a:pt x="45815" y="17417"/>
                  <a:pt x="45818" y="17417"/>
                </a:cubicBezTo>
                <a:lnTo>
                  <a:pt x="45818" y="17417"/>
                </a:lnTo>
                <a:cubicBezTo>
                  <a:pt x="45827" y="17417"/>
                  <a:pt x="45427" y="17576"/>
                  <a:pt x="45376" y="17599"/>
                </a:cubicBezTo>
                <a:cubicBezTo>
                  <a:pt x="45015" y="17759"/>
                  <a:pt x="44648" y="17923"/>
                  <a:pt x="44282" y="18099"/>
                </a:cubicBezTo>
                <a:cubicBezTo>
                  <a:pt x="43570" y="18428"/>
                  <a:pt x="42869" y="18779"/>
                  <a:pt x="42173" y="19140"/>
                </a:cubicBezTo>
                <a:cubicBezTo>
                  <a:pt x="38694" y="20941"/>
                  <a:pt x="35379" y="23002"/>
                  <a:pt x="32202" y="25296"/>
                </a:cubicBezTo>
                <a:cubicBezTo>
                  <a:pt x="31103" y="26093"/>
                  <a:pt x="30008" y="26917"/>
                  <a:pt x="28925" y="27740"/>
                </a:cubicBezTo>
                <a:cubicBezTo>
                  <a:pt x="28904" y="27756"/>
                  <a:pt x="28734" y="27883"/>
                  <a:pt x="28659" y="27942"/>
                </a:cubicBezTo>
                <a:lnTo>
                  <a:pt x="28022" y="28441"/>
                </a:lnTo>
                <a:cubicBezTo>
                  <a:pt x="27528" y="28829"/>
                  <a:pt x="27039" y="29211"/>
                  <a:pt x="26556" y="29605"/>
                </a:cubicBezTo>
                <a:cubicBezTo>
                  <a:pt x="24548" y="31209"/>
                  <a:pt x="22577" y="32850"/>
                  <a:pt x="20622" y="34529"/>
                </a:cubicBezTo>
                <a:cubicBezTo>
                  <a:pt x="16739" y="37870"/>
                  <a:pt x="12957" y="41323"/>
                  <a:pt x="9217" y="44824"/>
                </a:cubicBezTo>
                <a:cubicBezTo>
                  <a:pt x="6131" y="47729"/>
                  <a:pt x="3071" y="50646"/>
                  <a:pt x="1" y="53546"/>
                </a:cubicBezTo>
                <a:lnTo>
                  <a:pt x="1" y="98189"/>
                </a:lnTo>
                <a:cubicBezTo>
                  <a:pt x="5308" y="93774"/>
                  <a:pt x="10747" y="89530"/>
                  <a:pt x="16484" y="85684"/>
                </a:cubicBezTo>
                <a:cubicBezTo>
                  <a:pt x="21573" y="82274"/>
                  <a:pt x="26890" y="79416"/>
                  <a:pt x="32394" y="76717"/>
                </a:cubicBezTo>
                <a:cubicBezTo>
                  <a:pt x="35836" y="75023"/>
                  <a:pt x="39198" y="73254"/>
                  <a:pt x="42901" y="72165"/>
                </a:cubicBezTo>
                <a:cubicBezTo>
                  <a:pt x="44777" y="71614"/>
                  <a:pt x="46911" y="71173"/>
                  <a:pt x="48992" y="71173"/>
                </a:cubicBezTo>
                <a:cubicBezTo>
                  <a:pt x="51525" y="71173"/>
                  <a:pt x="53981" y="71825"/>
                  <a:pt x="55804" y="73726"/>
                </a:cubicBezTo>
                <a:cubicBezTo>
                  <a:pt x="59150" y="77232"/>
                  <a:pt x="58029" y="82305"/>
                  <a:pt x="56919" y="86518"/>
                </a:cubicBezTo>
                <a:cubicBezTo>
                  <a:pt x="56393" y="88499"/>
                  <a:pt x="55777" y="90465"/>
                  <a:pt x="55347" y="92473"/>
                </a:cubicBezTo>
                <a:cubicBezTo>
                  <a:pt x="55294" y="92712"/>
                  <a:pt x="55246" y="92956"/>
                  <a:pt x="55198" y="93200"/>
                </a:cubicBezTo>
                <a:cubicBezTo>
                  <a:pt x="55193" y="93227"/>
                  <a:pt x="55188" y="93270"/>
                  <a:pt x="55182" y="93317"/>
                </a:cubicBezTo>
                <a:cubicBezTo>
                  <a:pt x="55166" y="93413"/>
                  <a:pt x="55156" y="93530"/>
                  <a:pt x="55156" y="93583"/>
                </a:cubicBezTo>
                <a:cubicBezTo>
                  <a:pt x="55140" y="93748"/>
                  <a:pt x="55134" y="93918"/>
                  <a:pt x="55134" y="94088"/>
                </a:cubicBezTo>
                <a:cubicBezTo>
                  <a:pt x="55134" y="94444"/>
                  <a:pt x="55188" y="94794"/>
                  <a:pt x="55219" y="95155"/>
                </a:cubicBezTo>
                <a:cubicBezTo>
                  <a:pt x="55251" y="95325"/>
                  <a:pt x="55278" y="95501"/>
                  <a:pt x="55315" y="95671"/>
                </a:cubicBezTo>
                <a:cubicBezTo>
                  <a:pt x="55437" y="96287"/>
                  <a:pt x="55756" y="96919"/>
                  <a:pt x="55873" y="97535"/>
                </a:cubicBezTo>
                <a:cubicBezTo>
                  <a:pt x="55910" y="97625"/>
                  <a:pt x="55958" y="97705"/>
                  <a:pt x="56006" y="97785"/>
                </a:cubicBezTo>
                <a:cubicBezTo>
                  <a:pt x="56112" y="97971"/>
                  <a:pt x="56245" y="98141"/>
                  <a:pt x="56356" y="98327"/>
                </a:cubicBezTo>
                <a:cubicBezTo>
                  <a:pt x="56404" y="98380"/>
                  <a:pt x="56446" y="98433"/>
                  <a:pt x="56500" y="98486"/>
                </a:cubicBezTo>
                <a:cubicBezTo>
                  <a:pt x="56537" y="98523"/>
                  <a:pt x="56569" y="98555"/>
                  <a:pt x="56601" y="98582"/>
                </a:cubicBezTo>
                <a:cubicBezTo>
                  <a:pt x="56781" y="98693"/>
                  <a:pt x="56956" y="98853"/>
                  <a:pt x="57137" y="98948"/>
                </a:cubicBezTo>
                <a:cubicBezTo>
                  <a:pt x="57158" y="98953"/>
                  <a:pt x="57180" y="98964"/>
                  <a:pt x="57190" y="98975"/>
                </a:cubicBezTo>
                <a:cubicBezTo>
                  <a:pt x="57403" y="99033"/>
                  <a:pt x="57610" y="99113"/>
                  <a:pt x="57822" y="99166"/>
                </a:cubicBezTo>
                <a:cubicBezTo>
                  <a:pt x="57875" y="99177"/>
                  <a:pt x="57971" y="99198"/>
                  <a:pt x="58067" y="99214"/>
                </a:cubicBezTo>
                <a:cubicBezTo>
                  <a:pt x="58247" y="99224"/>
                  <a:pt x="58508" y="99251"/>
                  <a:pt x="58614" y="99251"/>
                </a:cubicBezTo>
                <a:cubicBezTo>
                  <a:pt x="58688" y="99252"/>
                  <a:pt x="58762" y="99253"/>
                  <a:pt x="58836" y="99253"/>
                </a:cubicBezTo>
                <a:cubicBezTo>
                  <a:pt x="59038" y="99253"/>
                  <a:pt x="59240" y="99248"/>
                  <a:pt x="59442" y="99240"/>
                </a:cubicBezTo>
                <a:cubicBezTo>
                  <a:pt x="59570" y="99230"/>
                  <a:pt x="59947" y="99192"/>
                  <a:pt x="60133" y="99171"/>
                </a:cubicBezTo>
                <a:cubicBezTo>
                  <a:pt x="60271" y="99150"/>
                  <a:pt x="60404" y="99123"/>
                  <a:pt x="60473" y="99113"/>
                </a:cubicBezTo>
                <a:cubicBezTo>
                  <a:pt x="61158" y="98980"/>
                  <a:pt x="61833" y="98805"/>
                  <a:pt x="62502" y="98603"/>
                </a:cubicBezTo>
                <a:cubicBezTo>
                  <a:pt x="63193" y="98396"/>
                  <a:pt x="63878" y="98157"/>
                  <a:pt x="64558" y="97891"/>
                </a:cubicBezTo>
                <a:cubicBezTo>
                  <a:pt x="64733" y="97822"/>
                  <a:pt x="64914" y="97753"/>
                  <a:pt x="65089" y="97679"/>
                </a:cubicBezTo>
                <a:cubicBezTo>
                  <a:pt x="65387" y="97546"/>
                  <a:pt x="65689" y="97413"/>
                  <a:pt x="65998" y="97275"/>
                </a:cubicBezTo>
                <a:cubicBezTo>
                  <a:pt x="67522" y="96568"/>
                  <a:pt x="69009" y="95777"/>
                  <a:pt x="70470" y="94938"/>
                </a:cubicBezTo>
                <a:cubicBezTo>
                  <a:pt x="73514" y="93190"/>
                  <a:pt x="76430" y="91235"/>
                  <a:pt x="79272" y="89185"/>
                </a:cubicBezTo>
                <a:cubicBezTo>
                  <a:pt x="80600" y="88228"/>
                  <a:pt x="81907" y="87240"/>
                  <a:pt x="83214" y="86242"/>
                </a:cubicBezTo>
                <a:lnTo>
                  <a:pt x="83655" y="85907"/>
                </a:lnTo>
                <a:cubicBezTo>
                  <a:pt x="83963" y="85657"/>
                  <a:pt x="84271" y="85418"/>
                  <a:pt x="84584" y="85174"/>
                </a:cubicBezTo>
                <a:cubicBezTo>
                  <a:pt x="85142" y="84728"/>
                  <a:pt x="85705" y="84287"/>
                  <a:pt x="86258" y="83835"/>
                </a:cubicBezTo>
                <a:cubicBezTo>
                  <a:pt x="92781" y="78539"/>
                  <a:pt x="99129" y="73009"/>
                  <a:pt x="105413" y="67432"/>
                </a:cubicBezTo>
                <a:cubicBezTo>
                  <a:pt x="113540" y="60207"/>
                  <a:pt x="121514" y="52818"/>
                  <a:pt x="129487" y="45429"/>
                </a:cubicBezTo>
                <a:lnTo>
                  <a:pt x="129487" y="0"/>
                </a:lnTo>
                <a:close/>
              </a:path>
            </a:pathLst>
          </a:custGeom>
          <a:solidFill>
            <a:srgbClr val="FFFFFF">
              <a:alpha val="12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p:nvPr/>
        </p:nvSpPr>
        <p:spPr>
          <a:xfrm>
            <a:off x="217167" y="278723"/>
            <a:ext cx="8645699" cy="4586055"/>
          </a:xfrm>
          <a:custGeom>
            <a:avLst/>
            <a:gdLst/>
            <a:ahLst/>
            <a:cxnLst/>
            <a:rect l="l" t="t" r="r" b="b"/>
            <a:pathLst>
              <a:path w="118252" h="62726" extrusionOk="0">
                <a:moveTo>
                  <a:pt x="2503" y="2598"/>
                </a:moveTo>
                <a:cubicBezTo>
                  <a:pt x="2506" y="2598"/>
                  <a:pt x="2509" y="2598"/>
                  <a:pt x="2513" y="2598"/>
                </a:cubicBezTo>
                <a:cubicBezTo>
                  <a:pt x="2975" y="2598"/>
                  <a:pt x="3347" y="2986"/>
                  <a:pt x="3347" y="3448"/>
                </a:cubicBezTo>
                <a:cubicBezTo>
                  <a:pt x="3347" y="3916"/>
                  <a:pt x="2964" y="4287"/>
                  <a:pt x="2497" y="4287"/>
                </a:cubicBezTo>
                <a:cubicBezTo>
                  <a:pt x="2035" y="4287"/>
                  <a:pt x="1663" y="3900"/>
                  <a:pt x="1663" y="3437"/>
                </a:cubicBezTo>
                <a:cubicBezTo>
                  <a:pt x="1668" y="2973"/>
                  <a:pt x="2040" y="2598"/>
                  <a:pt x="2503" y="2598"/>
                </a:cubicBezTo>
                <a:close/>
                <a:moveTo>
                  <a:pt x="2544" y="6874"/>
                </a:moveTo>
                <a:cubicBezTo>
                  <a:pt x="3007" y="6874"/>
                  <a:pt x="3378" y="7257"/>
                  <a:pt x="3378" y="7724"/>
                </a:cubicBezTo>
                <a:cubicBezTo>
                  <a:pt x="3378" y="8192"/>
                  <a:pt x="3001" y="8558"/>
                  <a:pt x="2529" y="8558"/>
                </a:cubicBezTo>
                <a:cubicBezTo>
                  <a:pt x="2066" y="8558"/>
                  <a:pt x="1695" y="8176"/>
                  <a:pt x="1695" y="7708"/>
                </a:cubicBezTo>
                <a:cubicBezTo>
                  <a:pt x="1695" y="7246"/>
                  <a:pt x="2077" y="6874"/>
                  <a:pt x="2544" y="6874"/>
                </a:cubicBezTo>
                <a:close/>
                <a:moveTo>
                  <a:pt x="2582" y="11151"/>
                </a:moveTo>
                <a:cubicBezTo>
                  <a:pt x="3049" y="11151"/>
                  <a:pt x="3421" y="11538"/>
                  <a:pt x="3421" y="12001"/>
                </a:cubicBezTo>
                <a:cubicBezTo>
                  <a:pt x="3416" y="12468"/>
                  <a:pt x="3033" y="12840"/>
                  <a:pt x="2571" y="12840"/>
                </a:cubicBezTo>
                <a:cubicBezTo>
                  <a:pt x="2104" y="12840"/>
                  <a:pt x="1732" y="12452"/>
                  <a:pt x="1732" y="11990"/>
                </a:cubicBezTo>
                <a:cubicBezTo>
                  <a:pt x="1732" y="11522"/>
                  <a:pt x="2120" y="11151"/>
                  <a:pt x="2582" y="11151"/>
                </a:cubicBezTo>
                <a:close/>
                <a:moveTo>
                  <a:pt x="2619" y="15427"/>
                </a:moveTo>
                <a:cubicBezTo>
                  <a:pt x="3081" y="15427"/>
                  <a:pt x="3453" y="15815"/>
                  <a:pt x="3453" y="16277"/>
                </a:cubicBezTo>
                <a:cubicBezTo>
                  <a:pt x="3448" y="16741"/>
                  <a:pt x="3076" y="17116"/>
                  <a:pt x="2613" y="17116"/>
                </a:cubicBezTo>
                <a:cubicBezTo>
                  <a:pt x="2609" y="17116"/>
                  <a:pt x="2606" y="17116"/>
                  <a:pt x="2603" y="17116"/>
                </a:cubicBezTo>
                <a:cubicBezTo>
                  <a:pt x="2141" y="17116"/>
                  <a:pt x="1764" y="16728"/>
                  <a:pt x="1764" y="16266"/>
                </a:cubicBezTo>
                <a:cubicBezTo>
                  <a:pt x="1764" y="15799"/>
                  <a:pt x="2151" y="15427"/>
                  <a:pt x="2619" y="15427"/>
                </a:cubicBezTo>
                <a:close/>
                <a:moveTo>
                  <a:pt x="2656" y="19703"/>
                </a:moveTo>
                <a:cubicBezTo>
                  <a:pt x="3124" y="19703"/>
                  <a:pt x="3495" y="20091"/>
                  <a:pt x="3495" y="20553"/>
                </a:cubicBezTo>
                <a:cubicBezTo>
                  <a:pt x="3485" y="21017"/>
                  <a:pt x="3113" y="21392"/>
                  <a:pt x="2655" y="21392"/>
                </a:cubicBezTo>
                <a:cubicBezTo>
                  <a:pt x="2652" y="21392"/>
                  <a:pt x="2649" y="21392"/>
                  <a:pt x="2645" y="21392"/>
                </a:cubicBezTo>
                <a:cubicBezTo>
                  <a:pt x="2178" y="21392"/>
                  <a:pt x="1806" y="21004"/>
                  <a:pt x="1806" y="20542"/>
                </a:cubicBezTo>
                <a:cubicBezTo>
                  <a:pt x="1806" y="20075"/>
                  <a:pt x="2194" y="19703"/>
                  <a:pt x="2656" y="19703"/>
                </a:cubicBezTo>
                <a:close/>
                <a:moveTo>
                  <a:pt x="2688" y="23985"/>
                </a:moveTo>
                <a:cubicBezTo>
                  <a:pt x="3155" y="23985"/>
                  <a:pt x="3527" y="24372"/>
                  <a:pt x="3527" y="24834"/>
                </a:cubicBezTo>
                <a:cubicBezTo>
                  <a:pt x="3522" y="25302"/>
                  <a:pt x="3139" y="25674"/>
                  <a:pt x="2677" y="25674"/>
                </a:cubicBezTo>
                <a:cubicBezTo>
                  <a:pt x="2210" y="25674"/>
                  <a:pt x="1838" y="25286"/>
                  <a:pt x="1838" y="24824"/>
                </a:cubicBezTo>
                <a:cubicBezTo>
                  <a:pt x="1838" y="24356"/>
                  <a:pt x="2226" y="23985"/>
                  <a:pt x="2688" y="23985"/>
                </a:cubicBezTo>
                <a:close/>
                <a:moveTo>
                  <a:pt x="2720" y="28261"/>
                </a:moveTo>
                <a:cubicBezTo>
                  <a:pt x="3187" y="28271"/>
                  <a:pt x="3564" y="28649"/>
                  <a:pt x="3559" y="29111"/>
                </a:cubicBezTo>
                <a:cubicBezTo>
                  <a:pt x="3559" y="29578"/>
                  <a:pt x="3171" y="29950"/>
                  <a:pt x="2709" y="29950"/>
                </a:cubicBezTo>
                <a:cubicBezTo>
                  <a:pt x="2242" y="29950"/>
                  <a:pt x="1870" y="29562"/>
                  <a:pt x="1870" y="29100"/>
                </a:cubicBezTo>
                <a:cubicBezTo>
                  <a:pt x="1870" y="28633"/>
                  <a:pt x="2258" y="28261"/>
                  <a:pt x="2720" y="28261"/>
                </a:cubicBezTo>
                <a:close/>
                <a:moveTo>
                  <a:pt x="2493" y="32786"/>
                </a:moveTo>
                <a:cubicBezTo>
                  <a:pt x="2500" y="32786"/>
                  <a:pt x="2506" y="32786"/>
                  <a:pt x="2513" y="32787"/>
                </a:cubicBezTo>
                <a:cubicBezTo>
                  <a:pt x="2975" y="32787"/>
                  <a:pt x="3347" y="33169"/>
                  <a:pt x="3347" y="33637"/>
                </a:cubicBezTo>
                <a:cubicBezTo>
                  <a:pt x="3347" y="34099"/>
                  <a:pt x="2964" y="34471"/>
                  <a:pt x="2497" y="34471"/>
                </a:cubicBezTo>
                <a:cubicBezTo>
                  <a:pt x="2035" y="34471"/>
                  <a:pt x="1663" y="34088"/>
                  <a:pt x="1663" y="33621"/>
                </a:cubicBezTo>
                <a:cubicBezTo>
                  <a:pt x="1668" y="33154"/>
                  <a:pt x="2035" y="32786"/>
                  <a:pt x="2493" y="32786"/>
                </a:cubicBezTo>
                <a:close/>
                <a:moveTo>
                  <a:pt x="2525" y="37063"/>
                </a:moveTo>
                <a:cubicBezTo>
                  <a:pt x="2532" y="37063"/>
                  <a:pt x="2538" y="37063"/>
                  <a:pt x="2544" y="37063"/>
                </a:cubicBezTo>
                <a:cubicBezTo>
                  <a:pt x="3007" y="37063"/>
                  <a:pt x="3378" y="37445"/>
                  <a:pt x="3378" y="37913"/>
                </a:cubicBezTo>
                <a:cubicBezTo>
                  <a:pt x="3378" y="38375"/>
                  <a:pt x="2996" y="38747"/>
                  <a:pt x="2529" y="38747"/>
                </a:cubicBezTo>
                <a:cubicBezTo>
                  <a:pt x="2066" y="38747"/>
                  <a:pt x="1695" y="38364"/>
                  <a:pt x="1695" y="37897"/>
                </a:cubicBezTo>
                <a:cubicBezTo>
                  <a:pt x="1700" y="37441"/>
                  <a:pt x="2067" y="37063"/>
                  <a:pt x="2525" y="37063"/>
                </a:cubicBezTo>
                <a:close/>
                <a:moveTo>
                  <a:pt x="2582" y="41339"/>
                </a:moveTo>
                <a:cubicBezTo>
                  <a:pt x="3049" y="41339"/>
                  <a:pt x="3421" y="41721"/>
                  <a:pt x="3421" y="42189"/>
                </a:cubicBezTo>
                <a:cubicBezTo>
                  <a:pt x="3421" y="42651"/>
                  <a:pt x="3033" y="43023"/>
                  <a:pt x="2571" y="43023"/>
                </a:cubicBezTo>
                <a:cubicBezTo>
                  <a:pt x="2104" y="43023"/>
                  <a:pt x="1732" y="42640"/>
                  <a:pt x="1732" y="42173"/>
                </a:cubicBezTo>
                <a:cubicBezTo>
                  <a:pt x="1732" y="41711"/>
                  <a:pt x="2120" y="41339"/>
                  <a:pt x="2582" y="41339"/>
                </a:cubicBezTo>
                <a:close/>
                <a:moveTo>
                  <a:pt x="2619" y="45615"/>
                </a:moveTo>
                <a:cubicBezTo>
                  <a:pt x="3081" y="45615"/>
                  <a:pt x="3453" y="45998"/>
                  <a:pt x="3453" y="46465"/>
                </a:cubicBezTo>
                <a:cubicBezTo>
                  <a:pt x="3453" y="46927"/>
                  <a:pt x="3070" y="47299"/>
                  <a:pt x="2603" y="47299"/>
                </a:cubicBezTo>
                <a:cubicBezTo>
                  <a:pt x="2141" y="47299"/>
                  <a:pt x="1764" y="46917"/>
                  <a:pt x="1764" y="46449"/>
                </a:cubicBezTo>
                <a:cubicBezTo>
                  <a:pt x="1764" y="45987"/>
                  <a:pt x="2151" y="45615"/>
                  <a:pt x="2619" y="45615"/>
                </a:cubicBezTo>
                <a:close/>
                <a:moveTo>
                  <a:pt x="2651" y="49891"/>
                </a:moveTo>
                <a:cubicBezTo>
                  <a:pt x="3113" y="49891"/>
                  <a:pt x="3485" y="50274"/>
                  <a:pt x="3485" y="50736"/>
                </a:cubicBezTo>
                <a:cubicBezTo>
                  <a:pt x="3485" y="51204"/>
                  <a:pt x="3102" y="51575"/>
                  <a:pt x="2635" y="51575"/>
                </a:cubicBezTo>
                <a:cubicBezTo>
                  <a:pt x="2173" y="51575"/>
                  <a:pt x="1801" y="51193"/>
                  <a:pt x="1801" y="50725"/>
                </a:cubicBezTo>
                <a:cubicBezTo>
                  <a:pt x="1806" y="50263"/>
                  <a:pt x="2183" y="49891"/>
                  <a:pt x="2651" y="49891"/>
                </a:cubicBezTo>
                <a:close/>
                <a:moveTo>
                  <a:pt x="2678" y="54173"/>
                </a:moveTo>
                <a:cubicBezTo>
                  <a:pt x="2681" y="54173"/>
                  <a:pt x="2685" y="54173"/>
                  <a:pt x="2688" y="54173"/>
                </a:cubicBezTo>
                <a:cubicBezTo>
                  <a:pt x="3155" y="54173"/>
                  <a:pt x="3527" y="54555"/>
                  <a:pt x="3527" y="55023"/>
                </a:cubicBezTo>
                <a:cubicBezTo>
                  <a:pt x="3527" y="55485"/>
                  <a:pt x="3139" y="55857"/>
                  <a:pt x="2677" y="55857"/>
                </a:cubicBezTo>
                <a:cubicBezTo>
                  <a:pt x="2210" y="55857"/>
                  <a:pt x="1838" y="55474"/>
                  <a:pt x="1838" y="55007"/>
                </a:cubicBezTo>
                <a:cubicBezTo>
                  <a:pt x="1838" y="54548"/>
                  <a:pt x="2220" y="54173"/>
                  <a:pt x="2678" y="54173"/>
                </a:cubicBezTo>
                <a:close/>
                <a:moveTo>
                  <a:pt x="2725" y="58449"/>
                </a:moveTo>
                <a:cubicBezTo>
                  <a:pt x="3187" y="58449"/>
                  <a:pt x="3559" y="58832"/>
                  <a:pt x="3559" y="59299"/>
                </a:cubicBezTo>
                <a:cubicBezTo>
                  <a:pt x="3559" y="59761"/>
                  <a:pt x="3177" y="60133"/>
                  <a:pt x="2709" y="60133"/>
                </a:cubicBezTo>
                <a:cubicBezTo>
                  <a:pt x="2247" y="60133"/>
                  <a:pt x="1875" y="59751"/>
                  <a:pt x="1875" y="59283"/>
                </a:cubicBezTo>
                <a:cubicBezTo>
                  <a:pt x="1875" y="58821"/>
                  <a:pt x="2258" y="58449"/>
                  <a:pt x="2725" y="58449"/>
                </a:cubicBezTo>
                <a:close/>
                <a:moveTo>
                  <a:pt x="0" y="1"/>
                </a:moveTo>
                <a:lnTo>
                  <a:pt x="0" y="30189"/>
                </a:lnTo>
                <a:lnTo>
                  <a:pt x="0" y="32537"/>
                </a:lnTo>
                <a:lnTo>
                  <a:pt x="0" y="62725"/>
                </a:lnTo>
                <a:lnTo>
                  <a:pt x="118251" y="62725"/>
                </a:lnTo>
                <a:lnTo>
                  <a:pt x="118251" y="32537"/>
                </a:lnTo>
                <a:lnTo>
                  <a:pt x="118251" y="30189"/>
                </a:lnTo>
                <a:lnTo>
                  <a:pt x="118251" y="1"/>
                </a:lnTo>
                <a:close/>
              </a:path>
            </a:pathLst>
          </a:custGeom>
          <a:solidFill>
            <a:schemeClr val="l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algn="l" rtl="0">
              <a:lnSpc>
                <a:spcPct val="100000"/>
              </a:lnSpc>
              <a:spcBef>
                <a:spcPts val="0"/>
              </a:spcBef>
              <a:spcAft>
                <a:spcPts val="0"/>
              </a:spcAft>
              <a:buSzPts val="3500"/>
              <a:buNone/>
              <a:defRPr/>
            </a:lvl2pPr>
            <a:lvl3pPr lvl="2" algn="l" rtl="0">
              <a:lnSpc>
                <a:spcPct val="100000"/>
              </a:lnSpc>
              <a:spcBef>
                <a:spcPts val="0"/>
              </a:spcBef>
              <a:spcAft>
                <a:spcPts val="0"/>
              </a:spcAft>
              <a:buSzPts val="3500"/>
              <a:buNone/>
              <a:defRPr/>
            </a:lvl3pPr>
            <a:lvl4pPr lvl="3" algn="l" rtl="0">
              <a:lnSpc>
                <a:spcPct val="100000"/>
              </a:lnSpc>
              <a:spcBef>
                <a:spcPts val="0"/>
              </a:spcBef>
              <a:spcAft>
                <a:spcPts val="0"/>
              </a:spcAft>
              <a:buSzPts val="3500"/>
              <a:buNone/>
              <a:defRPr/>
            </a:lvl4pPr>
            <a:lvl5pPr lvl="4" algn="l" rtl="0">
              <a:lnSpc>
                <a:spcPct val="100000"/>
              </a:lnSpc>
              <a:spcBef>
                <a:spcPts val="0"/>
              </a:spcBef>
              <a:spcAft>
                <a:spcPts val="0"/>
              </a:spcAft>
              <a:buSzPts val="3500"/>
              <a:buNone/>
              <a:defRPr/>
            </a:lvl5pPr>
            <a:lvl6pPr lvl="5" algn="l" rtl="0">
              <a:lnSpc>
                <a:spcPct val="100000"/>
              </a:lnSpc>
              <a:spcBef>
                <a:spcPts val="0"/>
              </a:spcBef>
              <a:spcAft>
                <a:spcPts val="0"/>
              </a:spcAft>
              <a:buSzPts val="3500"/>
              <a:buNone/>
              <a:defRPr/>
            </a:lvl6pPr>
            <a:lvl7pPr lvl="6" algn="l" rtl="0">
              <a:lnSpc>
                <a:spcPct val="100000"/>
              </a:lnSpc>
              <a:spcBef>
                <a:spcPts val="0"/>
              </a:spcBef>
              <a:spcAft>
                <a:spcPts val="0"/>
              </a:spcAft>
              <a:buSzPts val="3500"/>
              <a:buNone/>
              <a:defRPr/>
            </a:lvl7pPr>
            <a:lvl8pPr lvl="7" algn="l" rtl="0">
              <a:lnSpc>
                <a:spcPct val="100000"/>
              </a:lnSpc>
              <a:spcBef>
                <a:spcPts val="0"/>
              </a:spcBef>
              <a:spcAft>
                <a:spcPts val="0"/>
              </a:spcAft>
              <a:buSzPts val="3500"/>
              <a:buNone/>
              <a:defRPr/>
            </a:lvl8pPr>
            <a:lvl9pPr lvl="8" algn="l" rtl="0">
              <a:lnSpc>
                <a:spcPct val="100000"/>
              </a:lnSpc>
              <a:spcBef>
                <a:spcPts val="0"/>
              </a:spcBef>
              <a:spcAft>
                <a:spcPts val="0"/>
              </a:spcAft>
              <a:buSzPts val="3500"/>
              <a:buNone/>
              <a:defRPr/>
            </a:lvl9pPr>
          </a:lstStyle>
          <a:p>
            <a:endParaRPr/>
          </a:p>
        </p:txBody>
      </p:sp>
      <p:sp>
        <p:nvSpPr>
          <p:cNvPr id="23" name="Google Shape;23;p4"/>
          <p:cNvSpPr txBox="1">
            <a:spLocks noGrp="1"/>
          </p:cNvSpPr>
          <p:nvPr>
            <p:ph type="body" idx="1"/>
          </p:nvPr>
        </p:nvSpPr>
        <p:spPr>
          <a:xfrm>
            <a:off x="720000" y="1152475"/>
            <a:ext cx="7704000" cy="380100"/>
          </a:xfrm>
          <a:prstGeom prst="rect">
            <a:avLst/>
          </a:prstGeom>
          <a:noFill/>
          <a:ln>
            <a:noFill/>
          </a:ln>
        </p:spPr>
        <p:txBody>
          <a:bodyPr spcFirstLastPara="1" wrap="square" lIns="91425" tIns="91425" rIns="91425" bIns="91425" anchor="t" anchorCtr="0">
            <a:noAutofit/>
          </a:bodyPr>
          <a:lstStyle>
            <a:lvl1pPr marL="457200" lvl="0" indent="-317500" algn="ctr" rtl="0">
              <a:spcBef>
                <a:spcPts val="0"/>
              </a:spcBef>
              <a:spcAft>
                <a:spcPts val="0"/>
              </a:spcAft>
              <a:buSzPts val="1400"/>
              <a:buChar char="●"/>
              <a:defRPr sz="1400"/>
            </a:lvl1pPr>
            <a:lvl2pPr marL="914400" lvl="1" indent="-317500" algn="l" rtl="0">
              <a:lnSpc>
                <a:spcPct val="115000"/>
              </a:lnSpc>
              <a:spcBef>
                <a:spcPts val="0"/>
              </a:spcBef>
              <a:spcAft>
                <a:spcPts val="0"/>
              </a:spcAft>
              <a:buSzPts val="1400"/>
              <a:buChar char="○"/>
              <a:defRPr/>
            </a:lvl2pPr>
            <a:lvl3pPr marL="1371600" lvl="2" indent="-317500" algn="l" rtl="0">
              <a:lnSpc>
                <a:spcPct val="115000"/>
              </a:lnSpc>
              <a:spcBef>
                <a:spcPts val="0"/>
              </a:spcBef>
              <a:spcAft>
                <a:spcPts val="0"/>
              </a:spcAft>
              <a:buSzPts val="1400"/>
              <a:buChar char="■"/>
              <a:defRPr/>
            </a:lvl3pPr>
            <a:lvl4pPr marL="1828800" lvl="3" indent="-317500" algn="l" rtl="0">
              <a:lnSpc>
                <a:spcPct val="115000"/>
              </a:lnSpc>
              <a:spcBef>
                <a:spcPts val="0"/>
              </a:spcBef>
              <a:spcAft>
                <a:spcPts val="0"/>
              </a:spcAft>
              <a:buSzPts val="1400"/>
              <a:buChar char="●"/>
              <a:defRPr/>
            </a:lvl4pPr>
            <a:lvl5pPr marL="2286000" lvl="4" indent="-317500" algn="l" rtl="0">
              <a:lnSpc>
                <a:spcPct val="115000"/>
              </a:lnSpc>
              <a:spcBef>
                <a:spcPts val="0"/>
              </a:spcBef>
              <a:spcAft>
                <a:spcPts val="0"/>
              </a:spcAft>
              <a:buSzPts val="1400"/>
              <a:buChar char="○"/>
              <a:defRPr/>
            </a:lvl5pPr>
            <a:lvl6pPr marL="2743200" lvl="5" indent="-317500" algn="l" rtl="0">
              <a:lnSpc>
                <a:spcPct val="115000"/>
              </a:lnSpc>
              <a:spcBef>
                <a:spcPts val="0"/>
              </a:spcBef>
              <a:spcAft>
                <a:spcPts val="0"/>
              </a:spcAft>
              <a:buSzPts val="1400"/>
              <a:buChar char="■"/>
              <a:defRPr/>
            </a:lvl6pPr>
            <a:lvl7pPr marL="3200400" lvl="6" indent="-317500" algn="l" rtl="0">
              <a:lnSpc>
                <a:spcPct val="115000"/>
              </a:lnSpc>
              <a:spcBef>
                <a:spcPts val="0"/>
              </a:spcBef>
              <a:spcAft>
                <a:spcPts val="0"/>
              </a:spcAft>
              <a:buSzPts val="1400"/>
              <a:buChar char="●"/>
              <a:defRPr/>
            </a:lvl7pPr>
            <a:lvl8pPr marL="3657600" lvl="7" indent="-317500" algn="l" rtl="0">
              <a:lnSpc>
                <a:spcPct val="115000"/>
              </a:lnSpc>
              <a:spcBef>
                <a:spcPts val="0"/>
              </a:spcBef>
              <a:spcAft>
                <a:spcPts val="0"/>
              </a:spcAft>
              <a:buSzPts val="1400"/>
              <a:buChar char="○"/>
              <a:defRPr/>
            </a:lvl8pPr>
            <a:lvl9pPr marL="4114800" lvl="8" indent="-317500" algn="l" rtl="0">
              <a:lnSpc>
                <a:spcPct val="115000"/>
              </a:lnSpc>
              <a:spcBef>
                <a:spcPts val="0"/>
              </a:spcBef>
              <a:spcAft>
                <a:spcPts val="0"/>
              </a:spcAft>
              <a:buSzPts val="1400"/>
              <a:buChar char="■"/>
              <a:defRPr/>
            </a:lvl9pPr>
          </a:lstStyle>
          <a:p>
            <a:endParaRPr/>
          </a:p>
        </p:txBody>
      </p:sp>
      <p:sp>
        <p:nvSpPr>
          <p:cNvPr id="24" name="Google Shape;24;p4"/>
          <p:cNvSpPr/>
          <p:nvPr/>
        </p:nvSpPr>
        <p:spPr>
          <a:xfrm>
            <a:off x="8287163" y="4272338"/>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dk1"/>
        </a:solidFill>
        <a:effectLst/>
      </p:bgPr>
    </p:bg>
    <p:spTree>
      <p:nvGrpSpPr>
        <p:cNvPr id="1" name="Shape 25"/>
        <p:cNvGrpSpPr/>
        <p:nvPr/>
      </p:nvGrpSpPr>
      <p:grpSpPr>
        <a:xfrm>
          <a:off x="0" y="0"/>
          <a:ext cx="0" cy="0"/>
          <a:chOff x="0" y="0"/>
          <a:chExt cx="0" cy="0"/>
        </a:xfrm>
      </p:grpSpPr>
      <p:sp>
        <p:nvSpPr>
          <p:cNvPr id="26" name="Google Shape;26;p5"/>
          <p:cNvSpPr/>
          <p:nvPr/>
        </p:nvSpPr>
        <p:spPr>
          <a:xfrm>
            <a:off x="-161559" y="-1507575"/>
            <a:ext cx="9467118" cy="7256708"/>
          </a:xfrm>
          <a:custGeom>
            <a:avLst/>
            <a:gdLst/>
            <a:ahLst/>
            <a:cxnLst/>
            <a:rect l="l" t="t" r="r" b="b"/>
            <a:pathLst>
              <a:path w="129487" h="99254" extrusionOk="0">
                <a:moveTo>
                  <a:pt x="56002" y="25805"/>
                </a:moveTo>
                <a:cubicBezTo>
                  <a:pt x="56006" y="25805"/>
                  <a:pt x="56005" y="25909"/>
                  <a:pt x="55990" y="26019"/>
                </a:cubicBezTo>
                <a:cubicBezTo>
                  <a:pt x="55994" y="25863"/>
                  <a:pt x="56000" y="25805"/>
                  <a:pt x="56002" y="25805"/>
                </a:cubicBezTo>
                <a:close/>
                <a:moveTo>
                  <a:pt x="129487" y="0"/>
                </a:moveTo>
                <a:cubicBezTo>
                  <a:pt x="124318" y="4664"/>
                  <a:pt x="119091" y="9270"/>
                  <a:pt x="113774" y="13775"/>
                </a:cubicBezTo>
                <a:cubicBezTo>
                  <a:pt x="105593" y="20707"/>
                  <a:pt x="97206" y="27405"/>
                  <a:pt x="88531" y="33721"/>
                </a:cubicBezTo>
                <a:cubicBezTo>
                  <a:pt x="87591" y="34407"/>
                  <a:pt x="86640" y="35246"/>
                  <a:pt x="85631" y="35846"/>
                </a:cubicBezTo>
                <a:cubicBezTo>
                  <a:pt x="85679" y="35818"/>
                  <a:pt x="85711" y="35801"/>
                  <a:pt x="85714" y="35801"/>
                </a:cubicBezTo>
                <a:lnTo>
                  <a:pt x="85714" y="35801"/>
                </a:lnTo>
                <a:cubicBezTo>
                  <a:pt x="85718" y="35801"/>
                  <a:pt x="85636" y="35849"/>
                  <a:pt x="85397" y="35979"/>
                </a:cubicBezTo>
                <a:cubicBezTo>
                  <a:pt x="85344" y="36011"/>
                  <a:pt x="85291" y="36053"/>
                  <a:pt x="85254" y="36080"/>
                </a:cubicBezTo>
                <a:cubicBezTo>
                  <a:pt x="85046" y="36245"/>
                  <a:pt x="84834" y="36409"/>
                  <a:pt x="84627" y="36574"/>
                </a:cubicBezTo>
                <a:cubicBezTo>
                  <a:pt x="83554" y="37445"/>
                  <a:pt x="82475" y="38322"/>
                  <a:pt x="81381" y="39177"/>
                </a:cubicBezTo>
                <a:cubicBezTo>
                  <a:pt x="78566" y="41381"/>
                  <a:pt x="75692" y="43559"/>
                  <a:pt x="72563" y="45312"/>
                </a:cubicBezTo>
                <a:cubicBezTo>
                  <a:pt x="69876" y="46823"/>
                  <a:pt x="66711" y="48301"/>
                  <a:pt x="63543" y="48301"/>
                </a:cubicBezTo>
                <a:cubicBezTo>
                  <a:pt x="63336" y="48301"/>
                  <a:pt x="63129" y="48295"/>
                  <a:pt x="62922" y="48282"/>
                </a:cubicBezTo>
                <a:cubicBezTo>
                  <a:pt x="58911" y="48037"/>
                  <a:pt x="55655" y="45201"/>
                  <a:pt x="54561" y="41365"/>
                </a:cubicBezTo>
                <a:cubicBezTo>
                  <a:pt x="53472" y="37551"/>
                  <a:pt x="54295" y="33371"/>
                  <a:pt x="55161" y="29599"/>
                </a:cubicBezTo>
                <a:cubicBezTo>
                  <a:pt x="55347" y="28781"/>
                  <a:pt x="55543" y="27968"/>
                  <a:pt x="55735" y="27156"/>
                </a:cubicBezTo>
                <a:cubicBezTo>
                  <a:pt x="55814" y="26816"/>
                  <a:pt x="55883" y="26465"/>
                  <a:pt x="55968" y="26125"/>
                </a:cubicBezTo>
                <a:cubicBezTo>
                  <a:pt x="55974" y="26093"/>
                  <a:pt x="55984" y="26051"/>
                  <a:pt x="55990" y="26019"/>
                </a:cubicBezTo>
                <a:lnTo>
                  <a:pt x="55990" y="26019"/>
                </a:lnTo>
                <a:cubicBezTo>
                  <a:pt x="55990" y="26083"/>
                  <a:pt x="55984" y="26162"/>
                  <a:pt x="55984" y="26263"/>
                </a:cubicBezTo>
                <a:cubicBezTo>
                  <a:pt x="55990" y="26051"/>
                  <a:pt x="56037" y="25812"/>
                  <a:pt x="56064" y="25599"/>
                </a:cubicBezTo>
                <a:cubicBezTo>
                  <a:pt x="56282" y="23628"/>
                  <a:pt x="56319" y="21684"/>
                  <a:pt x="56170" y="19703"/>
                </a:cubicBezTo>
                <a:lnTo>
                  <a:pt x="56170" y="19698"/>
                </a:lnTo>
                <a:cubicBezTo>
                  <a:pt x="56149" y="19570"/>
                  <a:pt x="56128" y="19443"/>
                  <a:pt x="56101" y="19320"/>
                </a:cubicBezTo>
                <a:cubicBezTo>
                  <a:pt x="56037" y="18980"/>
                  <a:pt x="55963" y="18646"/>
                  <a:pt x="55867" y="18316"/>
                </a:cubicBezTo>
                <a:cubicBezTo>
                  <a:pt x="55798" y="18056"/>
                  <a:pt x="55697" y="17806"/>
                  <a:pt x="55618" y="17546"/>
                </a:cubicBezTo>
                <a:cubicBezTo>
                  <a:pt x="55575" y="17466"/>
                  <a:pt x="55538" y="17382"/>
                  <a:pt x="55496" y="17302"/>
                </a:cubicBezTo>
                <a:cubicBezTo>
                  <a:pt x="55384" y="17089"/>
                  <a:pt x="55108" y="16802"/>
                  <a:pt x="55007" y="16569"/>
                </a:cubicBezTo>
                <a:lnTo>
                  <a:pt x="54986" y="16548"/>
                </a:lnTo>
                <a:cubicBezTo>
                  <a:pt x="54975" y="16537"/>
                  <a:pt x="54959" y="16532"/>
                  <a:pt x="54948" y="16516"/>
                </a:cubicBezTo>
                <a:cubicBezTo>
                  <a:pt x="54946" y="16519"/>
                  <a:pt x="54941" y="16521"/>
                  <a:pt x="54934" y="16521"/>
                </a:cubicBezTo>
                <a:cubicBezTo>
                  <a:pt x="54889" y="16521"/>
                  <a:pt x="54760" y="16441"/>
                  <a:pt x="54577" y="16202"/>
                </a:cubicBezTo>
                <a:cubicBezTo>
                  <a:pt x="54550" y="16186"/>
                  <a:pt x="54524" y="16170"/>
                  <a:pt x="54497" y="16149"/>
                </a:cubicBezTo>
                <a:cubicBezTo>
                  <a:pt x="54401" y="16096"/>
                  <a:pt x="54295" y="16053"/>
                  <a:pt x="54189" y="16000"/>
                </a:cubicBezTo>
                <a:cubicBezTo>
                  <a:pt x="54029" y="15947"/>
                  <a:pt x="53865" y="15894"/>
                  <a:pt x="53700" y="15846"/>
                </a:cubicBezTo>
                <a:cubicBezTo>
                  <a:pt x="53525" y="15799"/>
                  <a:pt x="53328" y="15788"/>
                  <a:pt x="53142" y="15751"/>
                </a:cubicBezTo>
                <a:cubicBezTo>
                  <a:pt x="53095" y="15745"/>
                  <a:pt x="53047" y="15745"/>
                  <a:pt x="52999" y="15740"/>
                </a:cubicBezTo>
                <a:cubicBezTo>
                  <a:pt x="52887" y="15735"/>
                  <a:pt x="52776" y="15733"/>
                  <a:pt x="52665" y="15733"/>
                </a:cubicBezTo>
                <a:cubicBezTo>
                  <a:pt x="52190" y="15733"/>
                  <a:pt x="51720" y="15773"/>
                  <a:pt x="51246" y="15799"/>
                </a:cubicBezTo>
                <a:cubicBezTo>
                  <a:pt x="51177" y="15814"/>
                  <a:pt x="51108" y="15820"/>
                  <a:pt x="51034" y="15830"/>
                </a:cubicBezTo>
                <a:cubicBezTo>
                  <a:pt x="50715" y="15894"/>
                  <a:pt x="50396" y="15953"/>
                  <a:pt x="50088" y="16027"/>
                </a:cubicBezTo>
                <a:cubicBezTo>
                  <a:pt x="48696" y="16346"/>
                  <a:pt x="47342" y="16802"/>
                  <a:pt x="46024" y="17328"/>
                </a:cubicBezTo>
                <a:cubicBezTo>
                  <a:pt x="45947" y="17357"/>
                  <a:pt x="45399" y="17569"/>
                  <a:pt x="45407" y="17569"/>
                </a:cubicBezTo>
                <a:cubicBezTo>
                  <a:pt x="45409" y="17569"/>
                  <a:pt x="45464" y="17549"/>
                  <a:pt x="45599" y="17498"/>
                </a:cubicBezTo>
                <a:cubicBezTo>
                  <a:pt x="45755" y="17439"/>
                  <a:pt x="45815" y="17417"/>
                  <a:pt x="45818" y="17417"/>
                </a:cubicBezTo>
                <a:lnTo>
                  <a:pt x="45818" y="17417"/>
                </a:lnTo>
                <a:cubicBezTo>
                  <a:pt x="45827" y="17417"/>
                  <a:pt x="45427" y="17576"/>
                  <a:pt x="45376" y="17599"/>
                </a:cubicBezTo>
                <a:cubicBezTo>
                  <a:pt x="45015" y="17759"/>
                  <a:pt x="44648" y="17923"/>
                  <a:pt x="44282" y="18099"/>
                </a:cubicBezTo>
                <a:cubicBezTo>
                  <a:pt x="43570" y="18428"/>
                  <a:pt x="42869" y="18779"/>
                  <a:pt x="42173" y="19140"/>
                </a:cubicBezTo>
                <a:cubicBezTo>
                  <a:pt x="38694" y="20941"/>
                  <a:pt x="35379" y="23002"/>
                  <a:pt x="32202" y="25296"/>
                </a:cubicBezTo>
                <a:cubicBezTo>
                  <a:pt x="31103" y="26093"/>
                  <a:pt x="30008" y="26917"/>
                  <a:pt x="28925" y="27740"/>
                </a:cubicBezTo>
                <a:cubicBezTo>
                  <a:pt x="28904" y="27756"/>
                  <a:pt x="28734" y="27883"/>
                  <a:pt x="28659" y="27942"/>
                </a:cubicBezTo>
                <a:lnTo>
                  <a:pt x="28022" y="28441"/>
                </a:lnTo>
                <a:cubicBezTo>
                  <a:pt x="27528" y="28829"/>
                  <a:pt x="27039" y="29211"/>
                  <a:pt x="26556" y="29605"/>
                </a:cubicBezTo>
                <a:cubicBezTo>
                  <a:pt x="24548" y="31209"/>
                  <a:pt x="22577" y="32850"/>
                  <a:pt x="20622" y="34529"/>
                </a:cubicBezTo>
                <a:cubicBezTo>
                  <a:pt x="16739" y="37870"/>
                  <a:pt x="12957" y="41323"/>
                  <a:pt x="9217" y="44824"/>
                </a:cubicBezTo>
                <a:cubicBezTo>
                  <a:pt x="6131" y="47729"/>
                  <a:pt x="3071" y="50646"/>
                  <a:pt x="1" y="53546"/>
                </a:cubicBezTo>
                <a:lnTo>
                  <a:pt x="1" y="98189"/>
                </a:lnTo>
                <a:cubicBezTo>
                  <a:pt x="5308" y="93774"/>
                  <a:pt x="10747" y="89530"/>
                  <a:pt x="16484" y="85684"/>
                </a:cubicBezTo>
                <a:cubicBezTo>
                  <a:pt x="21573" y="82274"/>
                  <a:pt x="26890" y="79416"/>
                  <a:pt x="32394" y="76717"/>
                </a:cubicBezTo>
                <a:cubicBezTo>
                  <a:pt x="35836" y="75023"/>
                  <a:pt x="39198" y="73254"/>
                  <a:pt x="42901" y="72165"/>
                </a:cubicBezTo>
                <a:cubicBezTo>
                  <a:pt x="44777" y="71614"/>
                  <a:pt x="46911" y="71173"/>
                  <a:pt x="48992" y="71173"/>
                </a:cubicBezTo>
                <a:cubicBezTo>
                  <a:pt x="51525" y="71173"/>
                  <a:pt x="53981" y="71825"/>
                  <a:pt x="55804" y="73726"/>
                </a:cubicBezTo>
                <a:cubicBezTo>
                  <a:pt x="59150" y="77232"/>
                  <a:pt x="58029" y="82305"/>
                  <a:pt x="56919" y="86518"/>
                </a:cubicBezTo>
                <a:cubicBezTo>
                  <a:pt x="56393" y="88499"/>
                  <a:pt x="55777" y="90465"/>
                  <a:pt x="55347" y="92473"/>
                </a:cubicBezTo>
                <a:cubicBezTo>
                  <a:pt x="55294" y="92712"/>
                  <a:pt x="55246" y="92956"/>
                  <a:pt x="55198" y="93200"/>
                </a:cubicBezTo>
                <a:cubicBezTo>
                  <a:pt x="55193" y="93227"/>
                  <a:pt x="55188" y="93270"/>
                  <a:pt x="55182" y="93317"/>
                </a:cubicBezTo>
                <a:cubicBezTo>
                  <a:pt x="55166" y="93413"/>
                  <a:pt x="55156" y="93530"/>
                  <a:pt x="55156" y="93583"/>
                </a:cubicBezTo>
                <a:cubicBezTo>
                  <a:pt x="55140" y="93748"/>
                  <a:pt x="55134" y="93918"/>
                  <a:pt x="55134" y="94088"/>
                </a:cubicBezTo>
                <a:cubicBezTo>
                  <a:pt x="55134" y="94444"/>
                  <a:pt x="55188" y="94794"/>
                  <a:pt x="55219" y="95155"/>
                </a:cubicBezTo>
                <a:cubicBezTo>
                  <a:pt x="55251" y="95325"/>
                  <a:pt x="55278" y="95501"/>
                  <a:pt x="55315" y="95671"/>
                </a:cubicBezTo>
                <a:cubicBezTo>
                  <a:pt x="55437" y="96287"/>
                  <a:pt x="55756" y="96919"/>
                  <a:pt x="55873" y="97535"/>
                </a:cubicBezTo>
                <a:cubicBezTo>
                  <a:pt x="55910" y="97625"/>
                  <a:pt x="55958" y="97705"/>
                  <a:pt x="56006" y="97785"/>
                </a:cubicBezTo>
                <a:cubicBezTo>
                  <a:pt x="56112" y="97971"/>
                  <a:pt x="56245" y="98141"/>
                  <a:pt x="56356" y="98327"/>
                </a:cubicBezTo>
                <a:cubicBezTo>
                  <a:pt x="56404" y="98380"/>
                  <a:pt x="56446" y="98433"/>
                  <a:pt x="56500" y="98486"/>
                </a:cubicBezTo>
                <a:cubicBezTo>
                  <a:pt x="56537" y="98523"/>
                  <a:pt x="56569" y="98555"/>
                  <a:pt x="56601" y="98582"/>
                </a:cubicBezTo>
                <a:cubicBezTo>
                  <a:pt x="56781" y="98693"/>
                  <a:pt x="56956" y="98853"/>
                  <a:pt x="57137" y="98948"/>
                </a:cubicBezTo>
                <a:cubicBezTo>
                  <a:pt x="57158" y="98953"/>
                  <a:pt x="57180" y="98964"/>
                  <a:pt x="57190" y="98975"/>
                </a:cubicBezTo>
                <a:cubicBezTo>
                  <a:pt x="57403" y="99033"/>
                  <a:pt x="57610" y="99113"/>
                  <a:pt x="57822" y="99166"/>
                </a:cubicBezTo>
                <a:cubicBezTo>
                  <a:pt x="57875" y="99177"/>
                  <a:pt x="57971" y="99198"/>
                  <a:pt x="58067" y="99214"/>
                </a:cubicBezTo>
                <a:cubicBezTo>
                  <a:pt x="58247" y="99224"/>
                  <a:pt x="58508" y="99251"/>
                  <a:pt x="58614" y="99251"/>
                </a:cubicBezTo>
                <a:cubicBezTo>
                  <a:pt x="58688" y="99252"/>
                  <a:pt x="58762" y="99253"/>
                  <a:pt x="58836" y="99253"/>
                </a:cubicBezTo>
                <a:cubicBezTo>
                  <a:pt x="59038" y="99253"/>
                  <a:pt x="59240" y="99248"/>
                  <a:pt x="59442" y="99240"/>
                </a:cubicBezTo>
                <a:cubicBezTo>
                  <a:pt x="59570" y="99230"/>
                  <a:pt x="59947" y="99192"/>
                  <a:pt x="60133" y="99171"/>
                </a:cubicBezTo>
                <a:cubicBezTo>
                  <a:pt x="60271" y="99150"/>
                  <a:pt x="60404" y="99123"/>
                  <a:pt x="60473" y="99113"/>
                </a:cubicBezTo>
                <a:cubicBezTo>
                  <a:pt x="61158" y="98980"/>
                  <a:pt x="61833" y="98805"/>
                  <a:pt x="62502" y="98603"/>
                </a:cubicBezTo>
                <a:cubicBezTo>
                  <a:pt x="63193" y="98396"/>
                  <a:pt x="63878" y="98157"/>
                  <a:pt x="64558" y="97891"/>
                </a:cubicBezTo>
                <a:cubicBezTo>
                  <a:pt x="64733" y="97822"/>
                  <a:pt x="64914" y="97753"/>
                  <a:pt x="65089" y="97679"/>
                </a:cubicBezTo>
                <a:cubicBezTo>
                  <a:pt x="65387" y="97546"/>
                  <a:pt x="65689" y="97413"/>
                  <a:pt x="65998" y="97275"/>
                </a:cubicBezTo>
                <a:cubicBezTo>
                  <a:pt x="67522" y="96568"/>
                  <a:pt x="69009" y="95777"/>
                  <a:pt x="70470" y="94938"/>
                </a:cubicBezTo>
                <a:cubicBezTo>
                  <a:pt x="73514" y="93190"/>
                  <a:pt x="76430" y="91235"/>
                  <a:pt x="79272" y="89185"/>
                </a:cubicBezTo>
                <a:cubicBezTo>
                  <a:pt x="80600" y="88228"/>
                  <a:pt x="81907" y="87240"/>
                  <a:pt x="83214" y="86242"/>
                </a:cubicBezTo>
                <a:lnTo>
                  <a:pt x="83655" y="85907"/>
                </a:lnTo>
                <a:cubicBezTo>
                  <a:pt x="83963" y="85657"/>
                  <a:pt x="84271" y="85418"/>
                  <a:pt x="84584" y="85174"/>
                </a:cubicBezTo>
                <a:cubicBezTo>
                  <a:pt x="85142" y="84728"/>
                  <a:pt x="85705" y="84287"/>
                  <a:pt x="86258" y="83835"/>
                </a:cubicBezTo>
                <a:cubicBezTo>
                  <a:pt x="92781" y="78539"/>
                  <a:pt x="99129" y="73009"/>
                  <a:pt x="105413" y="67432"/>
                </a:cubicBezTo>
                <a:cubicBezTo>
                  <a:pt x="113540" y="60207"/>
                  <a:pt x="121514" y="52818"/>
                  <a:pt x="129487" y="45429"/>
                </a:cubicBezTo>
                <a:lnTo>
                  <a:pt x="129487" y="0"/>
                </a:lnTo>
                <a:close/>
              </a:path>
            </a:pathLst>
          </a:custGeom>
          <a:solidFill>
            <a:srgbClr val="FFFFFF">
              <a:alpha val="12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5"/>
          <p:cNvSpPr/>
          <p:nvPr/>
        </p:nvSpPr>
        <p:spPr>
          <a:xfrm>
            <a:off x="217167" y="278723"/>
            <a:ext cx="8645699" cy="4586055"/>
          </a:xfrm>
          <a:custGeom>
            <a:avLst/>
            <a:gdLst/>
            <a:ahLst/>
            <a:cxnLst/>
            <a:rect l="l" t="t" r="r" b="b"/>
            <a:pathLst>
              <a:path w="118252" h="62726" extrusionOk="0">
                <a:moveTo>
                  <a:pt x="2503" y="2598"/>
                </a:moveTo>
                <a:cubicBezTo>
                  <a:pt x="2506" y="2598"/>
                  <a:pt x="2509" y="2598"/>
                  <a:pt x="2513" y="2598"/>
                </a:cubicBezTo>
                <a:cubicBezTo>
                  <a:pt x="2975" y="2598"/>
                  <a:pt x="3347" y="2986"/>
                  <a:pt x="3347" y="3448"/>
                </a:cubicBezTo>
                <a:cubicBezTo>
                  <a:pt x="3347" y="3916"/>
                  <a:pt x="2964" y="4287"/>
                  <a:pt x="2497" y="4287"/>
                </a:cubicBezTo>
                <a:cubicBezTo>
                  <a:pt x="2035" y="4287"/>
                  <a:pt x="1663" y="3900"/>
                  <a:pt x="1663" y="3437"/>
                </a:cubicBezTo>
                <a:cubicBezTo>
                  <a:pt x="1668" y="2973"/>
                  <a:pt x="2040" y="2598"/>
                  <a:pt x="2503" y="2598"/>
                </a:cubicBezTo>
                <a:close/>
                <a:moveTo>
                  <a:pt x="2544" y="6874"/>
                </a:moveTo>
                <a:cubicBezTo>
                  <a:pt x="3007" y="6874"/>
                  <a:pt x="3378" y="7257"/>
                  <a:pt x="3378" y="7724"/>
                </a:cubicBezTo>
                <a:cubicBezTo>
                  <a:pt x="3378" y="8192"/>
                  <a:pt x="3001" y="8558"/>
                  <a:pt x="2529" y="8558"/>
                </a:cubicBezTo>
                <a:cubicBezTo>
                  <a:pt x="2066" y="8558"/>
                  <a:pt x="1695" y="8176"/>
                  <a:pt x="1695" y="7708"/>
                </a:cubicBezTo>
                <a:cubicBezTo>
                  <a:pt x="1695" y="7246"/>
                  <a:pt x="2077" y="6874"/>
                  <a:pt x="2544" y="6874"/>
                </a:cubicBezTo>
                <a:close/>
                <a:moveTo>
                  <a:pt x="2582" y="11151"/>
                </a:moveTo>
                <a:cubicBezTo>
                  <a:pt x="3049" y="11151"/>
                  <a:pt x="3421" y="11538"/>
                  <a:pt x="3421" y="12001"/>
                </a:cubicBezTo>
                <a:cubicBezTo>
                  <a:pt x="3416" y="12468"/>
                  <a:pt x="3033" y="12840"/>
                  <a:pt x="2571" y="12840"/>
                </a:cubicBezTo>
                <a:cubicBezTo>
                  <a:pt x="2104" y="12840"/>
                  <a:pt x="1732" y="12452"/>
                  <a:pt x="1732" y="11990"/>
                </a:cubicBezTo>
                <a:cubicBezTo>
                  <a:pt x="1732" y="11522"/>
                  <a:pt x="2120" y="11151"/>
                  <a:pt x="2582" y="11151"/>
                </a:cubicBezTo>
                <a:close/>
                <a:moveTo>
                  <a:pt x="2619" y="15427"/>
                </a:moveTo>
                <a:cubicBezTo>
                  <a:pt x="3081" y="15427"/>
                  <a:pt x="3453" y="15815"/>
                  <a:pt x="3453" y="16277"/>
                </a:cubicBezTo>
                <a:cubicBezTo>
                  <a:pt x="3448" y="16741"/>
                  <a:pt x="3076" y="17116"/>
                  <a:pt x="2613" y="17116"/>
                </a:cubicBezTo>
                <a:cubicBezTo>
                  <a:pt x="2609" y="17116"/>
                  <a:pt x="2606" y="17116"/>
                  <a:pt x="2603" y="17116"/>
                </a:cubicBezTo>
                <a:cubicBezTo>
                  <a:pt x="2141" y="17116"/>
                  <a:pt x="1764" y="16728"/>
                  <a:pt x="1764" y="16266"/>
                </a:cubicBezTo>
                <a:cubicBezTo>
                  <a:pt x="1764" y="15799"/>
                  <a:pt x="2151" y="15427"/>
                  <a:pt x="2619" y="15427"/>
                </a:cubicBezTo>
                <a:close/>
                <a:moveTo>
                  <a:pt x="2656" y="19703"/>
                </a:moveTo>
                <a:cubicBezTo>
                  <a:pt x="3124" y="19703"/>
                  <a:pt x="3495" y="20091"/>
                  <a:pt x="3495" y="20553"/>
                </a:cubicBezTo>
                <a:cubicBezTo>
                  <a:pt x="3485" y="21017"/>
                  <a:pt x="3113" y="21392"/>
                  <a:pt x="2655" y="21392"/>
                </a:cubicBezTo>
                <a:cubicBezTo>
                  <a:pt x="2652" y="21392"/>
                  <a:pt x="2649" y="21392"/>
                  <a:pt x="2645" y="21392"/>
                </a:cubicBezTo>
                <a:cubicBezTo>
                  <a:pt x="2178" y="21392"/>
                  <a:pt x="1806" y="21004"/>
                  <a:pt x="1806" y="20542"/>
                </a:cubicBezTo>
                <a:cubicBezTo>
                  <a:pt x="1806" y="20075"/>
                  <a:pt x="2194" y="19703"/>
                  <a:pt x="2656" y="19703"/>
                </a:cubicBezTo>
                <a:close/>
                <a:moveTo>
                  <a:pt x="2688" y="23985"/>
                </a:moveTo>
                <a:cubicBezTo>
                  <a:pt x="3155" y="23985"/>
                  <a:pt x="3527" y="24372"/>
                  <a:pt x="3527" y="24834"/>
                </a:cubicBezTo>
                <a:cubicBezTo>
                  <a:pt x="3522" y="25302"/>
                  <a:pt x="3139" y="25674"/>
                  <a:pt x="2677" y="25674"/>
                </a:cubicBezTo>
                <a:cubicBezTo>
                  <a:pt x="2210" y="25674"/>
                  <a:pt x="1838" y="25286"/>
                  <a:pt x="1838" y="24824"/>
                </a:cubicBezTo>
                <a:cubicBezTo>
                  <a:pt x="1838" y="24356"/>
                  <a:pt x="2226" y="23985"/>
                  <a:pt x="2688" y="23985"/>
                </a:cubicBezTo>
                <a:close/>
                <a:moveTo>
                  <a:pt x="2720" y="28261"/>
                </a:moveTo>
                <a:cubicBezTo>
                  <a:pt x="3187" y="28271"/>
                  <a:pt x="3564" y="28649"/>
                  <a:pt x="3559" y="29111"/>
                </a:cubicBezTo>
                <a:cubicBezTo>
                  <a:pt x="3559" y="29578"/>
                  <a:pt x="3171" y="29950"/>
                  <a:pt x="2709" y="29950"/>
                </a:cubicBezTo>
                <a:cubicBezTo>
                  <a:pt x="2242" y="29950"/>
                  <a:pt x="1870" y="29562"/>
                  <a:pt x="1870" y="29100"/>
                </a:cubicBezTo>
                <a:cubicBezTo>
                  <a:pt x="1870" y="28633"/>
                  <a:pt x="2258" y="28261"/>
                  <a:pt x="2720" y="28261"/>
                </a:cubicBezTo>
                <a:close/>
                <a:moveTo>
                  <a:pt x="2493" y="32786"/>
                </a:moveTo>
                <a:cubicBezTo>
                  <a:pt x="2500" y="32786"/>
                  <a:pt x="2506" y="32786"/>
                  <a:pt x="2513" y="32787"/>
                </a:cubicBezTo>
                <a:cubicBezTo>
                  <a:pt x="2975" y="32787"/>
                  <a:pt x="3347" y="33169"/>
                  <a:pt x="3347" y="33637"/>
                </a:cubicBezTo>
                <a:cubicBezTo>
                  <a:pt x="3347" y="34099"/>
                  <a:pt x="2964" y="34471"/>
                  <a:pt x="2497" y="34471"/>
                </a:cubicBezTo>
                <a:cubicBezTo>
                  <a:pt x="2035" y="34471"/>
                  <a:pt x="1663" y="34088"/>
                  <a:pt x="1663" y="33621"/>
                </a:cubicBezTo>
                <a:cubicBezTo>
                  <a:pt x="1668" y="33154"/>
                  <a:pt x="2035" y="32786"/>
                  <a:pt x="2493" y="32786"/>
                </a:cubicBezTo>
                <a:close/>
                <a:moveTo>
                  <a:pt x="2525" y="37063"/>
                </a:moveTo>
                <a:cubicBezTo>
                  <a:pt x="2532" y="37063"/>
                  <a:pt x="2538" y="37063"/>
                  <a:pt x="2544" y="37063"/>
                </a:cubicBezTo>
                <a:cubicBezTo>
                  <a:pt x="3007" y="37063"/>
                  <a:pt x="3378" y="37445"/>
                  <a:pt x="3378" y="37913"/>
                </a:cubicBezTo>
                <a:cubicBezTo>
                  <a:pt x="3378" y="38375"/>
                  <a:pt x="2996" y="38747"/>
                  <a:pt x="2529" y="38747"/>
                </a:cubicBezTo>
                <a:cubicBezTo>
                  <a:pt x="2066" y="38747"/>
                  <a:pt x="1695" y="38364"/>
                  <a:pt x="1695" y="37897"/>
                </a:cubicBezTo>
                <a:cubicBezTo>
                  <a:pt x="1700" y="37441"/>
                  <a:pt x="2067" y="37063"/>
                  <a:pt x="2525" y="37063"/>
                </a:cubicBezTo>
                <a:close/>
                <a:moveTo>
                  <a:pt x="2582" y="41339"/>
                </a:moveTo>
                <a:cubicBezTo>
                  <a:pt x="3049" y="41339"/>
                  <a:pt x="3421" y="41721"/>
                  <a:pt x="3421" y="42189"/>
                </a:cubicBezTo>
                <a:cubicBezTo>
                  <a:pt x="3421" y="42651"/>
                  <a:pt x="3033" y="43023"/>
                  <a:pt x="2571" y="43023"/>
                </a:cubicBezTo>
                <a:cubicBezTo>
                  <a:pt x="2104" y="43023"/>
                  <a:pt x="1732" y="42640"/>
                  <a:pt x="1732" y="42173"/>
                </a:cubicBezTo>
                <a:cubicBezTo>
                  <a:pt x="1732" y="41711"/>
                  <a:pt x="2120" y="41339"/>
                  <a:pt x="2582" y="41339"/>
                </a:cubicBezTo>
                <a:close/>
                <a:moveTo>
                  <a:pt x="2619" y="45615"/>
                </a:moveTo>
                <a:cubicBezTo>
                  <a:pt x="3081" y="45615"/>
                  <a:pt x="3453" y="45998"/>
                  <a:pt x="3453" y="46465"/>
                </a:cubicBezTo>
                <a:cubicBezTo>
                  <a:pt x="3453" y="46927"/>
                  <a:pt x="3070" y="47299"/>
                  <a:pt x="2603" y="47299"/>
                </a:cubicBezTo>
                <a:cubicBezTo>
                  <a:pt x="2141" y="47299"/>
                  <a:pt x="1764" y="46917"/>
                  <a:pt x="1764" y="46449"/>
                </a:cubicBezTo>
                <a:cubicBezTo>
                  <a:pt x="1764" y="45987"/>
                  <a:pt x="2151" y="45615"/>
                  <a:pt x="2619" y="45615"/>
                </a:cubicBezTo>
                <a:close/>
                <a:moveTo>
                  <a:pt x="2651" y="49891"/>
                </a:moveTo>
                <a:cubicBezTo>
                  <a:pt x="3113" y="49891"/>
                  <a:pt x="3485" y="50274"/>
                  <a:pt x="3485" y="50736"/>
                </a:cubicBezTo>
                <a:cubicBezTo>
                  <a:pt x="3485" y="51204"/>
                  <a:pt x="3102" y="51575"/>
                  <a:pt x="2635" y="51575"/>
                </a:cubicBezTo>
                <a:cubicBezTo>
                  <a:pt x="2173" y="51575"/>
                  <a:pt x="1801" y="51193"/>
                  <a:pt x="1801" y="50725"/>
                </a:cubicBezTo>
                <a:cubicBezTo>
                  <a:pt x="1806" y="50263"/>
                  <a:pt x="2183" y="49891"/>
                  <a:pt x="2651" y="49891"/>
                </a:cubicBezTo>
                <a:close/>
                <a:moveTo>
                  <a:pt x="2678" y="54173"/>
                </a:moveTo>
                <a:cubicBezTo>
                  <a:pt x="2681" y="54173"/>
                  <a:pt x="2685" y="54173"/>
                  <a:pt x="2688" y="54173"/>
                </a:cubicBezTo>
                <a:cubicBezTo>
                  <a:pt x="3155" y="54173"/>
                  <a:pt x="3527" y="54555"/>
                  <a:pt x="3527" y="55023"/>
                </a:cubicBezTo>
                <a:cubicBezTo>
                  <a:pt x="3527" y="55485"/>
                  <a:pt x="3139" y="55857"/>
                  <a:pt x="2677" y="55857"/>
                </a:cubicBezTo>
                <a:cubicBezTo>
                  <a:pt x="2210" y="55857"/>
                  <a:pt x="1838" y="55474"/>
                  <a:pt x="1838" y="55007"/>
                </a:cubicBezTo>
                <a:cubicBezTo>
                  <a:pt x="1838" y="54548"/>
                  <a:pt x="2220" y="54173"/>
                  <a:pt x="2678" y="54173"/>
                </a:cubicBezTo>
                <a:close/>
                <a:moveTo>
                  <a:pt x="2725" y="58449"/>
                </a:moveTo>
                <a:cubicBezTo>
                  <a:pt x="3187" y="58449"/>
                  <a:pt x="3559" y="58832"/>
                  <a:pt x="3559" y="59299"/>
                </a:cubicBezTo>
                <a:cubicBezTo>
                  <a:pt x="3559" y="59761"/>
                  <a:pt x="3177" y="60133"/>
                  <a:pt x="2709" y="60133"/>
                </a:cubicBezTo>
                <a:cubicBezTo>
                  <a:pt x="2247" y="60133"/>
                  <a:pt x="1875" y="59751"/>
                  <a:pt x="1875" y="59283"/>
                </a:cubicBezTo>
                <a:cubicBezTo>
                  <a:pt x="1875" y="58821"/>
                  <a:pt x="2258" y="58449"/>
                  <a:pt x="2725" y="58449"/>
                </a:cubicBezTo>
                <a:close/>
                <a:moveTo>
                  <a:pt x="0" y="1"/>
                </a:moveTo>
                <a:lnTo>
                  <a:pt x="0" y="30189"/>
                </a:lnTo>
                <a:lnTo>
                  <a:pt x="0" y="32537"/>
                </a:lnTo>
                <a:lnTo>
                  <a:pt x="0" y="62725"/>
                </a:lnTo>
                <a:lnTo>
                  <a:pt x="118251" y="62725"/>
                </a:lnTo>
                <a:lnTo>
                  <a:pt x="118251" y="32537"/>
                </a:lnTo>
                <a:lnTo>
                  <a:pt x="118251" y="30189"/>
                </a:lnTo>
                <a:lnTo>
                  <a:pt x="118251" y="1"/>
                </a:lnTo>
                <a:close/>
              </a:path>
            </a:pathLst>
          </a:custGeom>
          <a:solidFill>
            <a:schemeClr val="l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subTitle" idx="1"/>
          </p:nvPr>
        </p:nvSpPr>
        <p:spPr>
          <a:xfrm>
            <a:off x="1290763" y="1751575"/>
            <a:ext cx="2907600" cy="5727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lt1"/>
              </a:buClr>
              <a:buSzPts val="2800"/>
              <a:buFont typeface="Mouse Memoirs"/>
              <a:buNone/>
              <a:defRPr sz="2800">
                <a:latin typeface="Fredoka One"/>
                <a:ea typeface="Fredoka One"/>
                <a:cs typeface="Fredoka One"/>
                <a:sym typeface="Fredoka One"/>
              </a:defRPr>
            </a:lvl1pPr>
            <a:lvl2pPr lvl="1" algn="ctr" rtl="0">
              <a:lnSpc>
                <a:spcPct val="100000"/>
              </a:lnSpc>
              <a:spcBef>
                <a:spcPts val="0"/>
              </a:spcBef>
              <a:spcAft>
                <a:spcPts val="0"/>
              </a:spcAft>
              <a:buClr>
                <a:schemeClr val="lt1"/>
              </a:buClr>
              <a:buSzPts val="2800"/>
              <a:buFont typeface="Mouse Memoirs"/>
              <a:buNone/>
              <a:defRPr sz="2800">
                <a:solidFill>
                  <a:schemeClr val="lt1"/>
                </a:solidFill>
                <a:latin typeface="Mouse Memoirs"/>
                <a:ea typeface="Mouse Memoirs"/>
                <a:cs typeface="Mouse Memoirs"/>
                <a:sym typeface="Mouse Memoirs"/>
              </a:defRPr>
            </a:lvl2pPr>
            <a:lvl3pPr lvl="2" algn="ctr" rtl="0">
              <a:lnSpc>
                <a:spcPct val="100000"/>
              </a:lnSpc>
              <a:spcBef>
                <a:spcPts val="0"/>
              </a:spcBef>
              <a:spcAft>
                <a:spcPts val="0"/>
              </a:spcAft>
              <a:buClr>
                <a:schemeClr val="lt1"/>
              </a:buClr>
              <a:buSzPts val="2800"/>
              <a:buFont typeface="Mouse Memoirs"/>
              <a:buNone/>
              <a:defRPr sz="2800">
                <a:solidFill>
                  <a:schemeClr val="lt1"/>
                </a:solidFill>
                <a:latin typeface="Mouse Memoirs"/>
                <a:ea typeface="Mouse Memoirs"/>
                <a:cs typeface="Mouse Memoirs"/>
                <a:sym typeface="Mouse Memoirs"/>
              </a:defRPr>
            </a:lvl3pPr>
            <a:lvl4pPr lvl="3" algn="ctr" rtl="0">
              <a:lnSpc>
                <a:spcPct val="100000"/>
              </a:lnSpc>
              <a:spcBef>
                <a:spcPts val="0"/>
              </a:spcBef>
              <a:spcAft>
                <a:spcPts val="0"/>
              </a:spcAft>
              <a:buClr>
                <a:schemeClr val="lt1"/>
              </a:buClr>
              <a:buSzPts val="2800"/>
              <a:buFont typeface="Mouse Memoirs"/>
              <a:buNone/>
              <a:defRPr sz="2800">
                <a:solidFill>
                  <a:schemeClr val="lt1"/>
                </a:solidFill>
                <a:latin typeface="Mouse Memoirs"/>
                <a:ea typeface="Mouse Memoirs"/>
                <a:cs typeface="Mouse Memoirs"/>
                <a:sym typeface="Mouse Memoirs"/>
              </a:defRPr>
            </a:lvl4pPr>
            <a:lvl5pPr lvl="4" algn="ctr" rtl="0">
              <a:lnSpc>
                <a:spcPct val="100000"/>
              </a:lnSpc>
              <a:spcBef>
                <a:spcPts val="0"/>
              </a:spcBef>
              <a:spcAft>
                <a:spcPts val="0"/>
              </a:spcAft>
              <a:buClr>
                <a:schemeClr val="lt1"/>
              </a:buClr>
              <a:buSzPts val="2800"/>
              <a:buFont typeface="Mouse Memoirs"/>
              <a:buNone/>
              <a:defRPr sz="2800">
                <a:solidFill>
                  <a:schemeClr val="lt1"/>
                </a:solidFill>
                <a:latin typeface="Mouse Memoirs"/>
                <a:ea typeface="Mouse Memoirs"/>
                <a:cs typeface="Mouse Memoirs"/>
                <a:sym typeface="Mouse Memoirs"/>
              </a:defRPr>
            </a:lvl5pPr>
            <a:lvl6pPr lvl="5" algn="ctr" rtl="0">
              <a:lnSpc>
                <a:spcPct val="100000"/>
              </a:lnSpc>
              <a:spcBef>
                <a:spcPts val="0"/>
              </a:spcBef>
              <a:spcAft>
                <a:spcPts val="0"/>
              </a:spcAft>
              <a:buClr>
                <a:schemeClr val="lt1"/>
              </a:buClr>
              <a:buSzPts val="2800"/>
              <a:buFont typeface="Mouse Memoirs"/>
              <a:buNone/>
              <a:defRPr sz="2800">
                <a:solidFill>
                  <a:schemeClr val="lt1"/>
                </a:solidFill>
                <a:latin typeface="Mouse Memoirs"/>
                <a:ea typeface="Mouse Memoirs"/>
                <a:cs typeface="Mouse Memoirs"/>
                <a:sym typeface="Mouse Memoirs"/>
              </a:defRPr>
            </a:lvl6pPr>
            <a:lvl7pPr lvl="6" algn="ctr" rtl="0">
              <a:lnSpc>
                <a:spcPct val="100000"/>
              </a:lnSpc>
              <a:spcBef>
                <a:spcPts val="0"/>
              </a:spcBef>
              <a:spcAft>
                <a:spcPts val="0"/>
              </a:spcAft>
              <a:buClr>
                <a:schemeClr val="lt1"/>
              </a:buClr>
              <a:buSzPts val="2800"/>
              <a:buFont typeface="Mouse Memoirs"/>
              <a:buNone/>
              <a:defRPr sz="2800">
                <a:solidFill>
                  <a:schemeClr val="lt1"/>
                </a:solidFill>
                <a:latin typeface="Mouse Memoirs"/>
                <a:ea typeface="Mouse Memoirs"/>
                <a:cs typeface="Mouse Memoirs"/>
                <a:sym typeface="Mouse Memoirs"/>
              </a:defRPr>
            </a:lvl7pPr>
            <a:lvl8pPr lvl="7" algn="ctr" rtl="0">
              <a:lnSpc>
                <a:spcPct val="100000"/>
              </a:lnSpc>
              <a:spcBef>
                <a:spcPts val="0"/>
              </a:spcBef>
              <a:spcAft>
                <a:spcPts val="0"/>
              </a:spcAft>
              <a:buClr>
                <a:schemeClr val="lt1"/>
              </a:buClr>
              <a:buSzPts val="2800"/>
              <a:buFont typeface="Mouse Memoirs"/>
              <a:buNone/>
              <a:defRPr sz="2800">
                <a:solidFill>
                  <a:schemeClr val="lt1"/>
                </a:solidFill>
                <a:latin typeface="Mouse Memoirs"/>
                <a:ea typeface="Mouse Memoirs"/>
                <a:cs typeface="Mouse Memoirs"/>
                <a:sym typeface="Mouse Memoirs"/>
              </a:defRPr>
            </a:lvl8pPr>
            <a:lvl9pPr lvl="8" algn="ctr" rtl="0">
              <a:lnSpc>
                <a:spcPct val="100000"/>
              </a:lnSpc>
              <a:spcBef>
                <a:spcPts val="0"/>
              </a:spcBef>
              <a:spcAft>
                <a:spcPts val="0"/>
              </a:spcAft>
              <a:buClr>
                <a:schemeClr val="lt1"/>
              </a:buClr>
              <a:buSzPts val="2800"/>
              <a:buFont typeface="Mouse Memoirs"/>
              <a:buNone/>
              <a:defRPr sz="2800">
                <a:solidFill>
                  <a:schemeClr val="lt1"/>
                </a:solidFill>
                <a:latin typeface="Mouse Memoirs"/>
                <a:ea typeface="Mouse Memoirs"/>
                <a:cs typeface="Mouse Memoirs"/>
                <a:sym typeface="Mouse Memoirs"/>
              </a:defRPr>
            </a:lvl9pPr>
          </a:lstStyle>
          <a:p>
            <a:endParaRPr/>
          </a:p>
        </p:txBody>
      </p:sp>
      <p:sp>
        <p:nvSpPr>
          <p:cNvPr id="29" name="Google Shape;29;p5"/>
          <p:cNvSpPr txBox="1">
            <a:spLocks noGrp="1"/>
          </p:cNvSpPr>
          <p:nvPr>
            <p:ph type="subTitle" idx="2"/>
          </p:nvPr>
        </p:nvSpPr>
        <p:spPr>
          <a:xfrm>
            <a:off x="4945638" y="1751575"/>
            <a:ext cx="2907600" cy="5727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lt1"/>
              </a:buClr>
              <a:buSzPts val="2800"/>
              <a:buFont typeface="Mouse Memoirs"/>
              <a:buNone/>
              <a:defRPr sz="2800">
                <a:latin typeface="Fredoka One"/>
                <a:ea typeface="Fredoka One"/>
                <a:cs typeface="Fredoka One"/>
                <a:sym typeface="Fredoka One"/>
              </a:defRPr>
            </a:lvl1pPr>
            <a:lvl2pPr lvl="1" algn="ctr" rtl="0">
              <a:lnSpc>
                <a:spcPct val="100000"/>
              </a:lnSpc>
              <a:spcBef>
                <a:spcPts val="0"/>
              </a:spcBef>
              <a:spcAft>
                <a:spcPts val="0"/>
              </a:spcAft>
              <a:buClr>
                <a:schemeClr val="lt1"/>
              </a:buClr>
              <a:buSzPts val="2800"/>
              <a:buFont typeface="Mouse Memoirs"/>
              <a:buNone/>
              <a:defRPr sz="2800">
                <a:solidFill>
                  <a:schemeClr val="lt1"/>
                </a:solidFill>
                <a:latin typeface="Mouse Memoirs"/>
                <a:ea typeface="Mouse Memoirs"/>
                <a:cs typeface="Mouse Memoirs"/>
                <a:sym typeface="Mouse Memoirs"/>
              </a:defRPr>
            </a:lvl2pPr>
            <a:lvl3pPr lvl="2" algn="ctr" rtl="0">
              <a:lnSpc>
                <a:spcPct val="100000"/>
              </a:lnSpc>
              <a:spcBef>
                <a:spcPts val="0"/>
              </a:spcBef>
              <a:spcAft>
                <a:spcPts val="0"/>
              </a:spcAft>
              <a:buClr>
                <a:schemeClr val="lt1"/>
              </a:buClr>
              <a:buSzPts val="2800"/>
              <a:buFont typeface="Mouse Memoirs"/>
              <a:buNone/>
              <a:defRPr sz="2800">
                <a:solidFill>
                  <a:schemeClr val="lt1"/>
                </a:solidFill>
                <a:latin typeface="Mouse Memoirs"/>
                <a:ea typeface="Mouse Memoirs"/>
                <a:cs typeface="Mouse Memoirs"/>
                <a:sym typeface="Mouse Memoirs"/>
              </a:defRPr>
            </a:lvl3pPr>
            <a:lvl4pPr lvl="3" algn="ctr" rtl="0">
              <a:lnSpc>
                <a:spcPct val="100000"/>
              </a:lnSpc>
              <a:spcBef>
                <a:spcPts val="0"/>
              </a:spcBef>
              <a:spcAft>
                <a:spcPts val="0"/>
              </a:spcAft>
              <a:buClr>
                <a:schemeClr val="lt1"/>
              </a:buClr>
              <a:buSzPts val="2800"/>
              <a:buFont typeface="Mouse Memoirs"/>
              <a:buNone/>
              <a:defRPr sz="2800">
                <a:solidFill>
                  <a:schemeClr val="lt1"/>
                </a:solidFill>
                <a:latin typeface="Mouse Memoirs"/>
                <a:ea typeface="Mouse Memoirs"/>
                <a:cs typeface="Mouse Memoirs"/>
                <a:sym typeface="Mouse Memoirs"/>
              </a:defRPr>
            </a:lvl4pPr>
            <a:lvl5pPr lvl="4" algn="ctr" rtl="0">
              <a:lnSpc>
                <a:spcPct val="100000"/>
              </a:lnSpc>
              <a:spcBef>
                <a:spcPts val="0"/>
              </a:spcBef>
              <a:spcAft>
                <a:spcPts val="0"/>
              </a:spcAft>
              <a:buClr>
                <a:schemeClr val="lt1"/>
              </a:buClr>
              <a:buSzPts val="2800"/>
              <a:buFont typeface="Mouse Memoirs"/>
              <a:buNone/>
              <a:defRPr sz="2800">
                <a:solidFill>
                  <a:schemeClr val="lt1"/>
                </a:solidFill>
                <a:latin typeface="Mouse Memoirs"/>
                <a:ea typeface="Mouse Memoirs"/>
                <a:cs typeface="Mouse Memoirs"/>
                <a:sym typeface="Mouse Memoirs"/>
              </a:defRPr>
            </a:lvl5pPr>
            <a:lvl6pPr lvl="5" algn="ctr" rtl="0">
              <a:lnSpc>
                <a:spcPct val="100000"/>
              </a:lnSpc>
              <a:spcBef>
                <a:spcPts val="0"/>
              </a:spcBef>
              <a:spcAft>
                <a:spcPts val="0"/>
              </a:spcAft>
              <a:buClr>
                <a:schemeClr val="lt1"/>
              </a:buClr>
              <a:buSzPts val="2800"/>
              <a:buFont typeface="Mouse Memoirs"/>
              <a:buNone/>
              <a:defRPr sz="2800">
                <a:solidFill>
                  <a:schemeClr val="lt1"/>
                </a:solidFill>
                <a:latin typeface="Mouse Memoirs"/>
                <a:ea typeface="Mouse Memoirs"/>
                <a:cs typeface="Mouse Memoirs"/>
                <a:sym typeface="Mouse Memoirs"/>
              </a:defRPr>
            </a:lvl6pPr>
            <a:lvl7pPr lvl="6" algn="ctr" rtl="0">
              <a:lnSpc>
                <a:spcPct val="100000"/>
              </a:lnSpc>
              <a:spcBef>
                <a:spcPts val="0"/>
              </a:spcBef>
              <a:spcAft>
                <a:spcPts val="0"/>
              </a:spcAft>
              <a:buClr>
                <a:schemeClr val="lt1"/>
              </a:buClr>
              <a:buSzPts val="2800"/>
              <a:buFont typeface="Mouse Memoirs"/>
              <a:buNone/>
              <a:defRPr sz="2800">
                <a:solidFill>
                  <a:schemeClr val="lt1"/>
                </a:solidFill>
                <a:latin typeface="Mouse Memoirs"/>
                <a:ea typeface="Mouse Memoirs"/>
                <a:cs typeface="Mouse Memoirs"/>
                <a:sym typeface="Mouse Memoirs"/>
              </a:defRPr>
            </a:lvl7pPr>
            <a:lvl8pPr lvl="7" algn="ctr" rtl="0">
              <a:lnSpc>
                <a:spcPct val="100000"/>
              </a:lnSpc>
              <a:spcBef>
                <a:spcPts val="0"/>
              </a:spcBef>
              <a:spcAft>
                <a:spcPts val="0"/>
              </a:spcAft>
              <a:buClr>
                <a:schemeClr val="lt1"/>
              </a:buClr>
              <a:buSzPts val="2800"/>
              <a:buFont typeface="Mouse Memoirs"/>
              <a:buNone/>
              <a:defRPr sz="2800">
                <a:solidFill>
                  <a:schemeClr val="lt1"/>
                </a:solidFill>
                <a:latin typeface="Mouse Memoirs"/>
                <a:ea typeface="Mouse Memoirs"/>
                <a:cs typeface="Mouse Memoirs"/>
                <a:sym typeface="Mouse Memoirs"/>
              </a:defRPr>
            </a:lvl8pPr>
            <a:lvl9pPr lvl="8" algn="ctr" rtl="0">
              <a:lnSpc>
                <a:spcPct val="100000"/>
              </a:lnSpc>
              <a:spcBef>
                <a:spcPts val="0"/>
              </a:spcBef>
              <a:spcAft>
                <a:spcPts val="0"/>
              </a:spcAft>
              <a:buClr>
                <a:schemeClr val="lt1"/>
              </a:buClr>
              <a:buSzPts val="2800"/>
              <a:buFont typeface="Mouse Memoirs"/>
              <a:buNone/>
              <a:defRPr sz="2800">
                <a:solidFill>
                  <a:schemeClr val="lt1"/>
                </a:solidFill>
                <a:latin typeface="Mouse Memoirs"/>
                <a:ea typeface="Mouse Memoirs"/>
                <a:cs typeface="Mouse Memoirs"/>
                <a:sym typeface="Mouse Memoirs"/>
              </a:defRPr>
            </a:lvl9pPr>
          </a:lstStyle>
          <a:p>
            <a:endParaRPr/>
          </a:p>
        </p:txBody>
      </p:sp>
      <p:sp>
        <p:nvSpPr>
          <p:cNvPr id="30" name="Google Shape;30;p5"/>
          <p:cNvSpPr txBox="1">
            <a:spLocks noGrp="1"/>
          </p:cNvSpPr>
          <p:nvPr>
            <p:ph type="subTitle" idx="3"/>
          </p:nvPr>
        </p:nvSpPr>
        <p:spPr>
          <a:xfrm>
            <a:off x="1290763" y="2365600"/>
            <a:ext cx="2907600" cy="10263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 name="Google Shape;31;p5"/>
          <p:cNvSpPr txBox="1">
            <a:spLocks noGrp="1"/>
          </p:cNvSpPr>
          <p:nvPr>
            <p:ph type="subTitle" idx="4"/>
          </p:nvPr>
        </p:nvSpPr>
        <p:spPr>
          <a:xfrm>
            <a:off x="4945638" y="2365600"/>
            <a:ext cx="2907600" cy="10263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 name="Google Shape;32;p5"/>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3500"/>
              <a:buNone/>
              <a:defRPr/>
            </a:lvl1pPr>
            <a:lvl2pPr lvl="1" algn="l" rtl="0">
              <a:lnSpc>
                <a:spcPct val="100000"/>
              </a:lnSpc>
              <a:spcBef>
                <a:spcPts val="0"/>
              </a:spcBef>
              <a:spcAft>
                <a:spcPts val="0"/>
              </a:spcAft>
              <a:buSzPts val="3500"/>
              <a:buNone/>
              <a:defRPr/>
            </a:lvl2pPr>
            <a:lvl3pPr lvl="2" algn="l" rtl="0">
              <a:lnSpc>
                <a:spcPct val="100000"/>
              </a:lnSpc>
              <a:spcBef>
                <a:spcPts val="0"/>
              </a:spcBef>
              <a:spcAft>
                <a:spcPts val="0"/>
              </a:spcAft>
              <a:buSzPts val="3500"/>
              <a:buNone/>
              <a:defRPr/>
            </a:lvl3pPr>
            <a:lvl4pPr lvl="3" algn="l" rtl="0">
              <a:lnSpc>
                <a:spcPct val="100000"/>
              </a:lnSpc>
              <a:spcBef>
                <a:spcPts val="0"/>
              </a:spcBef>
              <a:spcAft>
                <a:spcPts val="0"/>
              </a:spcAft>
              <a:buSzPts val="3500"/>
              <a:buNone/>
              <a:defRPr/>
            </a:lvl4pPr>
            <a:lvl5pPr lvl="4" algn="l" rtl="0">
              <a:lnSpc>
                <a:spcPct val="100000"/>
              </a:lnSpc>
              <a:spcBef>
                <a:spcPts val="0"/>
              </a:spcBef>
              <a:spcAft>
                <a:spcPts val="0"/>
              </a:spcAft>
              <a:buSzPts val="3500"/>
              <a:buNone/>
              <a:defRPr/>
            </a:lvl5pPr>
            <a:lvl6pPr lvl="5" algn="l" rtl="0">
              <a:lnSpc>
                <a:spcPct val="100000"/>
              </a:lnSpc>
              <a:spcBef>
                <a:spcPts val="0"/>
              </a:spcBef>
              <a:spcAft>
                <a:spcPts val="0"/>
              </a:spcAft>
              <a:buSzPts val="3500"/>
              <a:buNone/>
              <a:defRPr/>
            </a:lvl6pPr>
            <a:lvl7pPr lvl="6" algn="l" rtl="0">
              <a:lnSpc>
                <a:spcPct val="100000"/>
              </a:lnSpc>
              <a:spcBef>
                <a:spcPts val="0"/>
              </a:spcBef>
              <a:spcAft>
                <a:spcPts val="0"/>
              </a:spcAft>
              <a:buSzPts val="3500"/>
              <a:buNone/>
              <a:defRPr/>
            </a:lvl7pPr>
            <a:lvl8pPr lvl="7" algn="l" rtl="0">
              <a:lnSpc>
                <a:spcPct val="100000"/>
              </a:lnSpc>
              <a:spcBef>
                <a:spcPts val="0"/>
              </a:spcBef>
              <a:spcAft>
                <a:spcPts val="0"/>
              </a:spcAft>
              <a:buSzPts val="3500"/>
              <a:buNone/>
              <a:defRPr/>
            </a:lvl8pPr>
            <a:lvl9pPr lvl="8" algn="l" rtl="0">
              <a:lnSpc>
                <a:spcPct val="100000"/>
              </a:lnSpc>
              <a:spcBef>
                <a:spcPts val="0"/>
              </a:spcBef>
              <a:spcAft>
                <a:spcPts val="0"/>
              </a:spcAft>
              <a:buSzPts val="35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1"/>
        </a:solidFill>
        <a:effectLst/>
      </p:bgPr>
    </p:bg>
    <p:spTree>
      <p:nvGrpSpPr>
        <p:cNvPr id="1" name="Shape 33"/>
        <p:cNvGrpSpPr/>
        <p:nvPr/>
      </p:nvGrpSpPr>
      <p:grpSpPr>
        <a:xfrm>
          <a:off x="0" y="0"/>
          <a:ext cx="0" cy="0"/>
          <a:chOff x="0" y="0"/>
          <a:chExt cx="0" cy="0"/>
        </a:xfrm>
      </p:grpSpPr>
      <p:sp>
        <p:nvSpPr>
          <p:cNvPr id="34" name="Google Shape;34;p6"/>
          <p:cNvSpPr/>
          <p:nvPr/>
        </p:nvSpPr>
        <p:spPr>
          <a:xfrm>
            <a:off x="-161559" y="-1507575"/>
            <a:ext cx="9467118" cy="7256708"/>
          </a:xfrm>
          <a:custGeom>
            <a:avLst/>
            <a:gdLst/>
            <a:ahLst/>
            <a:cxnLst/>
            <a:rect l="l" t="t" r="r" b="b"/>
            <a:pathLst>
              <a:path w="129487" h="99254" extrusionOk="0">
                <a:moveTo>
                  <a:pt x="56002" y="25805"/>
                </a:moveTo>
                <a:cubicBezTo>
                  <a:pt x="56006" y="25805"/>
                  <a:pt x="56005" y="25909"/>
                  <a:pt x="55990" y="26019"/>
                </a:cubicBezTo>
                <a:cubicBezTo>
                  <a:pt x="55994" y="25863"/>
                  <a:pt x="56000" y="25805"/>
                  <a:pt x="56002" y="25805"/>
                </a:cubicBezTo>
                <a:close/>
                <a:moveTo>
                  <a:pt x="129487" y="0"/>
                </a:moveTo>
                <a:cubicBezTo>
                  <a:pt x="124318" y="4664"/>
                  <a:pt x="119091" y="9270"/>
                  <a:pt x="113774" y="13775"/>
                </a:cubicBezTo>
                <a:cubicBezTo>
                  <a:pt x="105593" y="20707"/>
                  <a:pt x="97206" y="27405"/>
                  <a:pt x="88531" y="33721"/>
                </a:cubicBezTo>
                <a:cubicBezTo>
                  <a:pt x="87591" y="34407"/>
                  <a:pt x="86640" y="35246"/>
                  <a:pt x="85631" y="35846"/>
                </a:cubicBezTo>
                <a:cubicBezTo>
                  <a:pt x="85679" y="35818"/>
                  <a:pt x="85711" y="35801"/>
                  <a:pt x="85714" y="35801"/>
                </a:cubicBezTo>
                <a:lnTo>
                  <a:pt x="85714" y="35801"/>
                </a:lnTo>
                <a:cubicBezTo>
                  <a:pt x="85718" y="35801"/>
                  <a:pt x="85636" y="35849"/>
                  <a:pt x="85397" y="35979"/>
                </a:cubicBezTo>
                <a:cubicBezTo>
                  <a:pt x="85344" y="36011"/>
                  <a:pt x="85291" y="36053"/>
                  <a:pt x="85254" y="36080"/>
                </a:cubicBezTo>
                <a:cubicBezTo>
                  <a:pt x="85046" y="36245"/>
                  <a:pt x="84834" y="36409"/>
                  <a:pt x="84627" y="36574"/>
                </a:cubicBezTo>
                <a:cubicBezTo>
                  <a:pt x="83554" y="37445"/>
                  <a:pt x="82475" y="38322"/>
                  <a:pt x="81381" y="39177"/>
                </a:cubicBezTo>
                <a:cubicBezTo>
                  <a:pt x="78566" y="41381"/>
                  <a:pt x="75692" y="43559"/>
                  <a:pt x="72563" y="45312"/>
                </a:cubicBezTo>
                <a:cubicBezTo>
                  <a:pt x="69876" y="46823"/>
                  <a:pt x="66711" y="48301"/>
                  <a:pt x="63543" y="48301"/>
                </a:cubicBezTo>
                <a:cubicBezTo>
                  <a:pt x="63336" y="48301"/>
                  <a:pt x="63129" y="48295"/>
                  <a:pt x="62922" y="48282"/>
                </a:cubicBezTo>
                <a:cubicBezTo>
                  <a:pt x="58911" y="48037"/>
                  <a:pt x="55655" y="45201"/>
                  <a:pt x="54561" y="41365"/>
                </a:cubicBezTo>
                <a:cubicBezTo>
                  <a:pt x="53472" y="37551"/>
                  <a:pt x="54295" y="33371"/>
                  <a:pt x="55161" y="29599"/>
                </a:cubicBezTo>
                <a:cubicBezTo>
                  <a:pt x="55347" y="28781"/>
                  <a:pt x="55543" y="27968"/>
                  <a:pt x="55735" y="27156"/>
                </a:cubicBezTo>
                <a:cubicBezTo>
                  <a:pt x="55814" y="26816"/>
                  <a:pt x="55883" y="26465"/>
                  <a:pt x="55968" y="26125"/>
                </a:cubicBezTo>
                <a:cubicBezTo>
                  <a:pt x="55974" y="26093"/>
                  <a:pt x="55984" y="26051"/>
                  <a:pt x="55990" y="26019"/>
                </a:cubicBezTo>
                <a:lnTo>
                  <a:pt x="55990" y="26019"/>
                </a:lnTo>
                <a:cubicBezTo>
                  <a:pt x="55990" y="26083"/>
                  <a:pt x="55984" y="26162"/>
                  <a:pt x="55984" y="26263"/>
                </a:cubicBezTo>
                <a:cubicBezTo>
                  <a:pt x="55990" y="26051"/>
                  <a:pt x="56037" y="25812"/>
                  <a:pt x="56064" y="25599"/>
                </a:cubicBezTo>
                <a:cubicBezTo>
                  <a:pt x="56282" y="23628"/>
                  <a:pt x="56319" y="21684"/>
                  <a:pt x="56170" y="19703"/>
                </a:cubicBezTo>
                <a:lnTo>
                  <a:pt x="56170" y="19698"/>
                </a:lnTo>
                <a:cubicBezTo>
                  <a:pt x="56149" y="19570"/>
                  <a:pt x="56128" y="19443"/>
                  <a:pt x="56101" y="19320"/>
                </a:cubicBezTo>
                <a:cubicBezTo>
                  <a:pt x="56037" y="18980"/>
                  <a:pt x="55963" y="18646"/>
                  <a:pt x="55867" y="18316"/>
                </a:cubicBezTo>
                <a:cubicBezTo>
                  <a:pt x="55798" y="18056"/>
                  <a:pt x="55697" y="17806"/>
                  <a:pt x="55618" y="17546"/>
                </a:cubicBezTo>
                <a:cubicBezTo>
                  <a:pt x="55575" y="17466"/>
                  <a:pt x="55538" y="17382"/>
                  <a:pt x="55496" y="17302"/>
                </a:cubicBezTo>
                <a:cubicBezTo>
                  <a:pt x="55384" y="17089"/>
                  <a:pt x="55108" y="16802"/>
                  <a:pt x="55007" y="16569"/>
                </a:cubicBezTo>
                <a:lnTo>
                  <a:pt x="54986" y="16548"/>
                </a:lnTo>
                <a:cubicBezTo>
                  <a:pt x="54975" y="16537"/>
                  <a:pt x="54959" y="16532"/>
                  <a:pt x="54948" y="16516"/>
                </a:cubicBezTo>
                <a:cubicBezTo>
                  <a:pt x="54946" y="16519"/>
                  <a:pt x="54941" y="16521"/>
                  <a:pt x="54934" y="16521"/>
                </a:cubicBezTo>
                <a:cubicBezTo>
                  <a:pt x="54889" y="16521"/>
                  <a:pt x="54760" y="16441"/>
                  <a:pt x="54577" y="16202"/>
                </a:cubicBezTo>
                <a:cubicBezTo>
                  <a:pt x="54550" y="16186"/>
                  <a:pt x="54524" y="16170"/>
                  <a:pt x="54497" y="16149"/>
                </a:cubicBezTo>
                <a:cubicBezTo>
                  <a:pt x="54401" y="16096"/>
                  <a:pt x="54295" y="16053"/>
                  <a:pt x="54189" y="16000"/>
                </a:cubicBezTo>
                <a:cubicBezTo>
                  <a:pt x="54029" y="15947"/>
                  <a:pt x="53865" y="15894"/>
                  <a:pt x="53700" y="15846"/>
                </a:cubicBezTo>
                <a:cubicBezTo>
                  <a:pt x="53525" y="15799"/>
                  <a:pt x="53328" y="15788"/>
                  <a:pt x="53142" y="15751"/>
                </a:cubicBezTo>
                <a:cubicBezTo>
                  <a:pt x="53095" y="15745"/>
                  <a:pt x="53047" y="15745"/>
                  <a:pt x="52999" y="15740"/>
                </a:cubicBezTo>
                <a:cubicBezTo>
                  <a:pt x="52887" y="15735"/>
                  <a:pt x="52776" y="15733"/>
                  <a:pt x="52665" y="15733"/>
                </a:cubicBezTo>
                <a:cubicBezTo>
                  <a:pt x="52190" y="15733"/>
                  <a:pt x="51720" y="15773"/>
                  <a:pt x="51246" y="15799"/>
                </a:cubicBezTo>
                <a:cubicBezTo>
                  <a:pt x="51177" y="15814"/>
                  <a:pt x="51108" y="15820"/>
                  <a:pt x="51034" y="15830"/>
                </a:cubicBezTo>
                <a:cubicBezTo>
                  <a:pt x="50715" y="15894"/>
                  <a:pt x="50396" y="15953"/>
                  <a:pt x="50088" y="16027"/>
                </a:cubicBezTo>
                <a:cubicBezTo>
                  <a:pt x="48696" y="16346"/>
                  <a:pt x="47342" y="16802"/>
                  <a:pt x="46024" y="17328"/>
                </a:cubicBezTo>
                <a:cubicBezTo>
                  <a:pt x="45947" y="17357"/>
                  <a:pt x="45399" y="17569"/>
                  <a:pt x="45407" y="17569"/>
                </a:cubicBezTo>
                <a:cubicBezTo>
                  <a:pt x="45409" y="17569"/>
                  <a:pt x="45464" y="17549"/>
                  <a:pt x="45599" y="17498"/>
                </a:cubicBezTo>
                <a:cubicBezTo>
                  <a:pt x="45755" y="17439"/>
                  <a:pt x="45815" y="17417"/>
                  <a:pt x="45818" y="17417"/>
                </a:cubicBezTo>
                <a:lnTo>
                  <a:pt x="45818" y="17417"/>
                </a:lnTo>
                <a:cubicBezTo>
                  <a:pt x="45827" y="17417"/>
                  <a:pt x="45427" y="17576"/>
                  <a:pt x="45376" y="17599"/>
                </a:cubicBezTo>
                <a:cubicBezTo>
                  <a:pt x="45015" y="17759"/>
                  <a:pt x="44648" y="17923"/>
                  <a:pt x="44282" y="18099"/>
                </a:cubicBezTo>
                <a:cubicBezTo>
                  <a:pt x="43570" y="18428"/>
                  <a:pt x="42869" y="18779"/>
                  <a:pt x="42173" y="19140"/>
                </a:cubicBezTo>
                <a:cubicBezTo>
                  <a:pt x="38694" y="20941"/>
                  <a:pt x="35379" y="23002"/>
                  <a:pt x="32202" y="25296"/>
                </a:cubicBezTo>
                <a:cubicBezTo>
                  <a:pt x="31103" y="26093"/>
                  <a:pt x="30008" y="26917"/>
                  <a:pt x="28925" y="27740"/>
                </a:cubicBezTo>
                <a:cubicBezTo>
                  <a:pt x="28904" y="27756"/>
                  <a:pt x="28734" y="27883"/>
                  <a:pt x="28659" y="27942"/>
                </a:cubicBezTo>
                <a:lnTo>
                  <a:pt x="28022" y="28441"/>
                </a:lnTo>
                <a:cubicBezTo>
                  <a:pt x="27528" y="28829"/>
                  <a:pt x="27039" y="29211"/>
                  <a:pt x="26556" y="29605"/>
                </a:cubicBezTo>
                <a:cubicBezTo>
                  <a:pt x="24548" y="31209"/>
                  <a:pt x="22577" y="32850"/>
                  <a:pt x="20622" y="34529"/>
                </a:cubicBezTo>
                <a:cubicBezTo>
                  <a:pt x="16739" y="37870"/>
                  <a:pt x="12957" y="41323"/>
                  <a:pt x="9217" y="44824"/>
                </a:cubicBezTo>
                <a:cubicBezTo>
                  <a:pt x="6131" y="47729"/>
                  <a:pt x="3071" y="50646"/>
                  <a:pt x="1" y="53546"/>
                </a:cubicBezTo>
                <a:lnTo>
                  <a:pt x="1" y="98189"/>
                </a:lnTo>
                <a:cubicBezTo>
                  <a:pt x="5308" y="93774"/>
                  <a:pt x="10747" y="89530"/>
                  <a:pt x="16484" y="85684"/>
                </a:cubicBezTo>
                <a:cubicBezTo>
                  <a:pt x="21573" y="82274"/>
                  <a:pt x="26890" y="79416"/>
                  <a:pt x="32394" y="76717"/>
                </a:cubicBezTo>
                <a:cubicBezTo>
                  <a:pt x="35836" y="75023"/>
                  <a:pt x="39198" y="73254"/>
                  <a:pt x="42901" y="72165"/>
                </a:cubicBezTo>
                <a:cubicBezTo>
                  <a:pt x="44777" y="71614"/>
                  <a:pt x="46911" y="71173"/>
                  <a:pt x="48992" y="71173"/>
                </a:cubicBezTo>
                <a:cubicBezTo>
                  <a:pt x="51525" y="71173"/>
                  <a:pt x="53981" y="71825"/>
                  <a:pt x="55804" y="73726"/>
                </a:cubicBezTo>
                <a:cubicBezTo>
                  <a:pt x="59150" y="77232"/>
                  <a:pt x="58029" y="82305"/>
                  <a:pt x="56919" y="86518"/>
                </a:cubicBezTo>
                <a:cubicBezTo>
                  <a:pt x="56393" y="88499"/>
                  <a:pt x="55777" y="90465"/>
                  <a:pt x="55347" y="92473"/>
                </a:cubicBezTo>
                <a:cubicBezTo>
                  <a:pt x="55294" y="92712"/>
                  <a:pt x="55246" y="92956"/>
                  <a:pt x="55198" y="93200"/>
                </a:cubicBezTo>
                <a:cubicBezTo>
                  <a:pt x="55193" y="93227"/>
                  <a:pt x="55188" y="93270"/>
                  <a:pt x="55182" y="93317"/>
                </a:cubicBezTo>
                <a:cubicBezTo>
                  <a:pt x="55166" y="93413"/>
                  <a:pt x="55156" y="93530"/>
                  <a:pt x="55156" y="93583"/>
                </a:cubicBezTo>
                <a:cubicBezTo>
                  <a:pt x="55140" y="93748"/>
                  <a:pt x="55134" y="93918"/>
                  <a:pt x="55134" y="94088"/>
                </a:cubicBezTo>
                <a:cubicBezTo>
                  <a:pt x="55134" y="94444"/>
                  <a:pt x="55188" y="94794"/>
                  <a:pt x="55219" y="95155"/>
                </a:cubicBezTo>
                <a:cubicBezTo>
                  <a:pt x="55251" y="95325"/>
                  <a:pt x="55278" y="95501"/>
                  <a:pt x="55315" y="95671"/>
                </a:cubicBezTo>
                <a:cubicBezTo>
                  <a:pt x="55437" y="96287"/>
                  <a:pt x="55756" y="96919"/>
                  <a:pt x="55873" y="97535"/>
                </a:cubicBezTo>
                <a:cubicBezTo>
                  <a:pt x="55910" y="97625"/>
                  <a:pt x="55958" y="97705"/>
                  <a:pt x="56006" y="97785"/>
                </a:cubicBezTo>
                <a:cubicBezTo>
                  <a:pt x="56112" y="97971"/>
                  <a:pt x="56245" y="98141"/>
                  <a:pt x="56356" y="98327"/>
                </a:cubicBezTo>
                <a:cubicBezTo>
                  <a:pt x="56404" y="98380"/>
                  <a:pt x="56446" y="98433"/>
                  <a:pt x="56500" y="98486"/>
                </a:cubicBezTo>
                <a:cubicBezTo>
                  <a:pt x="56537" y="98523"/>
                  <a:pt x="56569" y="98555"/>
                  <a:pt x="56601" y="98582"/>
                </a:cubicBezTo>
                <a:cubicBezTo>
                  <a:pt x="56781" y="98693"/>
                  <a:pt x="56956" y="98853"/>
                  <a:pt x="57137" y="98948"/>
                </a:cubicBezTo>
                <a:cubicBezTo>
                  <a:pt x="57158" y="98953"/>
                  <a:pt x="57180" y="98964"/>
                  <a:pt x="57190" y="98975"/>
                </a:cubicBezTo>
                <a:cubicBezTo>
                  <a:pt x="57403" y="99033"/>
                  <a:pt x="57610" y="99113"/>
                  <a:pt x="57822" y="99166"/>
                </a:cubicBezTo>
                <a:cubicBezTo>
                  <a:pt x="57875" y="99177"/>
                  <a:pt x="57971" y="99198"/>
                  <a:pt x="58067" y="99214"/>
                </a:cubicBezTo>
                <a:cubicBezTo>
                  <a:pt x="58247" y="99224"/>
                  <a:pt x="58508" y="99251"/>
                  <a:pt x="58614" y="99251"/>
                </a:cubicBezTo>
                <a:cubicBezTo>
                  <a:pt x="58688" y="99252"/>
                  <a:pt x="58762" y="99253"/>
                  <a:pt x="58836" y="99253"/>
                </a:cubicBezTo>
                <a:cubicBezTo>
                  <a:pt x="59038" y="99253"/>
                  <a:pt x="59240" y="99248"/>
                  <a:pt x="59442" y="99240"/>
                </a:cubicBezTo>
                <a:cubicBezTo>
                  <a:pt x="59570" y="99230"/>
                  <a:pt x="59947" y="99192"/>
                  <a:pt x="60133" y="99171"/>
                </a:cubicBezTo>
                <a:cubicBezTo>
                  <a:pt x="60271" y="99150"/>
                  <a:pt x="60404" y="99123"/>
                  <a:pt x="60473" y="99113"/>
                </a:cubicBezTo>
                <a:cubicBezTo>
                  <a:pt x="61158" y="98980"/>
                  <a:pt x="61833" y="98805"/>
                  <a:pt x="62502" y="98603"/>
                </a:cubicBezTo>
                <a:cubicBezTo>
                  <a:pt x="63193" y="98396"/>
                  <a:pt x="63878" y="98157"/>
                  <a:pt x="64558" y="97891"/>
                </a:cubicBezTo>
                <a:cubicBezTo>
                  <a:pt x="64733" y="97822"/>
                  <a:pt x="64914" y="97753"/>
                  <a:pt x="65089" y="97679"/>
                </a:cubicBezTo>
                <a:cubicBezTo>
                  <a:pt x="65387" y="97546"/>
                  <a:pt x="65689" y="97413"/>
                  <a:pt x="65998" y="97275"/>
                </a:cubicBezTo>
                <a:cubicBezTo>
                  <a:pt x="67522" y="96568"/>
                  <a:pt x="69009" y="95777"/>
                  <a:pt x="70470" y="94938"/>
                </a:cubicBezTo>
                <a:cubicBezTo>
                  <a:pt x="73514" y="93190"/>
                  <a:pt x="76430" y="91235"/>
                  <a:pt x="79272" y="89185"/>
                </a:cubicBezTo>
                <a:cubicBezTo>
                  <a:pt x="80600" y="88228"/>
                  <a:pt x="81907" y="87240"/>
                  <a:pt x="83214" y="86242"/>
                </a:cubicBezTo>
                <a:lnTo>
                  <a:pt x="83655" y="85907"/>
                </a:lnTo>
                <a:cubicBezTo>
                  <a:pt x="83963" y="85657"/>
                  <a:pt x="84271" y="85418"/>
                  <a:pt x="84584" y="85174"/>
                </a:cubicBezTo>
                <a:cubicBezTo>
                  <a:pt x="85142" y="84728"/>
                  <a:pt x="85705" y="84287"/>
                  <a:pt x="86258" y="83835"/>
                </a:cubicBezTo>
                <a:cubicBezTo>
                  <a:pt x="92781" y="78539"/>
                  <a:pt x="99129" y="73009"/>
                  <a:pt x="105413" y="67432"/>
                </a:cubicBezTo>
                <a:cubicBezTo>
                  <a:pt x="113540" y="60207"/>
                  <a:pt x="121514" y="52818"/>
                  <a:pt x="129487" y="45429"/>
                </a:cubicBezTo>
                <a:lnTo>
                  <a:pt x="129487" y="0"/>
                </a:lnTo>
                <a:close/>
              </a:path>
            </a:pathLst>
          </a:custGeom>
          <a:solidFill>
            <a:srgbClr val="FFFFFF">
              <a:alpha val="12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p:nvPr/>
        </p:nvSpPr>
        <p:spPr>
          <a:xfrm>
            <a:off x="217167" y="278723"/>
            <a:ext cx="8645699" cy="4586055"/>
          </a:xfrm>
          <a:custGeom>
            <a:avLst/>
            <a:gdLst/>
            <a:ahLst/>
            <a:cxnLst/>
            <a:rect l="l" t="t" r="r" b="b"/>
            <a:pathLst>
              <a:path w="118252" h="62726" extrusionOk="0">
                <a:moveTo>
                  <a:pt x="2503" y="2598"/>
                </a:moveTo>
                <a:cubicBezTo>
                  <a:pt x="2506" y="2598"/>
                  <a:pt x="2509" y="2598"/>
                  <a:pt x="2513" y="2598"/>
                </a:cubicBezTo>
                <a:cubicBezTo>
                  <a:pt x="2975" y="2598"/>
                  <a:pt x="3347" y="2986"/>
                  <a:pt x="3347" y="3448"/>
                </a:cubicBezTo>
                <a:cubicBezTo>
                  <a:pt x="3347" y="3916"/>
                  <a:pt x="2964" y="4287"/>
                  <a:pt x="2497" y="4287"/>
                </a:cubicBezTo>
                <a:cubicBezTo>
                  <a:pt x="2035" y="4287"/>
                  <a:pt x="1663" y="3900"/>
                  <a:pt x="1663" y="3437"/>
                </a:cubicBezTo>
                <a:cubicBezTo>
                  <a:pt x="1668" y="2973"/>
                  <a:pt x="2040" y="2598"/>
                  <a:pt x="2503" y="2598"/>
                </a:cubicBezTo>
                <a:close/>
                <a:moveTo>
                  <a:pt x="2544" y="6874"/>
                </a:moveTo>
                <a:cubicBezTo>
                  <a:pt x="3007" y="6874"/>
                  <a:pt x="3378" y="7257"/>
                  <a:pt x="3378" y="7724"/>
                </a:cubicBezTo>
                <a:cubicBezTo>
                  <a:pt x="3378" y="8192"/>
                  <a:pt x="3001" y="8558"/>
                  <a:pt x="2529" y="8558"/>
                </a:cubicBezTo>
                <a:cubicBezTo>
                  <a:pt x="2066" y="8558"/>
                  <a:pt x="1695" y="8176"/>
                  <a:pt x="1695" y="7708"/>
                </a:cubicBezTo>
                <a:cubicBezTo>
                  <a:pt x="1695" y="7246"/>
                  <a:pt x="2077" y="6874"/>
                  <a:pt x="2544" y="6874"/>
                </a:cubicBezTo>
                <a:close/>
                <a:moveTo>
                  <a:pt x="2582" y="11151"/>
                </a:moveTo>
                <a:cubicBezTo>
                  <a:pt x="3049" y="11151"/>
                  <a:pt x="3421" y="11538"/>
                  <a:pt x="3421" y="12001"/>
                </a:cubicBezTo>
                <a:cubicBezTo>
                  <a:pt x="3416" y="12468"/>
                  <a:pt x="3033" y="12840"/>
                  <a:pt x="2571" y="12840"/>
                </a:cubicBezTo>
                <a:cubicBezTo>
                  <a:pt x="2104" y="12840"/>
                  <a:pt x="1732" y="12452"/>
                  <a:pt x="1732" y="11990"/>
                </a:cubicBezTo>
                <a:cubicBezTo>
                  <a:pt x="1732" y="11522"/>
                  <a:pt x="2120" y="11151"/>
                  <a:pt x="2582" y="11151"/>
                </a:cubicBezTo>
                <a:close/>
                <a:moveTo>
                  <a:pt x="2619" y="15427"/>
                </a:moveTo>
                <a:cubicBezTo>
                  <a:pt x="3081" y="15427"/>
                  <a:pt x="3453" y="15815"/>
                  <a:pt x="3453" y="16277"/>
                </a:cubicBezTo>
                <a:cubicBezTo>
                  <a:pt x="3448" y="16741"/>
                  <a:pt x="3076" y="17116"/>
                  <a:pt x="2613" y="17116"/>
                </a:cubicBezTo>
                <a:cubicBezTo>
                  <a:pt x="2609" y="17116"/>
                  <a:pt x="2606" y="17116"/>
                  <a:pt x="2603" y="17116"/>
                </a:cubicBezTo>
                <a:cubicBezTo>
                  <a:pt x="2141" y="17116"/>
                  <a:pt x="1764" y="16728"/>
                  <a:pt x="1764" y="16266"/>
                </a:cubicBezTo>
                <a:cubicBezTo>
                  <a:pt x="1764" y="15799"/>
                  <a:pt x="2151" y="15427"/>
                  <a:pt x="2619" y="15427"/>
                </a:cubicBezTo>
                <a:close/>
                <a:moveTo>
                  <a:pt x="2656" y="19703"/>
                </a:moveTo>
                <a:cubicBezTo>
                  <a:pt x="3124" y="19703"/>
                  <a:pt x="3495" y="20091"/>
                  <a:pt x="3495" y="20553"/>
                </a:cubicBezTo>
                <a:cubicBezTo>
                  <a:pt x="3485" y="21017"/>
                  <a:pt x="3113" y="21392"/>
                  <a:pt x="2655" y="21392"/>
                </a:cubicBezTo>
                <a:cubicBezTo>
                  <a:pt x="2652" y="21392"/>
                  <a:pt x="2649" y="21392"/>
                  <a:pt x="2645" y="21392"/>
                </a:cubicBezTo>
                <a:cubicBezTo>
                  <a:pt x="2178" y="21392"/>
                  <a:pt x="1806" y="21004"/>
                  <a:pt x="1806" y="20542"/>
                </a:cubicBezTo>
                <a:cubicBezTo>
                  <a:pt x="1806" y="20075"/>
                  <a:pt x="2194" y="19703"/>
                  <a:pt x="2656" y="19703"/>
                </a:cubicBezTo>
                <a:close/>
                <a:moveTo>
                  <a:pt x="2688" y="23985"/>
                </a:moveTo>
                <a:cubicBezTo>
                  <a:pt x="3155" y="23985"/>
                  <a:pt x="3527" y="24372"/>
                  <a:pt x="3527" y="24834"/>
                </a:cubicBezTo>
                <a:cubicBezTo>
                  <a:pt x="3522" y="25302"/>
                  <a:pt x="3139" y="25674"/>
                  <a:pt x="2677" y="25674"/>
                </a:cubicBezTo>
                <a:cubicBezTo>
                  <a:pt x="2210" y="25674"/>
                  <a:pt x="1838" y="25286"/>
                  <a:pt x="1838" y="24824"/>
                </a:cubicBezTo>
                <a:cubicBezTo>
                  <a:pt x="1838" y="24356"/>
                  <a:pt x="2226" y="23985"/>
                  <a:pt x="2688" y="23985"/>
                </a:cubicBezTo>
                <a:close/>
                <a:moveTo>
                  <a:pt x="2720" y="28261"/>
                </a:moveTo>
                <a:cubicBezTo>
                  <a:pt x="3187" y="28271"/>
                  <a:pt x="3564" y="28649"/>
                  <a:pt x="3559" y="29111"/>
                </a:cubicBezTo>
                <a:cubicBezTo>
                  <a:pt x="3559" y="29578"/>
                  <a:pt x="3171" y="29950"/>
                  <a:pt x="2709" y="29950"/>
                </a:cubicBezTo>
                <a:cubicBezTo>
                  <a:pt x="2242" y="29950"/>
                  <a:pt x="1870" y="29562"/>
                  <a:pt x="1870" y="29100"/>
                </a:cubicBezTo>
                <a:cubicBezTo>
                  <a:pt x="1870" y="28633"/>
                  <a:pt x="2258" y="28261"/>
                  <a:pt x="2720" y="28261"/>
                </a:cubicBezTo>
                <a:close/>
                <a:moveTo>
                  <a:pt x="2493" y="32786"/>
                </a:moveTo>
                <a:cubicBezTo>
                  <a:pt x="2500" y="32786"/>
                  <a:pt x="2506" y="32786"/>
                  <a:pt x="2513" y="32787"/>
                </a:cubicBezTo>
                <a:cubicBezTo>
                  <a:pt x="2975" y="32787"/>
                  <a:pt x="3347" y="33169"/>
                  <a:pt x="3347" y="33637"/>
                </a:cubicBezTo>
                <a:cubicBezTo>
                  <a:pt x="3347" y="34099"/>
                  <a:pt x="2964" y="34471"/>
                  <a:pt x="2497" y="34471"/>
                </a:cubicBezTo>
                <a:cubicBezTo>
                  <a:pt x="2035" y="34471"/>
                  <a:pt x="1663" y="34088"/>
                  <a:pt x="1663" y="33621"/>
                </a:cubicBezTo>
                <a:cubicBezTo>
                  <a:pt x="1668" y="33154"/>
                  <a:pt x="2035" y="32786"/>
                  <a:pt x="2493" y="32786"/>
                </a:cubicBezTo>
                <a:close/>
                <a:moveTo>
                  <a:pt x="2525" y="37063"/>
                </a:moveTo>
                <a:cubicBezTo>
                  <a:pt x="2532" y="37063"/>
                  <a:pt x="2538" y="37063"/>
                  <a:pt x="2544" y="37063"/>
                </a:cubicBezTo>
                <a:cubicBezTo>
                  <a:pt x="3007" y="37063"/>
                  <a:pt x="3378" y="37445"/>
                  <a:pt x="3378" y="37913"/>
                </a:cubicBezTo>
                <a:cubicBezTo>
                  <a:pt x="3378" y="38375"/>
                  <a:pt x="2996" y="38747"/>
                  <a:pt x="2529" y="38747"/>
                </a:cubicBezTo>
                <a:cubicBezTo>
                  <a:pt x="2066" y="38747"/>
                  <a:pt x="1695" y="38364"/>
                  <a:pt x="1695" y="37897"/>
                </a:cubicBezTo>
                <a:cubicBezTo>
                  <a:pt x="1700" y="37441"/>
                  <a:pt x="2067" y="37063"/>
                  <a:pt x="2525" y="37063"/>
                </a:cubicBezTo>
                <a:close/>
                <a:moveTo>
                  <a:pt x="2582" y="41339"/>
                </a:moveTo>
                <a:cubicBezTo>
                  <a:pt x="3049" y="41339"/>
                  <a:pt x="3421" y="41721"/>
                  <a:pt x="3421" y="42189"/>
                </a:cubicBezTo>
                <a:cubicBezTo>
                  <a:pt x="3421" y="42651"/>
                  <a:pt x="3033" y="43023"/>
                  <a:pt x="2571" y="43023"/>
                </a:cubicBezTo>
                <a:cubicBezTo>
                  <a:pt x="2104" y="43023"/>
                  <a:pt x="1732" y="42640"/>
                  <a:pt x="1732" y="42173"/>
                </a:cubicBezTo>
                <a:cubicBezTo>
                  <a:pt x="1732" y="41711"/>
                  <a:pt x="2120" y="41339"/>
                  <a:pt x="2582" y="41339"/>
                </a:cubicBezTo>
                <a:close/>
                <a:moveTo>
                  <a:pt x="2619" y="45615"/>
                </a:moveTo>
                <a:cubicBezTo>
                  <a:pt x="3081" y="45615"/>
                  <a:pt x="3453" y="45998"/>
                  <a:pt x="3453" y="46465"/>
                </a:cubicBezTo>
                <a:cubicBezTo>
                  <a:pt x="3453" y="46927"/>
                  <a:pt x="3070" y="47299"/>
                  <a:pt x="2603" y="47299"/>
                </a:cubicBezTo>
                <a:cubicBezTo>
                  <a:pt x="2141" y="47299"/>
                  <a:pt x="1764" y="46917"/>
                  <a:pt x="1764" y="46449"/>
                </a:cubicBezTo>
                <a:cubicBezTo>
                  <a:pt x="1764" y="45987"/>
                  <a:pt x="2151" y="45615"/>
                  <a:pt x="2619" y="45615"/>
                </a:cubicBezTo>
                <a:close/>
                <a:moveTo>
                  <a:pt x="2651" y="49891"/>
                </a:moveTo>
                <a:cubicBezTo>
                  <a:pt x="3113" y="49891"/>
                  <a:pt x="3485" y="50274"/>
                  <a:pt x="3485" y="50736"/>
                </a:cubicBezTo>
                <a:cubicBezTo>
                  <a:pt x="3485" y="51204"/>
                  <a:pt x="3102" y="51575"/>
                  <a:pt x="2635" y="51575"/>
                </a:cubicBezTo>
                <a:cubicBezTo>
                  <a:pt x="2173" y="51575"/>
                  <a:pt x="1801" y="51193"/>
                  <a:pt x="1801" y="50725"/>
                </a:cubicBezTo>
                <a:cubicBezTo>
                  <a:pt x="1806" y="50263"/>
                  <a:pt x="2183" y="49891"/>
                  <a:pt x="2651" y="49891"/>
                </a:cubicBezTo>
                <a:close/>
                <a:moveTo>
                  <a:pt x="2678" y="54173"/>
                </a:moveTo>
                <a:cubicBezTo>
                  <a:pt x="2681" y="54173"/>
                  <a:pt x="2685" y="54173"/>
                  <a:pt x="2688" y="54173"/>
                </a:cubicBezTo>
                <a:cubicBezTo>
                  <a:pt x="3155" y="54173"/>
                  <a:pt x="3527" y="54555"/>
                  <a:pt x="3527" y="55023"/>
                </a:cubicBezTo>
                <a:cubicBezTo>
                  <a:pt x="3527" y="55485"/>
                  <a:pt x="3139" y="55857"/>
                  <a:pt x="2677" y="55857"/>
                </a:cubicBezTo>
                <a:cubicBezTo>
                  <a:pt x="2210" y="55857"/>
                  <a:pt x="1838" y="55474"/>
                  <a:pt x="1838" y="55007"/>
                </a:cubicBezTo>
                <a:cubicBezTo>
                  <a:pt x="1838" y="54548"/>
                  <a:pt x="2220" y="54173"/>
                  <a:pt x="2678" y="54173"/>
                </a:cubicBezTo>
                <a:close/>
                <a:moveTo>
                  <a:pt x="2725" y="58449"/>
                </a:moveTo>
                <a:cubicBezTo>
                  <a:pt x="3187" y="58449"/>
                  <a:pt x="3559" y="58832"/>
                  <a:pt x="3559" y="59299"/>
                </a:cubicBezTo>
                <a:cubicBezTo>
                  <a:pt x="3559" y="59761"/>
                  <a:pt x="3177" y="60133"/>
                  <a:pt x="2709" y="60133"/>
                </a:cubicBezTo>
                <a:cubicBezTo>
                  <a:pt x="2247" y="60133"/>
                  <a:pt x="1875" y="59751"/>
                  <a:pt x="1875" y="59283"/>
                </a:cubicBezTo>
                <a:cubicBezTo>
                  <a:pt x="1875" y="58821"/>
                  <a:pt x="2258" y="58449"/>
                  <a:pt x="2725" y="58449"/>
                </a:cubicBezTo>
                <a:close/>
                <a:moveTo>
                  <a:pt x="0" y="1"/>
                </a:moveTo>
                <a:lnTo>
                  <a:pt x="0" y="30189"/>
                </a:lnTo>
                <a:lnTo>
                  <a:pt x="0" y="32537"/>
                </a:lnTo>
                <a:lnTo>
                  <a:pt x="0" y="62725"/>
                </a:lnTo>
                <a:lnTo>
                  <a:pt x="118251" y="62725"/>
                </a:lnTo>
                <a:lnTo>
                  <a:pt x="118251" y="32537"/>
                </a:lnTo>
                <a:lnTo>
                  <a:pt x="118251" y="30189"/>
                </a:lnTo>
                <a:lnTo>
                  <a:pt x="118251" y="1"/>
                </a:lnTo>
                <a:close/>
              </a:path>
            </a:pathLst>
          </a:custGeom>
          <a:solidFill>
            <a:schemeClr val="l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6"/>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3500"/>
              <a:buNone/>
              <a:defRPr/>
            </a:lvl1pPr>
            <a:lvl2pPr lvl="1" algn="l" rtl="0">
              <a:lnSpc>
                <a:spcPct val="100000"/>
              </a:lnSpc>
              <a:spcBef>
                <a:spcPts val="0"/>
              </a:spcBef>
              <a:spcAft>
                <a:spcPts val="0"/>
              </a:spcAft>
              <a:buSzPts val="3500"/>
              <a:buNone/>
              <a:defRPr/>
            </a:lvl2pPr>
            <a:lvl3pPr lvl="2" algn="l" rtl="0">
              <a:lnSpc>
                <a:spcPct val="100000"/>
              </a:lnSpc>
              <a:spcBef>
                <a:spcPts val="0"/>
              </a:spcBef>
              <a:spcAft>
                <a:spcPts val="0"/>
              </a:spcAft>
              <a:buSzPts val="3500"/>
              <a:buNone/>
              <a:defRPr/>
            </a:lvl3pPr>
            <a:lvl4pPr lvl="3" algn="l" rtl="0">
              <a:lnSpc>
                <a:spcPct val="100000"/>
              </a:lnSpc>
              <a:spcBef>
                <a:spcPts val="0"/>
              </a:spcBef>
              <a:spcAft>
                <a:spcPts val="0"/>
              </a:spcAft>
              <a:buSzPts val="3500"/>
              <a:buNone/>
              <a:defRPr/>
            </a:lvl4pPr>
            <a:lvl5pPr lvl="4" algn="l" rtl="0">
              <a:lnSpc>
                <a:spcPct val="100000"/>
              </a:lnSpc>
              <a:spcBef>
                <a:spcPts val="0"/>
              </a:spcBef>
              <a:spcAft>
                <a:spcPts val="0"/>
              </a:spcAft>
              <a:buSzPts val="3500"/>
              <a:buNone/>
              <a:defRPr/>
            </a:lvl5pPr>
            <a:lvl6pPr lvl="5" algn="l" rtl="0">
              <a:lnSpc>
                <a:spcPct val="100000"/>
              </a:lnSpc>
              <a:spcBef>
                <a:spcPts val="0"/>
              </a:spcBef>
              <a:spcAft>
                <a:spcPts val="0"/>
              </a:spcAft>
              <a:buSzPts val="3500"/>
              <a:buNone/>
              <a:defRPr/>
            </a:lvl6pPr>
            <a:lvl7pPr lvl="6" algn="l" rtl="0">
              <a:lnSpc>
                <a:spcPct val="100000"/>
              </a:lnSpc>
              <a:spcBef>
                <a:spcPts val="0"/>
              </a:spcBef>
              <a:spcAft>
                <a:spcPts val="0"/>
              </a:spcAft>
              <a:buSzPts val="3500"/>
              <a:buNone/>
              <a:defRPr/>
            </a:lvl7pPr>
            <a:lvl8pPr lvl="7" algn="l" rtl="0">
              <a:lnSpc>
                <a:spcPct val="100000"/>
              </a:lnSpc>
              <a:spcBef>
                <a:spcPts val="0"/>
              </a:spcBef>
              <a:spcAft>
                <a:spcPts val="0"/>
              </a:spcAft>
              <a:buSzPts val="3500"/>
              <a:buNone/>
              <a:defRPr/>
            </a:lvl8pPr>
            <a:lvl9pPr lvl="8" algn="l" rtl="0">
              <a:lnSpc>
                <a:spcPct val="100000"/>
              </a:lnSpc>
              <a:spcBef>
                <a:spcPts val="0"/>
              </a:spcBef>
              <a:spcAft>
                <a:spcPts val="0"/>
              </a:spcAft>
              <a:buSzPts val="35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43"/>
        <p:cNvGrpSpPr/>
        <p:nvPr/>
      </p:nvGrpSpPr>
      <p:grpSpPr>
        <a:xfrm>
          <a:off x="0" y="0"/>
          <a:ext cx="0" cy="0"/>
          <a:chOff x="0" y="0"/>
          <a:chExt cx="0" cy="0"/>
        </a:xfrm>
      </p:grpSpPr>
      <p:sp>
        <p:nvSpPr>
          <p:cNvPr id="44" name="Google Shape;44;p8"/>
          <p:cNvSpPr/>
          <p:nvPr/>
        </p:nvSpPr>
        <p:spPr>
          <a:xfrm>
            <a:off x="-161559" y="-1507575"/>
            <a:ext cx="9467118" cy="7256708"/>
          </a:xfrm>
          <a:custGeom>
            <a:avLst/>
            <a:gdLst/>
            <a:ahLst/>
            <a:cxnLst/>
            <a:rect l="l" t="t" r="r" b="b"/>
            <a:pathLst>
              <a:path w="129487" h="99254" extrusionOk="0">
                <a:moveTo>
                  <a:pt x="56002" y="25805"/>
                </a:moveTo>
                <a:cubicBezTo>
                  <a:pt x="56006" y="25805"/>
                  <a:pt x="56005" y="25909"/>
                  <a:pt x="55990" y="26019"/>
                </a:cubicBezTo>
                <a:cubicBezTo>
                  <a:pt x="55994" y="25863"/>
                  <a:pt x="56000" y="25805"/>
                  <a:pt x="56002" y="25805"/>
                </a:cubicBezTo>
                <a:close/>
                <a:moveTo>
                  <a:pt x="129487" y="0"/>
                </a:moveTo>
                <a:cubicBezTo>
                  <a:pt x="124318" y="4664"/>
                  <a:pt x="119091" y="9270"/>
                  <a:pt x="113774" y="13775"/>
                </a:cubicBezTo>
                <a:cubicBezTo>
                  <a:pt x="105593" y="20707"/>
                  <a:pt x="97206" y="27405"/>
                  <a:pt x="88531" y="33721"/>
                </a:cubicBezTo>
                <a:cubicBezTo>
                  <a:pt x="87591" y="34407"/>
                  <a:pt x="86640" y="35246"/>
                  <a:pt x="85631" y="35846"/>
                </a:cubicBezTo>
                <a:cubicBezTo>
                  <a:pt x="85679" y="35818"/>
                  <a:pt x="85711" y="35801"/>
                  <a:pt x="85714" y="35801"/>
                </a:cubicBezTo>
                <a:lnTo>
                  <a:pt x="85714" y="35801"/>
                </a:lnTo>
                <a:cubicBezTo>
                  <a:pt x="85718" y="35801"/>
                  <a:pt x="85636" y="35849"/>
                  <a:pt x="85397" y="35979"/>
                </a:cubicBezTo>
                <a:cubicBezTo>
                  <a:pt x="85344" y="36011"/>
                  <a:pt x="85291" y="36053"/>
                  <a:pt x="85254" y="36080"/>
                </a:cubicBezTo>
                <a:cubicBezTo>
                  <a:pt x="85046" y="36245"/>
                  <a:pt x="84834" y="36409"/>
                  <a:pt x="84627" y="36574"/>
                </a:cubicBezTo>
                <a:cubicBezTo>
                  <a:pt x="83554" y="37445"/>
                  <a:pt x="82475" y="38322"/>
                  <a:pt x="81381" y="39177"/>
                </a:cubicBezTo>
                <a:cubicBezTo>
                  <a:pt x="78566" y="41381"/>
                  <a:pt x="75692" y="43559"/>
                  <a:pt x="72563" y="45312"/>
                </a:cubicBezTo>
                <a:cubicBezTo>
                  <a:pt x="69876" y="46823"/>
                  <a:pt x="66711" y="48301"/>
                  <a:pt x="63543" y="48301"/>
                </a:cubicBezTo>
                <a:cubicBezTo>
                  <a:pt x="63336" y="48301"/>
                  <a:pt x="63129" y="48295"/>
                  <a:pt x="62922" y="48282"/>
                </a:cubicBezTo>
                <a:cubicBezTo>
                  <a:pt x="58911" y="48037"/>
                  <a:pt x="55655" y="45201"/>
                  <a:pt x="54561" y="41365"/>
                </a:cubicBezTo>
                <a:cubicBezTo>
                  <a:pt x="53472" y="37551"/>
                  <a:pt x="54295" y="33371"/>
                  <a:pt x="55161" y="29599"/>
                </a:cubicBezTo>
                <a:cubicBezTo>
                  <a:pt x="55347" y="28781"/>
                  <a:pt x="55543" y="27968"/>
                  <a:pt x="55735" y="27156"/>
                </a:cubicBezTo>
                <a:cubicBezTo>
                  <a:pt x="55814" y="26816"/>
                  <a:pt x="55883" y="26465"/>
                  <a:pt x="55968" y="26125"/>
                </a:cubicBezTo>
                <a:cubicBezTo>
                  <a:pt x="55974" y="26093"/>
                  <a:pt x="55984" y="26051"/>
                  <a:pt x="55990" y="26019"/>
                </a:cubicBezTo>
                <a:lnTo>
                  <a:pt x="55990" y="26019"/>
                </a:lnTo>
                <a:cubicBezTo>
                  <a:pt x="55990" y="26083"/>
                  <a:pt x="55984" y="26162"/>
                  <a:pt x="55984" y="26263"/>
                </a:cubicBezTo>
                <a:cubicBezTo>
                  <a:pt x="55990" y="26051"/>
                  <a:pt x="56037" y="25812"/>
                  <a:pt x="56064" y="25599"/>
                </a:cubicBezTo>
                <a:cubicBezTo>
                  <a:pt x="56282" y="23628"/>
                  <a:pt x="56319" y="21684"/>
                  <a:pt x="56170" y="19703"/>
                </a:cubicBezTo>
                <a:lnTo>
                  <a:pt x="56170" y="19698"/>
                </a:lnTo>
                <a:cubicBezTo>
                  <a:pt x="56149" y="19570"/>
                  <a:pt x="56128" y="19443"/>
                  <a:pt x="56101" y="19320"/>
                </a:cubicBezTo>
                <a:cubicBezTo>
                  <a:pt x="56037" y="18980"/>
                  <a:pt x="55963" y="18646"/>
                  <a:pt x="55867" y="18316"/>
                </a:cubicBezTo>
                <a:cubicBezTo>
                  <a:pt x="55798" y="18056"/>
                  <a:pt x="55697" y="17806"/>
                  <a:pt x="55618" y="17546"/>
                </a:cubicBezTo>
                <a:cubicBezTo>
                  <a:pt x="55575" y="17466"/>
                  <a:pt x="55538" y="17382"/>
                  <a:pt x="55496" y="17302"/>
                </a:cubicBezTo>
                <a:cubicBezTo>
                  <a:pt x="55384" y="17089"/>
                  <a:pt x="55108" y="16802"/>
                  <a:pt x="55007" y="16569"/>
                </a:cubicBezTo>
                <a:lnTo>
                  <a:pt x="54986" y="16548"/>
                </a:lnTo>
                <a:cubicBezTo>
                  <a:pt x="54975" y="16537"/>
                  <a:pt x="54959" y="16532"/>
                  <a:pt x="54948" y="16516"/>
                </a:cubicBezTo>
                <a:cubicBezTo>
                  <a:pt x="54946" y="16519"/>
                  <a:pt x="54941" y="16521"/>
                  <a:pt x="54934" y="16521"/>
                </a:cubicBezTo>
                <a:cubicBezTo>
                  <a:pt x="54889" y="16521"/>
                  <a:pt x="54760" y="16441"/>
                  <a:pt x="54577" y="16202"/>
                </a:cubicBezTo>
                <a:cubicBezTo>
                  <a:pt x="54550" y="16186"/>
                  <a:pt x="54524" y="16170"/>
                  <a:pt x="54497" y="16149"/>
                </a:cubicBezTo>
                <a:cubicBezTo>
                  <a:pt x="54401" y="16096"/>
                  <a:pt x="54295" y="16053"/>
                  <a:pt x="54189" y="16000"/>
                </a:cubicBezTo>
                <a:cubicBezTo>
                  <a:pt x="54029" y="15947"/>
                  <a:pt x="53865" y="15894"/>
                  <a:pt x="53700" y="15846"/>
                </a:cubicBezTo>
                <a:cubicBezTo>
                  <a:pt x="53525" y="15799"/>
                  <a:pt x="53328" y="15788"/>
                  <a:pt x="53142" y="15751"/>
                </a:cubicBezTo>
                <a:cubicBezTo>
                  <a:pt x="53095" y="15745"/>
                  <a:pt x="53047" y="15745"/>
                  <a:pt x="52999" y="15740"/>
                </a:cubicBezTo>
                <a:cubicBezTo>
                  <a:pt x="52887" y="15735"/>
                  <a:pt x="52776" y="15733"/>
                  <a:pt x="52665" y="15733"/>
                </a:cubicBezTo>
                <a:cubicBezTo>
                  <a:pt x="52190" y="15733"/>
                  <a:pt x="51720" y="15773"/>
                  <a:pt x="51246" y="15799"/>
                </a:cubicBezTo>
                <a:cubicBezTo>
                  <a:pt x="51177" y="15814"/>
                  <a:pt x="51108" y="15820"/>
                  <a:pt x="51034" y="15830"/>
                </a:cubicBezTo>
                <a:cubicBezTo>
                  <a:pt x="50715" y="15894"/>
                  <a:pt x="50396" y="15953"/>
                  <a:pt x="50088" y="16027"/>
                </a:cubicBezTo>
                <a:cubicBezTo>
                  <a:pt x="48696" y="16346"/>
                  <a:pt x="47342" y="16802"/>
                  <a:pt x="46024" y="17328"/>
                </a:cubicBezTo>
                <a:cubicBezTo>
                  <a:pt x="45947" y="17357"/>
                  <a:pt x="45399" y="17569"/>
                  <a:pt x="45407" y="17569"/>
                </a:cubicBezTo>
                <a:cubicBezTo>
                  <a:pt x="45409" y="17569"/>
                  <a:pt x="45464" y="17549"/>
                  <a:pt x="45599" y="17498"/>
                </a:cubicBezTo>
                <a:cubicBezTo>
                  <a:pt x="45755" y="17439"/>
                  <a:pt x="45815" y="17417"/>
                  <a:pt x="45818" y="17417"/>
                </a:cubicBezTo>
                <a:lnTo>
                  <a:pt x="45818" y="17417"/>
                </a:lnTo>
                <a:cubicBezTo>
                  <a:pt x="45827" y="17417"/>
                  <a:pt x="45427" y="17576"/>
                  <a:pt x="45376" y="17599"/>
                </a:cubicBezTo>
                <a:cubicBezTo>
                  <a:pt x="45015" y="17759"/>
                  <a:pt x="44648" y="17923"/>
                  <a:pt x="44282" y="18099"/>
                </a:cubicBezTo>
                <a:cubicBezTo>
                  <a:pt x="43570" y="18428"/>
                  <a:pt x="42869" y="18779"/>
                  <a:pt x="42173" y="19140"/>
                </a:cubicBezTo>
                <a:cubicBezTo>
                  <a:pt x="38694" y="20941"/>
                  <a:pt x="35379" y="23002"/>
                  <a:pt x="32202" y="25296"/>
                </a:cubicBezTo>
                <a:cubicBezTo>
                  <a:pt x="31103" y="26093"/>
                  <a:pt x="30008" y="26917"/>
                  <a:pt x="28925" y="27740"/>
                </a:cubicBezTo>
                <a:cubicBezTo>
                  <a:pt x="28904" y="27756"/>
                  <a:pt x="28734" y="27883"/>
                  <a:pt x="28659" y="27942"/>
                </a:cubicBezTo>
                <a:lnTo>
                  <a:pt x="28022" y="28441"/>
                </a:lnTo>
                <a:cubicBezTo>
                  <a:pt x="27528" y="28829"/>
                  <a:pt x="27039" y="29211"/>
                  <a:pt x="26556" y="29605"/>
                </a:cubicBezTo>
                <a:cubicBezTo>
                  <a:pt x="24548" y="31209"/>
                  <a:pt x="22577" y="32850"/>
                  <a:pt x="20622" y="34529"/>
                </a:cubicBezTo>
                <a:cubicBezTo>
                  <a:pt x="16739" y="37870"/>
                  <a:pt x="12957" y="41323"/>
                  <a:pt x="9217" y="44824"/>
                </a:cubicBezTo>
                <a:cubicBezTo>
                  <a:pt x="6131" y="47729"/>
                  <a:pt x="3071" y="50646"/>
                  <a:pt x="1" y="53546"/>
                </a:cubicBezTo>
                <a:lnTo>
                  <a:pt x="1" y="98189"/>
                </a:lnTo>
                <a:cubicBezTo>
                  <a:pt x="5308" y="93774"/>
                  <a:pt x="10747" y="89530"/>
                  <a:pt x="16484" y="85684"/>
                </a:cubicBezTo>
                <a:cubicBezTo>
                  <a:pt x="21573" y="82274"/>
                  <a:pt x="26890" y="79416"/>
                  <a:pt x="32394" y="76717"/>
                </a:cubicBezTo>
                <a:cubicBezTo>
                  <a:pt x="35836" y="75023"/>
                  <a:pt x="39198" y="73254"/>
                  <a:pt x="42901" y="72165"/>
                </a:cubicBezTo>
                <a:cubicBezTo>
                  <a:pt x="44777" y="71614"/>
                  <a:pt x="46911" y="71173"/>
                  <a:pt x="48992" y="71173"/>
                </a:cubicBezTo>
                <a:cubicBezTo>
                  <a:pt x="51525" y="71173"/>
                  <a:pt x="53981" y="71825"/>
                  <a:pt x="55804" y="73726"/>
                </a:cubicBezTo>
                <a:cubicBezTo>
                  <a:pt x="59150" y="77232"/>
                  <a:pt x="58029" y="82305"/>
                  <a:pt x="56919" y="86518"/>
                </a:cubicBezTo>
                <a:cubicBezTo>
                  <a:pt x="56393" y="88499"/>
                  <a:pt x="55777" y="90465"/>
                  <a:pt x="55347" y="92473"/>
                </a:cubicBezTo>
                <a:cubicBezTo>
                  <a:pt x="55294" y="92712"/>
                  <a:pt x="55246" y="92956"/>
                  <a:pt x="55198" y="93200"/>
                </a:cubicBezTo>
                <a:cubicBezTo>
                  <a:pt x="55193" y="93227"/>
                  <a:pt x="55188" y="93270"/>
                  <a:pt x="55182" y="93317"/>
                </a:cubicBezTo>
                <a:cubicBezTo>
                  <a:pt x="55166" y="93413"/>
                  <a:pt x="55156" y="93530"/>
                  <a:pt x="55156" y="93583"/>
                </a:cubicBezTo>
                <a:cubicBezTo>
                  <a:pt x="55140" y="93748"/>
                  <a:pt x="55134" y="93918"/>
                  <a:pt x="55134" y="94088"/>
                </a:cubicBezTo>
                <a:cubicBezTo>
                  <a:pt x="55134" y="94444"/>
                  <a:pt x="55188" y="94794"/>
                  <a:pt x="55219" y="95155"/>
                </a:cubicBezTo>
                <a:cubicBezTo>
                  <a:pt x="55251" y="95325"/>
                  <a:pt x="55278" y="95501"/>
                  <a:pt x="55315" y="95671"/>
                </a:cubicBezTo>
                <a:cubicBezTo>
                  <a:pt x="55437" y="96287"/>
                  <a:pt x="55756" y="96919"/>
                  <a:pt x="55873" y="97535"/>
                </a:cubicBezTo>
                <a:cubicBezTo>
                  <a:pt x="55910" y="97625"/>
                  <a:pt x="55958" y="97705"/>
                  <a:pt x="56006" y="97785"/>
                </a:cubicBezTo>
                <a:cubicBezTo>
                  <a:pt x="56112" y="97971"/>
                  <a:pt x="56245" y="98141"/>
                  <a:pt x="56356" y="98327"/>
                </a:cubicBezTo>
                <a:cubicBezTo>
                  <a:pt x="56404" y="98380"/>
                  <a:pt x="56446" y="98433"/>
                  <a:pt x="56500" y="98486"/>
                </a:cubicBezTo>
                <a:cubicBezTo>
                  <a:pt x="56537" y="98523"/>
                  <a:pt x="56569" y="98555"/>
                  <a:pt x="56601" y="98582"/>
                </a:cubicBezTo>
                <a:cubicBezTo>
                  <a:pt x="56781" y="98693"/>
                  <a:pt x="56956" y="98853"/>
                  <a:pt x="57137" y="98948"/>
                </a:cubicBezTo>
                <a:cubicBezTo>
                  <a:pt x="57158" y="98953"/>
                  <a:pt x="57180" y="98964"/>
                  <a:pt x="57190" y="98975"/>
                </a:cubicBezTo>
                <a:cubicBezTo>
                  <a:pt x="57403" y="99033"/>
                  <a:pt x="57610" y="99113"/>
                  <a:pt x="57822" y="99166"/>
                </a:cubicBezTo>
                <a:cubicBezTo>
                  <a:pt x="57875" y="99177"/>
                  <a:pt x="57971" y="99198"/>
                  <a:pt x="58067" y="99214"/>
                </a:cubicBezTo>
                <a:cubicBezTo>
                  <a:pt x="58247" y="99224"/>
                  <a:pt x="58508" y="99251"/>
                  <a:pt x="58614" y="99251"/>
                </a:cubicBezTo>
                <a:cubicBezTo>
                  <a:pt x="58688" y="99252"/>
                  <a:pt x="58762" y="99253"/>
                  <a:pt x="58836" y="99253"/>
                </a:cubicBezTo>
                <a:cubicBezTo>
                  <a:pt x="59038" y="99253"/>
                  <a:pt x="59240" y="99248"/>
                  <a:pt x="59442" y="99240"/>
                </a:cubicBezTo>
                <a:cubicBezTo>
                  <a:pt x="59570" y="99230"/>
                  <a:pt x="59947" y="99192"/>
                  <a:pt x="60133" y="99171"/>
                </a:cubicBezTo>
                <a:cubicBezTo>
                  <a:pt x="60271" y="99150"/>
                  <a:pt x="60404" y="99123"/>
                  <a:pt x="60473" y="99113"/>
                </a:cubicBezTo>
                <a:cubicBezTo>
                  <a:pt x="61158" y="98980"/>
                  <a:pt x="61833" y="98805"/>
                  <a:pt x="62502" y="98603"/>
                </a:cubicBezTo>
                <a:cubicBezTo>
                  <a:pt x="63193" y="98396"/>
                  <a:pt x="63878" y="98157"/>
                  <a:pt x="64558" y="97891"/>
                </a:cubicBezTo>
                <a:cubicBezTo>
                  <a:pt x="64733" y="97822"/>
                  <a:pt x="64914" y="97753"/>
                  <a:pt x="65089" y="97679"/>
                </a:cubicBezTo>
                <a:cubicBezTo>
                  <a:pt x="65387" y="97546"/>
                  <a:pt x="65689" y="97413"/>
                  <a:pt x="65998" y="97275"/>
                </a:cubicBezTo>
                <a:cubicBezTo>
                  <a:pt x="67522" y="96568"/>
                  <a:pt x="69009" y="95777"/>
                  <a:pt x="70470" y="94938"/>
                </a:cubicBezTo>
                <a:cubicBezTo>
                  <a:pt x="73514" y="93190"/>
                  <a:pt x="76430" y="91235"/>
                  <a:pt x="79272" y="89185"/>
                </a:cubicBezTo>
                <a:cubicBezTo>
                  <a:pt x="80600" y="88228"/>
                  <a:pt x="81907" y="87240"/>
                  <a:pt x="83214" y="86242"/>
                </a:cubicBezTo>
                <a:lnTo>
                  <a:pt x="83655" y="85907"/>
                </a:lnTo>
                <a:cubicBezTo>
                  <a:pt x="83963" y="85657"/>
                  <a:pt x="84271" y="85418"/>
                  <a:pt x="84584" y="85174"/>
                </a:cubicBezTo>
                <a:cubicBezTo>
                  <a:pt x="85142" y="84728"/>
                  <a:pt x="85705" y="84287"/>
                  <a:pt x="86258" y="83835"/>
                </a:cubicBezTo>
                <a:cubicBezTo>
                  <a:pt x="92781" y="78539"/>
                  <a:pt x="99129" y="73009"/>
                  <a:pt x="105413" y="67432"/>
                </a:cubicBezTo>
                <a:cubicBezTo>
                  <a:pt x="113540" y="60207"/>
                  <a:pt x="121514" y="52818"/>
                  <a:pt x="129487" y="45429"/>
                </a:cubicBezTo>
                <a:lnTo>
                  <a:pt x="129487" y="0"/>
                </a:lnTo>
                <a:close/>
              </a:path>
            </a:pathLst>
          </a:custGeom>
          <a:solidFill>
            <a:srgbClr val="FFFFFF">
              <a:alpha val="12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8"/>
          <p:cNvSpPr/>
          <p:nvPr/>
        </p:nvSpPr>
        <p:spPr>
          <a:xfrm>
            <a:off x="217167" y="278723"/>
            <a:ext cx="8645699" cy="4586055"/>
          </a:xfrm>
          <a:custGeom>
            <a:avLst/>
            <a:gdLst/>
            <a:ahLst/>
            <a:cxnLst/>
            <a:rect l="l" t="t" r="r" b="b"/>
            <a:pathLst>
              <a:path w="118252" h="62726" extrusionOk="0">
                <a:moveTo>
                  <a:pt x="2503" y="2598"/>
                </a:moveTo>
                <a:cubicBezTo>
                  <a:pt x="2506" y="2598"/>
                  <a:pt x="2509" y="2598"/>
                  <a:pt x="2513" y="2598"/>
                </a:cubicBezTo>
                <a:cubicBezTo>
                  <a:pt x="2975" y="2598"/>
                  <a:pt x="3347" y="2986"/>
                  <a:pt x="3347" y="3448"/>
                </a:cubicBezTo>
                <a:cubicBezTo>
                  <a:pt x="3347" y="3916"/>
                  <a:pt x="2964" y="4287"/>
                  <a:pt x="2497" y="4287"/>
                </a:cubicBezTo>
                <a:cubicBezTo>
                  <a:pt x="2035" y="4287"/>
                  <a:pt x="1663" y="3900"/>
                  <a:pt x="1663" y="3437"/>
                </a:cubicBezTo>
                <a:cubicBezTo>
                  <a:pt x="1668" y="2973"/>
                  <a:pt x="2040" y="2598"/>
                  <a:pt x="2503" y="2598"/>
                </a:cubicBezTo>
                <a:close/>
                <a:moveTo>
                  <a:pt x="2544" y="6874"/>
                </a:moveTo>
                <a:cubicBezTo>
                  <a:pt x="3007" y="6874"/>
                  <a:pt x="3378" y="7257"/>
                  <a:pt x="3378" y="7724"/>
                </a:cubicBezTo>
                <a:cubicBezTo>
                  <a:pt x="3378" y="8192"/>
                  <a:pt x="3001" y="8558"/>
                  <a:pt x="2529" y="8558"/>
                </a:cubicBezTo>
                <a:cubicBezTo>
                  <a:pt x="2066" y="8558"/>
                  <a:pt x="1695" y="8176"/>
                  <a:pt x="1695" y="7708"/>
                </a:cubicBezTo>
                <a:cubicBezTo>
                  <a:pt x="1695" y="7246"/>
                  <a:pt x="2077" y="6874"/>
                  <a:pt x="2544" y="6874"/>
                </a:cubicBezTo>
                <a:close/>
                <a:moveTo>
                  <a:pt x="2582" y="11151"/>
                </a:moveTo>
                <a:cubicBezTo>
                  <a:pt x="3049" y="11151"/>
                  <a:pt x="3421" y="11538"/>
                  <a:pt x="3421" y="12001"/>
                </a:cubicBezTo>
                <a:cubicBezTo>
                  <a:pt x="3416" y="12468"/>
                  <a:pt x="3033" y="12840"/>
                  <a:pt x="2571" y="12840"/>
                </a:cubicBezTo>
                <a:cubicBezTo>
                  <a:pt x="2104" y="12840"/>
                  <a:pt x="1732" y="12452"/>
                  <a:pt x="1732" y="11990"/>
                </a:cubicBezTo>
                <a:cubicBezTo>
                  <a:pt x="1732" y="11522"/>
                  <a:pt x="2120" y="11151"/>
                  <a:pt x="2582" y="11151"/>
                </a:cubicBezTo>
                <a:close/>
                <a:moveTo>
                  <a:pt x="2619" y="15427"/>
                </a:moveTo>
                <a:cubicBezTo>
                  <a:pt x="3081" y="15427"/>
                  <a:pt x="3453" y="15815"/>
                  <a:pt x="3453" y="16277"/>
                </a:cubicBezTo>
                <a:cubicBezTo>
                  <a:pt x="3448" y="16741"/>
                  <a:pt x="3076" y="17116"/>
                  <a:pt x="2613" y="17116"/>
                </a:cubicBezTo>
                <a:cubicBezTo>
                  <a:pt x="2609" y="17116"/>
                  <a:pt x="2606" y="17116"/>
                  <a:pt x="2603" y="17116"/>
                </a:cubicBezTo>
                <a:cubicBezTo>
                  <a:pt x="2141" y="17116"/>
                  <a:pt x="1764" y="16728"/>
                  <a:pt x="1764" y="16266"/>
                </a:cubicBezTo>
                <a:cubicBezTo>
                  <a:pt x="1764" y="15799"/>
                  <a:pt x="2151" y="15427"/>
                  <a:pt x="2619" y="15427"/>
                </a:cubicBezTo>
                <a:close/>
                <a:moveTo>
                  <a:pt x="2656" y="19703"/>
                </a:moveTo>
                <a:cubicBezTo>
                  <a:pt x="3124" y="19703"/>
                  <a:pt x="3495" y="20091"/>
                  <a:pt x="3495" y="20553"/>
                </a:cubicBezTo>
                <a:cubicBezTo>
                  <a:pt x="3485" y="21017"/>
                  <a:pt x="3113" y="21392"/>
                  <a:pt x="2655" y="21392"/>
                </a:cubicBezTo>
                <a:cubicBezTo>
                  <a:pt x="2652" y="21392"/>
                  <a:pt x="2649" y="21392"/>
                  <a:pt x="2645" y="21392"/>
                </a:cubicBezTo>
                <a:cubicBezTo>
                  <a:pt x="2178" y="21392"/>
                  <a:pt x="1806" y="21004"/>
                  <a:pt x="1806" y="20542"/>
                </a:cubicBezTo>
                <a:cubicBezTo>
                  <a:pt x="1806" y="20075"/>
                  <a:pt x="2194" y="19703"/>
                  <a:pt x="2656" y="19703"/>
                </a:cubicBezTo>
                <a:close/>
                <a:moveTo>
                  <a:pt x="2688" y="23985"/>
                </a:moveTo>
                <a:cubicBezTo>
                  <a:pt x="3155" y="23985"/>
                  <a:pt x="3527" y="24372"/>
                  <a:pt x="3527" y="24834"/>
                </a:cubicBezTo>
                <a:cubicBezTo>
                  <a:pt x="3522" y="25302"/>
                  <a:pt x="3139" y="25674"/>
                  <a:pt x="2677" y="25674"/>
                </a:cubicBezTo>
                <a:cubicBezTo>
                  <a:pt x="2210" y="25674"/>
                  <a:pt x="1838" y="25286"/>
                  <a:pt x="1838" y="24824"/>
                </a:cubicBezTo>
                <a:cubicBezTo>
                  <a:pt x="1838" y="24356"/>
                  <a:pt x="2226" y="23985"/>
                  <a:pt x="2688" y="23985"/>
                </a:cubicBezTo>
                <a:close/>
                <a:moveTo>
                  <a:pt x="2720" y="28261"/>
                </a:moveTo>
                <a:cubicBezTo>
                  <a:pt x="3187" y="28271"/>
                  <a:pt x="3564" y="28649"/>
                  <a:pt x="3559" y="29111"/>
                </a:cubicBezTo>
                <a:cubicBezTo>
                  <a:pt x="3559" y="29578"/>
                  <a:pt x="3171" y="29950"/>
                  <a:pt x="2709" y="29950"/>
                </a:cubicBezTo>
                <a:cubicBezTo>
                  <a:pt x="2242" y="29950"/>
                  <a:pt x="1870" y="29562"/>
                  <a:pt x="1870" y="29100"/>
                </a:cubicBezTo>
                <a:cubicBezTo>
                  <a:pt x="1870" y="28633"/>
                  <a:pt x="2258" y="28261"/>
                  <a:pt x="2720" y="28261"/>
                </a:cubicBezTo>
                <a:close/>
                <a:moveTo>
                  <a:pt x="2493" y="32786"/>
                </a:moveTo>
                <a:cubicBezTo>
                  <a:pt x="2500" y="32786"/>
                  <a:pt x="2506" y="32786"/>
                  <a:pt x="2513" y="32787"/>
                </a:cubicBezTo>
                <a:cubicBezTo>
                  <a:pt x="2975" y="32787"/>
                  <a:pt x="3347" y="33169"/>
                  <a:pt x="3347" y="33637"/>
                </a:cubicBezTo>
                <a:cubicBezTo>
                  <a:pt x="3347" y="34099"/>
                  <a:pt x="2964" y="34471"/>
                  <a:pt x="2497" y="34471"/>
                </a:cubicBezTo>
                <a:cubicBezTo>
                  <a:pt x="2035" y="34471"/>
                  <a:pt x="1663" y="34088"/>
                  <a:pt x="1663" y="33621"/>
                </a:cubicBezTo>
                <a:cubicBezTo>
                  <a:pt x="1668" y="33154"/>
                  <a:pt x="2035" y="32786"/>
                  <a:pt x="2493" y="32786"/>
                </a:cubicBezTo>
                <a:close/>
                <a:moveTo>
                  <a:pt x="2525" y="37063"/>
                </a:moveTo>
                <a:cubicBezTo>
                  <a:pt x="2532" y="37063"/>
                  <a:pt x="2538" y="37063"/>
                  <a:pt x="2544" y="37063"/>
                </a:cubicBezTo>
                <a:cubicBezTo>
                  <a:pt x="3007" y="37063"/>
                  <a:pt x="3378" y="37445"/>
                  <a:pt x="3378" y="37913"/>
                </a:cubicBezTo>
                <a:cubicBezTo>
                  <a:pt x="3378" y="38375"/>
                  <a:pt x="2996" y="38747"/>
                  <a:pt x="2529" y="38747"/>
                </a:cubicBezTo>
                <a:cubicBezTo>
                  <a:pt x="2066" y="38747"/>
                  <a:pt x="1695" y="38364"/>
                  <a:pt x="1695" y="37897"/>
                </a:cubicBezTo>
                <a:cubicBezTo>
                  <a:pt x="1700" y="37441"/>
                  <a:pt x="2067" y="37063"/>
                  <a:pt x="2525" y="37063"/>
                </a:cubicBezTo>
                <a:close/>
                <a:moveTo>
                  <a:pt x="2582" y="41339"/>
                </a:moveTo>
                <a:cubicBezTo>
                  <a:pt x="3049" y="41339"/>
                  <a:pt x="3421" y="41721"/>
                  <a:pt x="3421" y="42189"/>
                </a:cubicBezTo>
                <a:cubicBezTo>
                  <a:pt x="3421" y="42651"/>
                  <a:pt x="3033" y="43023"/>
                  <a:pt x="2571" y="43023"/>
                </a:cubicBezTo>
                <a:cubicBezTo>
                  <a:pt x="2104" y="43023"/>
                  <a:pt x="1732" y="42640"/>
                  <a:pt x="1732" y="42173"/>
                </a:cubicBezTo>
                <a:cubicBezTo>
                  <a:pt x="1732" y="41711"/>
                  <a:pt x="2120" y="41339"/>
                  <a:pt x="2582" y="41339"/>
                </a:cubicBezTo>
                <a:close/>
                <a:moveTo>
                  <a:pt x="2619" y="45615"/>
                </a:moveTo>
                <a:cubicBezTo>
                  <a:pt x="3081" y="45615"/>
                  <a:pt x="3453" y="45998"/>
                  <a:pt x="3453" y="46465"/>
                </a:cubicBezTo>
                <a:cubicBezTo>
                  <a:pt x="3453" y="46927"/>
                  <a:pt x="3070" y="47299"/>
                  <a:pt x="2603" y="47299"/>
                </a:cubicBezTo>
                <a:cubicBezTo>
                  <a:pt x="2141" y="47299"/>
                  <a:pt x="1764" y="46917"/>
                  <a:pt x="1764" y="46449"/>
                </a:cubicBezTo>
                <a:cubicBezTo>
                  <a:pt x="1764" y="45987"/>
                  <a:pt x="2151" y="45615"/>
                  <a:pt x="2619" y="45615"/>
                </a:cubicBezTo>
                <a:close/>
                <a:moveTo>
                  <a:pt x="2651" y="49891"/>
                </a:moveTo>
                <a:cubicBezTo>
                  <a:pt x="3113" y="49891"/>
                  <a:pt x="3485" y="50274"/>
                  <a:pt x="3485" y="50736"/>
                </a:cubicBezTo>
                <a:cubicBezTo>
                  <a:pt x="3485" y="51204"/>
                  <a:pt x="3102" y="51575"/>
                  <a:pt x="2635" y="51575"/>
                </a:cubicBezTo>
                <a:cubicBezTo>
                  <a:pt x="2173" y="51575"/>
                  <a:pt x="1801" y="51193"/>
                  <a:pt x="1801" y="50725"/>
                </a:cubicBezTo>
                <a:cubicBezTo>
                  <a:pt x="1806" y="50263"/>
                  <a:pt x="2183" y="49891"/>
                  <a:pt x="2651" y="49891"/>
                </a:cubicBezTo>
                <a:close/>
                <a:moveTo>
                  <a:pt x="2678" y="54173"/>
                </a:moveTo>
                <a:cubicBezTo>
                  <a:pt x="2681" y="54173"/>
                  <a:pt x="2685" y="54173"/>
                  <a:pt x="2688" y="54173"/>
                </a:cubicBezTo>
                <a:cubicBezTo>
                  <a:pt x="3155" y="54173"/>
                  <a:pt x="3527" y="54555"/>
                  <a:pt x="3527" y="55023"/>
                </a:cubicBezTo>
                <a:cubicBezTo>
                  <a:pt x="3527" y="55485"/>
                  <a:pt x="3139" y="55857"/>
                  <a:pt x="2677" y="55857"/>
                </a:cubicBezTo>
                <a:cubicBezTo>
                  <a:pt x="2210" y="55857"/>
                  <a:pt x="1838" y="55474"/>
                  <a:pt x="1838" y="55007"/>
                </a:cubicBezTo>
                <a:cubicBezTo>
                  <a:pt x="1838" y="54548"/>
                  <a:pt x="2220" y="54173"/>
                  <a:pt x="2678" y="54173"/>
                </a:cubicBezTo>
                <a:close/>
                <a:moveTo>
                  <a:pt x="2725" y="58449"/>
                </a:moveTo>
                <a:cubicBezTo>
                  <a:pt x="3187" y="58449"/>
                  <a:pt x="3559" y="58832"/>
                  <a:pt x="3559" y="59299"/>
                </a:cubicBezTo>
                <a:cubicBezTo>
                  <a:pt x="3559" y="59761"/>
                  <a:pt x="3177" y="60133"/>
                  <a:pt x="2709" y="60133"/>
                </a:cubicBezTo>
                <a:cubicBezTo>
                  <a:pt x="2247" y="60133"/>
                  <a:pt x="1875" y="59751"/>
                  <a:pt x="1875" y="59283"/>
                </a:cubicBezTo>
                <a:cubicBezTo>
                  <a:pt x="1875" y="58821"/>
                  <a:pt x="2258" y="58449"/>
                  <a:pt x="2725" y="58449"/>
                </a:cubicBezTo>
                <a:close/>
                <a:moveTo>
                  <a:pt x="0" y="1"/>
                </a:moveTo>
                <a:lnTo>
                  <a:pt x="0" y="30189"/>
                </a:lnTo>
                <a:lnTo>
                  <a:pt x="0" y="32537"/>
                </a:lnTo>
                <a:lnTo>
                  <a:pt x="0" y="62725"/>
                </a:lnTo>
                <a:lnTo>
                  <a:pt x="118251" y="62725"/>
                </a:lnTo>
                <a:lnTo>
                  <a:pt x="118251" y="32537"/>
                </a:lnTo>
                <a:lnTo>
                  <a:pt x="118251" y="30189"/>
                </a:lnTo>
                <a:lnTo>
                  <a:pt x="118251" y="1"/>
                </a:lnTo>
                <a:close/>
              </a:path>
            </a:pathLst>
          </a:custGeom>
          <a:solidFill>
            <a:schemeClr val="l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8"/>
          <p:cNvSpPr txBox="1">
            <a:spLocks noGrp="1"/>
          </p:cNvSpPr>
          <p:nvPr>
            <p:ph type="title"/>
          </p:nvPr>
        </p:nvSpPr>
        <p:spPr>
          <a:xfrm>
            <a:off x="1388100" y="1307100"/>
            <a:ext cx="6367800" cy="25293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6000"/>
              <a:buNone/>
              <a:defRPr sz="6000"/>
            </a:lvl1pPr>
            <a:lvl2pPr lvl="1" algn="ctr" rtl="0">
              <a:lnSpc>
                <a:spcPct val="100000"/>
              </a:lnSpc>
              <a:spcBef>
                <a:spcPts val="0"/>
              </a:spcBef>
              <a:spcAft>
                <a:spcPts val="0"/>
              </a:spcAft>
              <a:buSzPts val="6000"/>
              <a:buNone/>
              <a:defRPr sz="6000"/>
            </a:lvl2pPr>
            <a:lvl3pPr lvl="2" algn="ctr" rtl="0">
              <a:lnSpc>
                <a:spcPct val="100000"/>
              </a:lnSpc>
              <a:spcBef>
                <a:spcPts val="0"/>
              </a:spcBef>
              <a:spcAft>
                <a:spcPts val="0"/>
              </a:spcAft>
              <a:buSzPts val="6000"/>
              <a:buNone/>
              <a:defRPr sz="6000"/>
            </a:lvl3pPr>
            <a:lvl4pPr lvl="3" algn="ctr" rtl="0">
              <a:lnSpc>
                <a:spcPct val="100000"/>
              </a:lnSpc>
              <a:spcBef>
                <a:spcPts val="0"/>
              </a:spcBef>
              <a:spcAft>
                <a:spcPts val="0"/>
              </a:spcAft>
              <a:buSzPts val="6000"/>
              <a:buNone/>
              <a:defRPr sz="6000"/>
            </a:lvl4pPr>
            <a:lvl5pPr lvl="4" algn="ctr" rtl="0">
              <a:lnSpc>
                <a:spcPct val="100000"/>
              </a:lnSpc>
              <a:spcBef>
                <a:spcPts val="0"/>
              </a:spcBef>
              <a:spcAft>
                <a:spcPts val="0"/>
              </a:spcAft>
              <a:buSzPts val="6000"/>
              <a:buNone/>
              <a:defRPr sz="6000"/>
            </a:lvl5pPr>
            <a:lvl6pPr lvl="5" algn="ctr" rtl="0">
              <a:lnSpc>
                <a:spcPct val="100000"/>
              </a:lnSpc>
              <a:spcBef>
                <a:spcPts val="0"/>
              </a:spcBef>
              <a:spcAft>
                <a:spcPts val="0"/>
              </a:spcAft>
              <a:buSzPts val="6000"/>
              <a:buNone/>
              <a:defRPr sz="6000"/>
            </a:lvl6pPr>
            <a:lvl7pPr lvl="6" algn="ctr" rtl="0">
              <a:lnSpc>
                <a:spcPct val="100000"/>
              </a:lnSpc>
              <a:spcBef>
                <a:spcPts val="0"/>
              </a:spcBef>
              <a:spcAft>
                <a:spcPts val="0"/>
              </a:spcAft>
              <a:buSzPts val="6000"/>
              <a:buNone/>
              <a:defRPr sz="6000"/>
            </a:lvl7pPr>
            <a:lvl8pPr lvl="7" algn="ctr" rtl="0">
              <a:lnSpc>
                <a:spcPct val="100000"/>
              </a:lnSpc>
              <a:spcBef>
                <a:spcPts val="0"/>
              </a:spcBef>
              <a:spcAft>
                <a:spcPts val="0"/>
              </a:spcAft>
              <a:buSzPts val="6000"/>
              <a:buNone/>
              <a:defRPr sz="6000"/>
            </a:lvl8pPr>
            <a:lvl9pPr lvl="8" algn="ctr" rtl="0">
              <a:lnSpc>
                <a:spcPct val="100000"/>
              </a:lnSpc>
              <a:spcBef>
                <a:spcPts val="0"/>
              </a:spcBef>
              <a:spcAft>
                <a:spcPts val="0"/>
              </a:spcAft>
              <a:buSzPts val="6000"/>
              <a:buNone/>
              <a:defRPr sz="6000"/>
            </a:lvl9pPr>
          </a:lstStyle>
          <a:p>
            <a:endParaRPr/>
          </a:p>
        </p:txBody>
      </p:sp>
      <p:sp>
        <p:nvSpPr>
          <p:cNvPr id="47" name="Google Shape;47;p8"/>
          <p:cNvSpPr/>
          <p:nvPr/>
        </p:nvSpPr>
        <p:spPr>
          <a:xfrm>
            <a:off x="7241650" y="631563"/>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8"/>
          <p:cNvSpPr/>
          <p:nvPr/>
        </p:nvSpPr>
        <p:spPr>
          <a:xfrm>
            <a:off x="8062138" y="1133738"/>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8"/>
          <p:cNvSpPr/>
          <p:nvPr/>
        </p:nvSpPr>
        <p:spPr>
          <a:xfrm>
            <a:off x="1948913" y="4115113"/>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1"/>
        </a:solidFill>
        <a:effectLst/>
      </p:bgPr>
    </p:bg>
    <p:spTree>
      <p:nvGrpSpPr>
        <p:cNvPr id="1" name="Shape 50"/>
        <p:cNvGrpSpPr/>
        <p:nvPr/>
      </p:nvGrpSpPr>
      <p:grpSpPr>
        <a:xfrm>
          <a:off x="0" y="0"/>
          <a:ext cx="0" cy="0"/>
          <a:chOff x="0" y="0"/>
          <a:chExt cx="0" cy="0"/>
        </a:xfrm>
      </p:grpSpPr>
      <p:sp>
        <p:nvSpPr>
          <p:cNvPr id="51" name="Google Shape;51;p9"/>
          <p:cNvSpPr/>
          <p:nvPr/>
        </p:nvSpPr>
        <p:spPr>
          <a:xfrm>
            <a:off x="-161559" y="-1507575"/>
            <a:ext cx="9467118" cy="7256708"/>
          </a:xfrm>
          <a:custGeom>
            <a:avLst/>
            <a:gdLst/>
            <a:ahLst/>
            <a:cxnLst/>
            <a:rect l="l" t="t" r="r" b="b"/>
            <a:pathLst>
              <a:path w="129487" h="99254" extrusionOk="0">
                <a:moveTo>
                  <a:pt x="56002" y="25805"/>
                </a:moveTo>
                <a:cubicBezTo>
                  <a:pt x="56006" y="25805"/>
                  <a:pt x="56005" y="25909"/>
                  <a:pt x="55990" y="26019"/>
                </a:cubicBezTo>
                <a:cubicBezTo>
                  <a:pt x="55994" y="25863"/>
                  <a:pt x="56000" y="25805"/>
                  <a:pt x="56002" y="25805"/>
                </a:cubicBezTo>
                <a:close/>
                <a:moveTo>
                  <a:pt x="129487" y="0"/>
                </a:moveTo>
                <a:cubicBezTo>
                  <a:pt x="124318" y="4664"/>
                  <a:pt x="119091" y="9270"/>
                  <a:pt x="113774" y="13775"/>
                </a:cubicBezTo>
                <a:cubicBezTo>
                  <a:pt x="105593" y="20707"/>
                  <a:pt x="97206" y="27405"/>
                  <a:pt x="88531" y="33721"/>
                </a:cubicBezTo>
                <a:cubicBezTo>
                  <a:pt x="87591" y="34407"/>
                  <a:pt x="86640" y="35246"/>
                  <a:pt x="85631" y="35846"/>
                </a:cubicBezTo>
                <a:cubicBezTo>
                  <a:pt x="85679" y="35818"/>
                  <a:pt x="85711" y="35801"/>
                  <a:pt x="85714" y="35801"/>
                </a:cubicBezTo>
                <a:lnTo>
                  <a:pt x="85714" y="35801"/>
                </a:lnTo>
                <a:cubicBezTo>
                  <a:pt x="85718" y="35801"/>
                  <a:pt x="85636" y="35849"/>
                  <a:pt x="85397" y="35979"/>
                </a:cubicBezTo>
                <a:cubicBezTo>
                  <a:pt x="85344" y="36011"/>
                  <a:pt x="85291" y="36053"/>
                  <a:pt x="85254" y="36080"/>
                </a:cubicBezTo>
                <a:cubicBezTo>
                  <a:pt x="85046" y="36245"/>
                  <a:pt x="84834" y="36409"/>
                  <a:pt x="84627" y="36574"/>
                </a:cubicBezTo>
                <a:cubicBezTo>
                  <a:pt x="83554" y="37445"/>
                  <a:pt x="82475" y="38322"/>
                  <a:pt x="81381" y="39177"/>
                </a:cubicBezTo>
                <a:cubicBezTo>
                  <a:pt x="78566" y="41381"/>
                  <a:pt x="75692" y="43559"/>
                  <a:pt x="72563" y="45312"/>
                </a:cubicBezTo>
                <a:cubicBezTo>
                  <a:pt x="69876" y="46823"/>
                  <a:pt x="66711" y="48301"/>
                  <a:pt x="63543" y="48301"/>
                </a:cubicBezTo>
                <a:cubicBezTo>
                  <a:pt x="63336" y="48301"/>
                  <a:pt x="63129" y="48295"/>
                  <a:pt x="62922" y="48282"/>
                </a:cubicBezTo>
                <a:cubicBezTo>
                  <a:pt x="58911" y="48037"/>
                  <a:pt x="55655" y="45201"/>
                  <a:pt x="54561" y="41365"/>
                </a:cubicBezTo>
                <a:cubicBezTo>
                  <a:pt x="53472" y="37551"/>
                  <a:pt x="54295" y="33371"/>
                  <a:pt x="55161" y="29599"/>
                </a:cubicBezTo>
                <a:cubicBezTo>
                  <a:pt x="55347" y="28781"/>
                  <a:pt x="55543" y="27968"/>
                  <a:pt x="55735" y="27156"/>
                </a:cubicBezTo>
                <a:cubicBezTo>
                  <a:pt x="55814" y="26816"/>
                  <a:pt x="55883" y="26465"/>
                  <a:pt x="55968" y="26125"/>
                </a:cubicBezTo>
                <a:cubicBezTo>
                  <a:pt x="55974" y="26093"/>
                  <a:pt x="55984" y="26051"/>
                  <a:pt x="55990" y="26019"/>
                </a:cubicBezTo>
                <a:lnTo>
                  <a:pt x="55990" y="26019"/>
                </a:lnTo>
                <a:cubicBezTo>
                  <a:pt x="55990" y="26083"/>
                  <a:pt x="55984" y="26162"/>
                  <a:pt x="55984" y="26263"/>
                </a:cubicBezTo>
                <a:cubicBezTo>
                  <a:pt x="55990" y="26051"/>
                  <a:pt x="56037" y="25812"/>
                  <a:pt x="56064" y="25599"/>
                </a:cubicBezTo>
                <a:cubicBezTo>
                  <a:pt x="56282" y="23628"/>
                  <a:pt x="56319" y="21684"/>
                  <a:pt x="56170" y="19703"/>
                </a:cubicBezTo>
                <a:lnTo>
                  <a:pt x="56170" y="19698"/>
                </a:lnTo>
                <a:cubicBezTo>
                  <a:pt x="56149" y="19570"/>
                  <a:pt x="56128" y="19443"/>
                  <a:pt x="56101" y="19320"/>
                </a:cubicBezTo>
                <a:cubicBezTo>
                  <a:pt x="56037" y="18980"/>
                  <a:pt x="55963" y="18646"/>
                  <a:pt x="55867" y="18316"/>
                </a:cubicBezTo>
                <a:cubicBezTo>
                  <a:pt x="55798" y="18056"/>
                  <a:pt x="55697" y="17806"/>
                  <a:pt x="55618" y="17546"/>
                </a:cubicBezTo>
                <a:cubicBezTo>
                  <a:pt x="55575" y="17466"/>
                  <a:pt x="55538" y="17382"/>
                  <a:pt x="55496" y="17302"/>
                </a:cubicBezTo>
                <a:cubicBezTo>
                  <a:pt x="55384" y="17089"/>
                  <a:pt x="55108" y="16802"/>
                  <a:pt x="55007" y="16569"/>
                </a:cubicBezTo>
                <a:lnTo>
                  <a:pt x="54986" y="16548"/>
                </a:lnTo>
                <a:cubicBezTo>
                  <a:pt x="54975" y="16537"/>
                  <a:pt x="54959" y="16532"/>
                  <a:pt x="54948" y="16516"/>
                </a:cubicBezTo>
                <a:cubicBezTo>
                  <a:pt x="54946" y="16519"/>
                  <a:pt x="54941" y="16521"/>
                  <a:pt x="54934" y="16521"/>
                </a:cubicBezTo>
                <a:cubicBezTo>
                  <a:pt x="54889" y="16521"/>
                  <a:pt x="54760" y="16441"/>
                  <a:pt x="54577" y="16202"/>
                </a:cubicBezTo>
                <a:cubicBezTo>
                  <a:pt x="54550" y="16186"/>
                  <a:pt x="54524" y="16170"/>
                  <a:pt x="54497" y="16149"/>
                </a:cubicBezTo>
                <a:cubicBezTo>
                  <a:pt x="54401" y="16096"/>
                  <a:pt x="54295" y="16053"/>
                  <a:pt x="54189" y="16000"/>
                </a:cubicBezTo>
                <a:cubicBezTo>
                  <a:pt x="54029" y="15947"/>
                  <a:pt x="53865" y="15894"/>
                  <a:pt x="53700" y="15846"/>
                </a:cubicBezTo>
                <a:cubicBezTo>
                  <a:pt x="53525" y="15799"/>
                  <a:pt x="53328" y="15788"/>
                  <a:pt x="53142" y="15751"/>
                </a:cubicBezTo>
                <a:cubicBezTo>
                  <a:pt x="53095" y="15745"/>
                  <a:pt x="53047" y="15745"/>
                  <a:pt x="52999" y="15740"/>
                </a:cubicBezTo>
                <a:cubicBezTo>
                  <a:pt x="52887" y="15735"/>
                  <a:pt x="52776" y="15733"/>
                  <a:pt x="52665" y="15733"/>
                </a:cubicBezTo>
                <a:cubicBezTo>
                  <a:pt x="52190" y="15733"/>
                  <a:pt x="51720" y="15773"/>
                  <a:pt x="51246" y="15799"/>
                </a:cubicBezTo>
                <a:cubicBezTo>
                  <a:pt x="51177" y="15814"/>
                  <a:pt x="51108" y="15820"/>
                  <a:pt x="51034" y="15830"/>
                </a:cubicBezTo>
                <a:cubicBezTo>
                  <a:pt x="50715" y="15894"/>
                  <a:pt x="50396" y="15953"/>
                  <a:pt x="50088" y="16027"/>
                </a:cubicBezTo>
                <a:cubicBezTo>
                  <a:pt x="48696" y="16346"/>
                  <a:pt x="47342" y="16802"/>
                  <a:pt x="46024" y="17328"/>
                </a:cubicBezTo>
                <a:cubicBezTo>
                  <a:pt x="45947" y="17357"/>
                  <a:pt x="45399" y="17569"/>
                  <a:pt x="45407" y="17569"/>
                </a:cubicBezTo>
                <a:cubicBezTo>
                  <a:pt x="45409" y="17569"/>
                  <a:pt x="45464" y="17549"/>
                  <a:pt x="45599" y="17498"/>
                </a:cubicBezTo>
                <a:cubicBezTo>
                  <a:pt x="45755" y="17439"/>
                  <a:pt x="45815" y="17417"/>
                  <a:pt x="45818" y="17417"/>
                </a:cubicBezTo>
                <a:lnTo>
                  <a:pt x="45818" y="17417"/>
                </a:lnTo>
                <a:cubicBezTo>
                  <a:pt x="45827" y="17417"/>
                  <a:pt x="45427" y="17576"/>
                  <a:pt x="45376" y="17599"/>
                </a:cubicBezTo>
                <a:cubicBezTo>
                  <a:pt x="45015" y="17759"/>
                  <a:pt x="44648" y="17923"/>
                  <a:pt x="44282" y="18099"/>
                </a:cubicBezTo>
                <a:cubicBezTo>
                  <a:pt x="43570" y="18428"/>
                  <a:pt x="42869" y="18779"/>
                  <a:pt x="42173" y="19140"/>
                </a:cubicBezTo>
                <a:cubicBezTo>
                  <a:pt x="38694" y="20941"/>
                  <a:pt x="35379" y="23002"/>
                  <a:pt x="32202" y="25296"/>
                </a:cubicBezTo>
                <a:cubicBezTo>
                  <a:pt x="31103" y="26093"/>
                  <a:pt x="30008" y="26917"/>
                  <a:pt x="28925" y="27740"/>
                </a:cubicBezTo>
                <a:cubicBezTo>
                  <a:pt x="28904" y="27756"/>
                  <a:pt x="28734" y="27883"/>
                  <a:pt x="28659" y="27942"/>
                </a:cubicBezTo>
                <a:lnTo>
                  <a:pt x="28022" y="28441"/>
                </a:lnTo>
                <a:cubicBezTo>
                  <a:pt x="27528" y="28829"/>
                  <a:pt x="27039" y="29211"/>
                  <a:pt x="26556" y="29605"/>
                </a:cubicBezTo>
                <a:cubicBezTo>
                  <a:pt x="24548" y="31209"/>
                  <a:pt x="22577" y="32850"/>
                  <a:pt x="20622" y="34529"/>
                </a:cubicBezTo>
                <a:cubicBezTo>
                  <a:pt x="16739" y="37870"/>
                  <a:pt x="12957" y="41323"/>
                  <a:pt x="9217" y="44824"/>
                </a:cubicBezTo>
                <a:cubicBezTo>
                  <a:pt x="6131" y="47729"/>
                  <a:pt x="3071" y="50646"/>
                  <a:pt x="1" y="53546"/>
                </a:cubicBezTo>
                <a:lnTo>
                  <a:pt x="1" y="98189"/>
                </a:lnTo>
                <a:cubicBezTo>
                  <a:pt x="5308" y="93774"/>
                  <a:pt x="10747" y="89530"/>
                  <a:pt x="16484" y="85684"/>
                </a:cubicBezTo>
                <a:cubicBezTo>
                  <a:pt x="21573" y="82274"/>
                  <a:pt x="26890" y="79416"/>
                  <a:pt x="32394" y="76717"/>
                </a:cubicBezTo>
                <a:cubicBezTo>
                  <a:pt x="35836" y="75023"/>
                  <a:pt x="39198" y="73254"/>
                  <a:pt x="42901" y="72165"/>
                </a:cubicBezTo>
                <a:cubicBezTo>
                  <a:pt x="44777" y="71614"/>
                  <a:pt x="46911" y="71173"/>
                  <a:pt x="48992" y="71173"/>
                </a:cubicBezTo>
                <a:cubicBezTo>
                  <a:pt x="51525" y="71173"/>
                  <a:pt x="53981" y="71825"/>
                  <a:pt x="55804" y="73726"/>
                </a:cubicBezTo>
                <a:cubicBezTo>
                  <a:pt x="59150" y="77232"/>
                  <a:pt x="58029" y="82305"/>
                  <a:pt x="56919" y="86518"/>
                </a:cubicBezTo>
                <a:cubicBezTo>
                  <a:pt x="56393" y="88499"/>
                  <a:pt x="55777" y="90465"/>
                  <a:pt x="55347" y="92473"/>
                </a:cubicBezTo>
                <a:cubicBezTo>
                  <a:pt x="55294" y="92712"/>
                  <a:pt x="55246" y="92956"/>
                  <a:pt x="55198" y="93200"/>
                </a:cubicBezTo>
                <a:cubicBezTo>
                  <a:pt x="55193" y="93227"/>
                  <a:pt x="55188" y="93270"/>
                  <a:pt x="55182" y="93317"/>
                </a:cubicBezTo>
                <a:cubicBezTo>
                  <a:pt x="55166" y="93413"/>
                  <a:pt x="55156" y="93530"/>
                  <a:pt x="55156" y="93583"/>
                </a:cubicBezTo>
                <a:cubicBezTo>
                  <a:pt x="55140" y="93748"/>
                  <a:pt x="55134" y="93918"/>
                  <a:pt x="55134" y="94088"/>
                </a:cubicBezTo>
                <a:cubicBezTo>
                  <a:pt x="55134" y="94444"/>
                  <a:pt x="55188" y="94794"/>
                  <a:pt x="55219" y="95155"/>
                </a:cubicBezTo>
                <a:cubicBezTo>
                  <a:pt x="55251" y="95325"/>
                  <a:pt x="55278" y="95501"/>
                  <a:pt x="55315" y="95671"/>
                </a:cubicBezTo>
                <a:cubicBezTo>
                  <a:pt x="55437" y="96287"/>
                  <a:pt x="55756" y="96919"/>
                  <a:pt x="55873" y="97535"/>
                </a:cubicBezTo>
                <a:cubicBezTo>
                  <a:pt x="55910" y="97625"/>
                  <a:pt x="55958" y="97705"/>
                  <a:pt x="56006" y="97785"/>
                </a:cubicBezTo>
                <a:cubicBezTo>
                  <a:pt x="56112" y="97971"/>
                  <a:pt x="56245" y="98141"/>
                  <a:pt x="56356" y="98327"/>
                </a:cubicBezTo>
                <a:cubicBezTo>
                  <a:pt x="56404" y="98380"/>
                  <a:pt x="56446" y="98433"/>
                  <a:pt x="56500" y="98486"/>
                </a:cubicBezTo>
                <a:cubicBezTo>
                  <a:pt x="56537" y="98523"/>
                  <a:pt x="56569" y="98555"/>
                  <a:pt x="56601" y="98582"/>
                </a:cubicBezTo>
                <a:cubicBezTo>
                  <a:pt x="56781" y="98693"/>
                  <a:pt x="56956" y="98853"/>
                  <a:pt x="57137" y="98948"/>
                </a:cubicBezTo>
                <a:cubicBezTo>
                  <a:pt x="57158" y="98953"/>
                  <a:pt x="57180" y="98964"/>
                  <a:pt x="57190" y="98975"/>
                </a:cubicBezTo>
                <a:cubicBezTo>
                  <a:pt x="57403" y="99033"/>
                  <a:pt x="57610" y="99113"/>
                  <a:pt x="57822" y="99166"/>
                </a:cubicBezTo>
                <a:cubicBezTo>
                  <a:pt x="57875" y="99177"/>
                  <a:pt x="57971" y="99198"/>
                  <a:pt x="58067" y="99214"/>
                </a:cubicBezTo>
                <a:cubicBezTo>
                  <a:pt x="58247" y="99224"/>
                  <a:pt x="58508" y="99251"/>
                  <a:pt x="58614" y="99251"/>
                </a:cubicBezTo>
                <a:cubicBezTo>
                  <a:pt x="58688" y="99252"/>
                  <a:pt x="58762" y="99253"/>
                  <a:pt x="58836" y="99253"/>
                </a:cubicBezTo>
                <a:cubicBezTo>
                  <a:pt x="59038" y="99253"/>
                  <a:pt x="59240" y="99248"/>
                  <a:pt x="59442" y="99240"/>
                </a:cubicBezTo>
                <a:cubicBezTo>
                  <a:pt x="59570" y="99230"/>
                  <a:pt x="59947" y="99192"/>
                  <a:pt x="60133" y="99171"/>
                </a:cubicBezTo>
                <a:cubicBezTo>
                  <a:pt x="60271" y="99150"/>
                  <a:pt x="60404" y="99123"/>
                  <a:pt x="60473" y="99113"/>
                </a:cubicBezTo>
                <a:cubicBezTo>
                  <a:pt x="61158" y="98980"/>
                  <a:pt x="61833" y="98805"/>
                  <a:pt x="62502" y="98603"/>
                </a:cubicBezTo>
                <a:cubicBezTo>
                  <a:pt x="63193" y="98396"/>
                  <a:pt x="63878" y="98157"/>
                  <a:pt x="64558" y="97891"/>
                </a:cubicBezTo>
                <a:cubicBezTo>
                  <a:pt x="64733" y="97822"/>
                  <a:pt x="64914" y="97753"/>
                  <a:pt x="65089" y="97679"/>
                </a:cubicBezTo>
                <a:cubicBezTo>
                  <a:pt x="65387" y="97546"/>
                  <a:pt x="65689" y="97413"/>
                  <a:pt x="65998" y="97275"/>
                </a:cubicBezTo>
                <a:cubicBezTo>
                  <a:pt x="67522" y="96568"/>
                  <a:pt x="69009" y="95777"/>
                  <a:pt x="70470" y="94938"/>
                </a:cubicBezTo>
                <a:cubicBezTo>
                  <a:pt x="73514" y="93190"/>
                  <a:pt x="76430" y="91235"/>
                  <a:pt x="79272" y="89185"/>
                </a:cubicBezTo>
                <a:cubicBezTo>
                  <a:pt x="80600" y="88228"/>
                  <a:pt x="81907" y="87240"/>
                  <a:pt x="83214" y="86242"/>
                </a:cubicBezTo>
                <a:lnTo>
                  <a:pt x="83655" y="85907"/>
                </a:lnTo>
                <a:cubicBezTo>
                  <a:pt x="83963" y="85657"/>
                  <a:pt x="84271" y="85418"/>
                  <a:pt x="84584" y="85174"/>
                </a:cubicBezTo>
                <a:cubicBezTo>
                  <a:pt x="85142" y="84728"/>
                  <a:pt x="85705" y="84287"/>
                  <a:pt x="86258" y="83835"/>
                </a:cubicBezTo>
                <a:cubicBezTo>
                  <a:pt x="92781" y="78539"/>
                  <a:pt x="99129" y="73009"/>
                  <a:pt x="105413" y="67432"/>
                </a:cubicBezTo>
                <a:cubicBezTo>
                  <a:pt x="113540" y="60207"/>
                  <a:pt x="121514" y="52818"/>
                  <a:pt x="129487" y="45429"/>
                </a:cubicBezTo>
                <a:lnTo>
                  <a:pt x="129487" y="0"/>
                </a:lnTo>
                <a:close/>
              </a:path>
            </a:pathLst>
          </a:custGeom>
          <a:solidFill>
            <a:srgbClr val="FFFFFF">
              <a:alpha val="12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9"/>
          <p:cNvSpPr/>
          <p:nvPr/>
        </p:nvSpPr>
        <p:spPr>
          <a:xfrm>
            <a:off x="217167" y="278723"/>
            <a:ext cx="8645699" cy="4586055"/>
          </a:xfrm>
          <a:custGeom>
            <a:avLst/>
            <a:gdLst/>
            <a:ahLst/>
            <a:cxnLst/>
            <a:rect l="l" t="t" r="r" b="b"/>
            <a:pathLst>
              <a:path w="118252" h="62726" extrusionOk="0">
                <a:moveTo>
                  <a:pt x="2503" y="2598"/>
                </a:moveTo>
                <a:cubicBezTo>
                  <a:pt x="2506" y="2598"/>
                  <a:pt x="2509" y="2598"/>
                  <a:pt x="2513" y="2598"/>
                </a:cubicBezTo>
                <a:cubicBezTo>
                  <a:pt x="2975" y="2598"/>
                  <a:pt x="3347" y="2986"/>
                  <a:pt x="3347" y="3448"/>
                </a:cubicBezTo>
                <a:cubicBezTo>
                  <a:pt x="3347" y="3916"/>
                  <a:pt x="2964" y="4287"/>
                  <a:pt x="2497" y="4287"/>
                </a:cubicBezTo>
                <a:cubicBezTo>
                  <a:pt x="2035" y="4287"/>
                  <a:pt x="1663" y="3900"/>
                  <a:pt x="1663" y="3437"/>
                </a:cubicBezTo>
                <a:cubicBezTo>
                  <a:pt x="1668" y="2973"/>
                  <a:pt x="2040" y="2598"/>
                  <a:pt x="2503" y="2598"/>
                </a:cubicBezTo>
                <a:close/>
                <a:moveTo>
                  <a:pt x="2544" y="6874"/>
                </a:moveTo>
                <a:cubicBezTo>
                  <a:pt x="3007" y="6874"/>
                  <a:pt x="3378" y="7257"/>
                  <a:pt x="3378" y="7724"/>
                </a:cubicBezTo>
                <a:cubicBezTo>
                  <a:pt x="3378" y="8192"/>
                  <a:pt x="3001" y="8558"/>
                  <a:pt x="2529" y="8558"/>
                </a:cubicBezTo>
                <a:cubicBezTo>
                  <a:pt x="2066" y="8558"/>
                  <a:pt x="1695" y="8176"/>
                  <a:pt x="1695" y="7708"/>
                </a:cubicBezTo>
                <a:cubicBezTo>
                  <a:pt x="1695" y="7246"/>
                  <a:pt x="2077" y="6874"/>
                  <a:pt x="2544" y="6874"/>
                </a:cubicBezTo>
                <a:close/>
                <a:moveTo>
                  <a:pt x="2582" y="11151"/>
                </a:moveTo>
                <a:cubicBezTo>
                  <a:pt x="3049" y="11151"/>
                  <a:pt x="3421" y="11538"/>
                  <a:pt x="3421" y="12001"/>
                </a:cubicBezTo>
                <a:cubicBezTo>
                  <a:pt x="3416" y="12468"/>
                  <a:pt x="3033" y="12840"/>
                  <a:pt x="2571" y="12840"/>
                </a:cubicBezTo>
                <a:cubicBezTo>
                  <a:pt x="2104" y="12840"/>
                  <a:pt x="1732" y="12452"/>
                  <a:pt x="1732" y="11990"/>
                </a:cubicBezTo>
                <a:cubicBezTo>
                  <a:pt x="1732" y="11522"/>
                  <a:pt x="2120" y="11151"/>
                  <a:pt x="2582" y="11151"/>
                </a:cubicBezTo>
                <a:close/>
                <a:moveTo>
                  <a:pt x="2619" y="15427"/>
                </a:moveTo>
                <a:cubicBezTo>
                  <a:pt x="3081" y="15427"/>
                  <a:pt x="3453" y="15815"/>
                  <a:pt x="3453" y="16277"/>
                </a:cubicBezTo>
                <a:cubicBezTo>
                  <a:pt x="3448" y="16741"/>
                  <a:pt x="3076" y="17116"/>
                  <a:pt x="2613" y="17116"/>
                </a:cubicBezTo>
                <a:cubicBezTo>
                  <a:pt x="2609" y="17116"/>
                  <a:pt x="2606" y="17116"/>
                  <a:pt x="2603" y="17116"/>
                </a:cubicBezTo>
                <a:cubicBezTo>
                  <a:pt x="2141" y="17116"/>
                  <a:pt x="1764" y="16728"/>
                  <a:pt x="1764" y="16266"/>
                </a:cubicBezTo>
                <a:cubicBezTo>
                  <a:pt x="1764" y="15799"/>
                  <a:pt x="2151" y="15427"/>
                  <a:pt x="2619" y="15427"/>
                </a:cubicBezTo>
                <a:close/>
                <a:moveTo>
                  <a:pt x="2656" y="19703"/>
                </a:moveTo>
                <a:cubicBezTo>
                  <a:pt x="3124" y="19703"/>
                  <a:pt x="3495" y="20091"/>
                  <a:pt x="3495" y="20553"/>
                </a:cubicBezTo>
                <a:cubicBezTo>
                  <a:pt x="3485" y="21017"/>
                  <a:pt x="3113" y="21392"/>
                  <a:pt x="2655" y="21392"/>
                </a:cubicBezTo>
                <a:cubicBezTo>
                  <a:pt x="2652" y="21392"/>
                  <a:pt x="2649" y="21392"/>
                  <a:pt x="2645" y="21392"/>
                </a:cubicBezTo>
                <a:cubicBezTo>
                  <a:pt x="2178" y="21392"/>
                  <a:pt x="1806" y="21004"/>
                  <a:pt x="1806" y="20542"/>
                </a:cubicBezTo>
                <a:cubicBezTo>
                  <a:pt x="1806" y="20075"/>
                  <a:pt x="2194" y="19703"/>
                  <a:pt x="2656" y="19703"/>
                </a:cubicBezTo>
                <a:close/>
                <a:moveTo>
                  <a:pt x="2688" y="23985"/>
                </a:moveTo>
                <a:cubicBezTo>
                  <a:pt x="3155" y="23985"/>
                  <a:pt x="3527" y="24372"/>
                  <a:pt x="3527" y="24834"/>
                </a:cubicBezTo>
                <a:cubicBezTo>
                  <a:pt x="3522" y="25302"/>
                  <a:pt x="3139" y="25674"/>
                  <a:pt x="2677" y="25674"/>
                </a:cubicBezTo>
                <a:cubicBezTo>
                  <a:pt x="2210" y="25674"/>
                  <a:pt x="1838" y="25286"/>
                  <a:pt x="1838" y="24824"/>
                </a:cubicBezTo>
                <a:cubicBezTo>
                  <a:pt x="1838" y="24356"/>
                  <a:pt x="2226" y="23985"/>
                  <a:pt x="2688" y="23985"/>
                </a:cubicBezTo>
                <a:close/>
                <a:moveTo>
                  <a:pt x="2720" y="28261"/>
                </a:moveTo>
                <a:cubicBezTo>
                  <a:pt x="3187" y="28271"/>
                  <a:pt x="3564" y="28649"/>
                  <a:pt x="3559" y="29111"/>
                </a:cubicBezTo>
                <a:cubicBezTo>
                  <a:pt x="3559" y="29578"/>
                  <a:pt x="3171" y="29950"/>
                  <a:pt x="2709" y="29950"/>
                </a:cubicBezTo>
                <a:cubicBezTo>
                  <a:pt x="2242" y="29950"/>
                  <a:pt x="1870" y="29562"/>
                  <a:pt x="1870" y="29100"/>
                </a:cubicBezTo>
                <a:cubicBezTo>
                  <a:pt x="1870" y="28633"/>
                  <a:pt x="2258" y="28261"/>
                  <a:pt x="2720" y="28261"/>
                </a:cubicBezTo>
                <a:close/>
                <a:moveTo>
                  <a:pt x="2493" y="32786"/>
                </a:moveTo>
                <a:cubicBezTo>
                  <a:pt x="2500" y="32786"/>
                  <a:pt x="2506" y="32786"/>
                  <a:pt x="2513" y="32787"/>
                </a:cubicBezTo>
                <a:cubicBezTo>
                  <a:pt x="2975" y="32787"/>
                  <a:pt x="3347" y="33169"/>
                  <a:pt x="3347" y="33637"/>
                </a:cubicBezTo>
                <a:cubicBezTo>
                  <a:pt x="3347" y="34099"/>
                  <a:pt x="2964" y="34471"/>
                  <a:pt x="2497" y="34471"/>
                </a:cubicBezTo>
                <a:cubicBezTo>
                  <a:pt x="2035" y="34471"/>
                  <a:pt x="1663" y="34088"/>
                  <a:pt x="1663" y="33621"/>
                </a:cubicBezTo>
                <a:cubicBezTo>
                  <a:pt x="1668" y="33154"/>
                  <a:pt x="2035" y="32786"/>
                  <a:pt x="2493" y="32786"/>
                </a:cubicBezTo>
                <a:close/>
                <a:moveTo>
                  <a:pt x="2525" y="37063"/>
                </a:moveTo>
                <a:cubicBezTo>
                  <a:pt x="2532" y="37063"/>
                  <a:pt x="2538" y="37063"/>
                  <a:pt x="2544" y="37063"/>
                </a:cubicBezTo>
                <a:cubicBezTo>
                  <a:pt x="3007" y="37063"/>
                  <a:pt x="3378" y="37445"/>
                  <a:pt x="3378" y="37913"/>
                </a:cubicBezTo>
                <a:cubicBezTo>
                  <a:pt x="3378" y="38375"/>
                  <a:pt x="2996" y="38747"/>
                  <a:pt x="2529" y="38747"/>
                </a:cubicBezTo>
                <a:cubicBezTo>
                  <a:pt x="2066" y="38747"/>
                  <a:pt x="1695" y="38364"/>
                  <a:pt x="1695" y="37897"/>
                </a:cubicBezTo>
                <a:cubicBezTo>
                  <a:pt x="1700" y="37441"/>
                  <a:pt x="2067" y="37063"/>
                  <a:pt x="2525" y="37063"/>
                </a:cubicBezTo>
                <a:close/>
                <a:moveTo>
                  <a:pt x="2582" y="41339"/>
                </a:moveTo>
                <a:cubicBezTo>
                  <a:pt x="3049" y="41339"/>
                  <a:pt x="3421" y="41721"/>
                  <a:pt x="3421" y="42189"/>
                </a:cubicBezTo>
                <a:cubicBezTo>
                  <a:pt x="3421" y="42651"/>
                  <a:pt x="3033" y="43023"/>
                  <a:pt x="2571" y="43023"/>
                </a:cubicBezTo>
                <a:cubicBezTo>
                  <a:pt x="2104" y="43023"/>
                  <a:pt x="1732" y="42640"/>
                  <a:pt x="1732" y="42173"/>
                </a:cubicBezTo>
                <a:cubicBezTo>
                  <a:pt x="1732" y="41711"/>
                  <a:pt x="2120" y="41339"/>
                  <a:pt x="2582" y="41339"/>
                </a:cubicBezTo>
                <a:close/>
                <a:moveTo>
                  <a:pt x="2619" y="45615"/>
                </a:moveTo>
                <a:cubicBezTo>
                  <a:pt x="3081" y="45615"/>
                  <a:pt x="3453" y="45998"/>
                  <a:pt x="3453" y="46465"/>
                </a:cubicBezTo>
                <a:cubicBezTo>
                  <a:pt x="3453" y="46927"/>
                  <a:pt x="3070" y="47299"/>
                  <a:pt x="2603" y="47299"/>
                </a:cubicBezTo>
                <a:cubicBezTo>
                  <a:pt x="2141" y="47299"/>
                  <a:pt x="1764" y="46917"/>
                  <a:pt x="1764" y="46449"/>
                </a:cubicBezTo>
                <a:cubicBezTo>
                  <a:pt x="1764" y="45987"/>
                  <a:pt x="2151" y="45615"/>
                  <a:pt x="2619" y="45615"/>
                </a:cubicBezTo>
                <a:close/>
                <a:moveTo>
                  <a:pt x="2651" y="49891"/>
                </a:moveTo>
                <a:cubicBezTo>
                  <a:pt x="3113" y="49891"/>
                  <a:pt x="3485" y="50274"/>
                  <a:pt x="3485" y="50736"/>
                </a:cubicBezTo>
                <a:cubicBezTo>
                  <a:pt x="3485" y="51204"/>
                  <a:pt x="3102" y="51575"/>
                  <a:pt x="2635" y="51575"/>
                </a:cubicBezTo>
                <a:cubicBezTo>
                  <a:pt x="2173" y="51575"/>
                  <a:pt x="1801" y="51193"/>
                  <a:pt x="1801" y="50725"/>
                </a:cubicBezTo>
                <a:cubicBezTo>
                  <a:pt x="1806" y="50263"/>
                  <a:pt x="2183" y="49891"/>
                  <a:pt x="2651" y="49891"/>
                </a:cubicBezTo>
                <a:close/>
                <a:moveTo>
                  <a:pt x="2678" y="54173"/>
                </a:moveTo>
                <a:cubicBezTo>
                  <a:pt x="2681" y="54173"/>
                  <a:pt x="2685" y="54173"/>
                  <a:pt x="2688" y="54173"/>
                </a:cubicBezTo>
                <a:cubicBezTo>
                  <a:pt x="3155" y="54173"/>
                  <a:pt x="3527" y="54555"/>
                  <a:pt x="3527" y="55023"/>
                </a:cubicBezTo>
                <a:cubicBezTo>
                  <a:pt x="3527" y="55485"/>
                  <a:pt x="3139" y="55857"/>
                  <a:pt x="2677" y="55857"/>
                </a:cubicBezTo>
                <a:cubicBezTo>
                  <a:pt x="2210" y="55857"/>
                  <a:pt x="1838" y="55474"/>
                  <a:pt x="1838" y="55007"/>
                </a:cubicBezTo>
                <a:cubicBezTo>
                  <a:pt x="1838" y="54548"/>
                  <a:pt x="2220" y="54173"/>
                  <a:pt x="2678" y="54173"/>
                </a:cubicBezTo>
                <a:close/>
                <a:moveTo>
                  <a:pt x="2725" y="58449"/>
                </a:moveTo>
                <a:cubicBezTo>
                  <a:pt x="3187" y="58449"/>
                  <a:pt x="3559" y="58832"/>
                  <a:pt x="3559" y="59299"/>
                </a:cubicBezTo>
                <a:cubicBezTo>
                  <a:pt x="3559" y="59761"/>
                  <a:pt x="3177" y="60133"/>
                  <a:pt x="2709" y="60133"/>
                </a:cubicBezTo>
                <a:cubicBezTo>
                  <a:pt x="2247" y="60133"/>
                  <a:pt x="1875" y="59751"/>
                  <a:pt x="1875" y="59283"/>
                </a:cubicBezTo>
                <a:cubicBezTo>
                  <a:pt x="1875" y="58821"/>
                  <a:pt x="2258" y="58449"/>
                  <a:pt x="2725" y="58449"/>
                </a:cubicBezTo>
                <a:close/>
                <a:moveTo>
                  <a:pt x="0" y="1"/>
                </a:moveTo>
                <a:lnTo>
                  <a:pt x="0" y="30189"/>
                </a:lnTo>
                <a:lnTo>
                  <a:pt x="0" y="32537"/>
                </a:lnTo>
                <a:lnTo>
                  <a:pt x="0" y="62725"/>
                </a:lnTo>
                <a:lnTo>
                  <a:pt x="118251" y="62725"/>
                </a:lnTo>
                <a:lnTo>
                  <a:pt x="118251" y="32537"/>
                </a:lnTo>
                <a:lnTo>
                  <a:pt x="118251" y="30189"/>
                </a:lnTo>
                <a:lnTo>
                  <a:pt x="118251" y="1"/>
                </a:lnTo>
                <a:close/>
              </a:path>
            </a:pathLst>
          </a:custGeom>
          <a:solidFill>
            <a:schemeClr val="l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9"/>
          <p:cNvSpPr txBox="1">
            <a:spLocks noGrp="1"/>
          </p:cNvSpPr>
          <p:nvPr>
            <p:ph type="title"/>
          </p:nvPr>
        </p:nvSpPr>
        <p:spPr>
          <a:xfrm>
            <a:off x="720000" y="448056"/>
            <a:ext cx="7704000" cy="5760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3600"/>
              <a:buNone/>
              <a:defRPr/>
            </a:lvl1pPr>
            <a:lvl2pPr lvl="1" algn="ctr" rtl="0">
              <a:lnSpc>
                <a:spcPct val="100000"/>
              </a:lnSpc>
              <a:spcBef>
                <a:spcPts val="0"/>
              </a:spcBef>
              <a:spcAft>
                <a:spcPts val="0"/>
              </a:spcAft>
              <a:buSzPts val="3600"/>
              <a:buNone/>
              <a:defRPr sz="3600"/>
            </a:lvl2pPr>
            <a:lvl3pPr lvl="2" algn="ctr" rtl="0">
              <a:lnSpc>
                <a:spcPct val="100000"/>
              </a:lnSpc>
              <a:spcBef>
                <a:spcPts val="0"/>
              </a:spcBef>
              <a:spcAft>
                <a:spcPts val="0"/>
              </a:spcAft>
              <a:buSzPts val="3600"/>
              <a:buNone/>
              <a:defRPr sz="3600"/>
            </a:lvl3pPr>
            <a:lvl4pPr lvl="3" algn="ctr" rtl="0">
              <a:lnSpc>
                <a:spcPct val="100000"/>
              </a:lnSpc>
              <a:spcBef>
                <a:spcPts val="0"/>
              </a:spcBef>
              <a:spcAft>
                <a:spcPts val="0"/>
              </a:spcAft>
              <a:buSzPts val="3600"/>
              <a:buNone/>
              <a:defRPr sz="3600"/>
            </a:lvl4pPr>
            <a:lvl5pPr lvl="4" algn="ctr" rtl="0">
              <a:lnSpc>
                <a:spcPct val="100000"/>
              </a:lnSpc>
              <a:spcBef>
                <a:spcPts val="0"/>
              </a:spcBef>
              <a:spcAft>
                <a:spcPts val="0"/>
              </a:spcAft>
              <a:buSzPts val="3600"/>
              <a:buNone/>
              <a:defRPr sz="3600"/>
            </a:lvl5pPr>
            <a:lvl6pPr lvl="5" algn="ctr" rtl="0">
              <a:lnSpc>
                <a:spcPct val="100000"/>
              </a:lnSpc>
              <a:spcBef>
                <a:spcPts val="0"/>
              </a:spcBef>
              <a:spcAft>
                <a:spcPts val="0"/>
              </a:spcAft>
              <a:buSzPts val="3600"/>
              <a:buNone/>
              <a:defRPr sz="3600"/>
            </a:lvl6pPr>
            <a:lvl7pPr lvl="6" algn="ctr" rtl="0">
              <a:lnSpc>
                <a:spcPct val="100000"/>
              </a:lnSpc>
              <a:spcBef>
                <a:spcPts val="0"/>
              </a:spcBef>
              <a:spcAft>
                <a:spcPts val="0"/>
              </a:spcAft>
              <a:buSzPts val="3600"/>
              <a:buNone/>
              <a:defRPr sz="3600"/>
            </a:lvl7pPr>
            <a:lvl8pPr lvl="7" algn="ctr" rtl="0">
              <a:lnSpc>
                <a:spcPct val="100000"/>
              </a:lnSpc>
              <a:spcBef>
                <a:spcPts val="0"/>
              </a:spcBef>
              <a:spcAft>
                <a:spcPts val="0"/>
              </a:spcAft>
              <a:buSzPts val="3600"/>
              <a:buNone/>
              <a:defRPr sz="3600"/>
            </a:lvl8pPr>
            <a:lvl9pPr lvl="8" algn="ctr" rtl="0">
              <a:lnSpc>
                <a:spcPct val="100000"/>
              </a:lnSpc>
              <a:spcBef>
                <a:spcPts val="0"/>
              </a:spcBef>
              <a:spcAft>
                <a:spcPts val="0"/>
              </a:spcAft>
              <a:buSzPts val="3600"/>
              <a:buNone/>
              <a:defRPr sz="3600"/>
            </a:lvl9pPr>
          </a:lstStyle>
          <a:p>
            <a:endParaRPr/>
          </a:p>
        </p:txBody>
      </p:sp>
      <p:sp>
        <p:nvSpPr>
          <p:cNvPr id="54" name="Google Shape;54;p9"/>
          <p:cNvSpPr txBox="1">
            <a:spLocks noGrp="1"/>
          </p:cNvSpPr>
          <p:nvPr>
            <p:ph type="subTitle" idx="1"/>
          </p:nvPr>
        </p:nvSpPr>
        <p:spPr>
          <a:xfrm>
            <a:off x="762200" y="1108500"/>
            <a:ext cx="4329600" cy="33495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a:lvl1pPr>
            <a:lvl2pPr lvl="1" algn="ctr" rtl="0">
              <a:lnSpc>
                <a:spcPct val="100000"/>
              </a:lnSpc>
              <a:spcBef>
                <a:spcPts val="1600"/>
              </a:spcBef>
              <a:spcAft>
                <a:spcPts val="0"/>
              </a:spcAft>
              <a:buSzPts val="1400"/>
              <a:buChar char="○"/>
              <a:defRPr/>
            </a:lvl2pPr>
            <a:lvl3pPr lvl="2" algn="ctr" rtl="0">
              <a:lnSpc>
                <a:spcPct val="100000"/>
              </a:lnSpc>
              <a:spcBef>
                <a:spcPts val="1600"/>
              </a:spcBef>
              <a:spcAft>
                <a:spcPts val="0"/>
              </a:spcAft>
              <a:buSzPts val="1400"/>
              <a:buChar char="■"/>
              <a:defRPr/>
            </a:lvl3pPr>
            <a:lvl4pPr lvl="3" algn="ctr" rtl="0">
              <a:lnSpc>
                <a:spcPct val="100000"/>
              </a:lnSpc>
              <a:spcBef>
                <a:spcPts val="1600"/>
              </a:spcBef>
              <a:spcAft>
                <a:spcPts val="0"/>
              </a:spcAft>
              <a:buSzPts val="1400"/>
              <a:buChar char="●"/>
              <a:defRPr/>
            </a:lvl4pPr>
            <a:lvl5pPr lvl="4" algn="ctr" rtl="0">
              <a:lnSpc>
                <a:spcPct val="100000"/>
              </a:lnSpc>
              <a:spcBef>
                <a:spcPts val="1600"/>
              </a:spcBef>
              <a:spcAft>
                <a:spcPts val="0"/>
              </a:spcAft>
              <a:buSzPts val="1400"/>
              <a:buChar char="○"/>
              <a:defRPr/>
            </a:lvl5pPr>
            <a:lvl6pPr lvl="5" algn="ctr" rtl="0">
              <a:lnSpc>
                <a:spcPct val="100000"/>
              </a:lnSpc>
              <a:spcBef>
                <a:spcPts val="1600"/>
              </a:spcBef>
              <a:spcAft>
                <a:spcPts val="0"/>
              </a:spcAft>
              <a:buSzPts val="1400"/>
              <a:buChar char="■"/>
              <a:defRPr/>
            </a:lvl6pPr>
            <a:lvl7pPr lvl="6" algn="ctr" rtl="0">
              <a:lnSpc>
                <a:spcPct val="100000"/>
              </a:lnSpc>
              <a:spcBef>
                <a:spcPts val="1600"/>
              </a:spcBef>
              <a:spcAft>
                <a:spcPts val="0"/>
              </a:spcAft>
              <a:buSzPts val="1400"/>
              <a:buChar char="●"/>
              <a:defRPr/>
            </a:lvl7pPr>
            <a:lvl8pPr lvl="7" algn="ctr" rtl="0">
              <a:lnSpc>
                <a:spcPct val="100000"/>
              </a:lnSpc>
              <a:spcBef>
                <a:spcPts val="1600"/>
              </a:spcBef>
              <a:spcAft>
                <a:spcPts val="0"/>
              </a:spcAft>
              <a:buSzPts val="1400"/>
              <a:buChar char="○"/>
              <a:defRPr/>
            </a:lvl8pPr>
            <a:lvl9pPr lvl="8" algn="ctr" rtl="0">
              <a:lnSpc>
                <a:spcPct val="100000"/>
              </a:lnSpc>
              <a:spcBef>
                <a:spcPts val="1600"/>
              </a:spcBef>
              <a:spcAft>
                <a:spcPts val="1600"/>
              </a:spcAft>
              <a:buSzPts val="1400"/>
              <a:buChar char="■"/>
              <a:defRPr/>
            </a:lvl9pPr>
          </a:lstStyle>
          <a:p>
            <a:endParaRPr/>
          </a:p>
        </p:txBody>
      </p:sp>
      <p:sp>
        <p:nvSpPr>
          <p:cNvPr id="55" name="Google Shape;55;p9"/>
          <p:cNvSpPr>
            <a:spLocks noGrp="1"/>
          </p:cNvSpPr>
          <p:nvPr>
            <p:ph type="pic" idx="2"/>
          </p:nvPr>
        </p:nvSpPr>
        <p:spPr>
          <a:xfrm>
            <a:off x="5266000" y="1225350"/>
            <a:ext cx="3115800" cy="3115800"/>
          </a:xfrm>
          <a:prstGeom prst="ellipse">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dk1"/>
        </a:solidFill>
        <a:effectLst/>
      </p:bgPr>
    </p:bg>
    <p:spTree>
      <p:nvGrpSpPr>
        <p:cNvPr id="1" name="Shape 56"/>
        <p:cNvGrpSpPr/>
        <p:nvPr/>
      </p:nvGrpSpPr>
      <p:grpSpPr>
        <a:xfrm>
          <a:off x="0" y="0"/>
          <a:ext cx="0" cy="0"/>
          <a:chOff x="0" y="0"/>
          <a:chExt cx="0" cy="0"/>
        </a:xfrm>
      </p:grpSpPr>
      <p:sp>
        <p:nvSpPr>
          <p:cNvPr id="57" name="Google Shape;57;p10"/>
          <p:cNvSpPr/>
          <p:nvPr/>
        </p:nvSpPr>
        <p:spPr>
          <a:xfrm>
            <a:off x="-161559" y="-1507575"/>
            <a:ext cx="9467118" cy="7256708"/>
          </a:xfrm>
          <a:custGeom>
            <a:avLst/>
            <a:gdLst/>
            <a:ahLst/>
            <a:cxnLst/>
            <a:rect l="l" t="t" r="r" b="b"/>
            <a:pathLst>
              <a:path w="129487" h="99254" extrusionOk="0">
                <a:moveTo>
                  <a:pt x="56002" y="25805"/>
                </a:moveTo>
                <a:cubicBezTo>
                  <a:pt x="56006" y="25805"/>
                  <a:pt x="56005" y="25909"/>
                  <a:pt x="55990" y="26019"/>
                </a:cubicBezTo>
                <a:cubicBezTo>
                  <a:pt x="55994" y="25863"/>
                  <a:pt x="56000" y="25805"/>
                  <a:pt x="56002" y="25805"/>
                </a:cubicBezTo>
                <a:close/>
                <a:moveTo>
                  <a:pt x="129487" y="0"/>
                </a:moveTo>
                <a:cubicBezTo>
                  <a:pt x="124318" y="4664"/>
                  <a:pt x="119091" y="9270"/>
                  <a:pt x="113774" y="13775"/>
                </a:cubicBezTo>
                <a:cubicBezTo>
                  <a:pt x="105593" y="20707"/>
                  <a:pt x="97206" y="27405"/>
                  <a:pt x="88531" y="33721"/>
                </a:cubicBezTo>
                <a:cubicBezTo>
                  <a:pt x="87591" y="34407"/>
                  <a:pt x="86640" y="35246"/>
                  <a:pt x="85631" y="35846"/>
                </a:cubicBezTo>
                <a:cubicBezTo>
                  <a:pt x="85679" y="35818"/>
                  <a:pt x="85711" y="35801"/>
                  <a:pt x="85714" y="35801"/>
                </a:cubicBezTo>
                <a:lnTo>
                  <a:pt x="85714" y="35801"/>
                </a:lnTo>
                <a:cubicBezTo>
                  <a:pt x="85718" y="35801"/>
                  <a:pt x="85636" y="35849"/>
                  <a:pt x="85397" y="35979"/>
                </a:cubicBezTo>
                <a:cubicBezTo>
                  <a:pt x="85344" y="36011"/>
                  <a:pt x="85291" y="36053"/>
                  <a:pt x="85254" y="36080"/>
                </a:cubicBezTo>
                <a:cubicBezTo>
                  <a:pt x="85046" y="36245"/>
                  <a:pt x="84834" y="36409"/>
                  <a:pt x="84627" y="36574"/>
                </a:cubicBezTo>
                <a:cubicBezTo>
                  <a:pt x="83554" y="37445"/>
                  <a:pt x="82475" y="38322"/>
                  <a:pt x="81381" y="39177"/>
                </a:cubicBezTo>
                <a:cubicBezTo>
                  <a:pt x="78566" y="41381"/>
                  <a:pt x="75692" y="43559"/>
                  <a:pt x="72563" y="45312"/>
                </a:cubicBezTo>
                <a:cubicBezTo>
                  <a:pt x="69876" y="46823"/>
                  <a:pt x="66711" y="48301"/>
                  <a:pt x="63543" y="48301"/>
                </a:cubicBezTo>
                <a:cubicBezTo>
                  <a:pt x="63336" y="48301"/>
                  <a:pt x="63129" y="48295"/>
                  <a:pt x="62922" y="48282"/>
                </a:cubicBezTo>
                <a:cubicBezTo>
                  <a:pt x="58911" y="48037"/>
                  <a:pt x="55655" y="45201"/>
                  <a:pt x="54561" y="41365"/>
                </a:cubicBezTo>
                <a:cubicBezTo>
                  <a:pt x="53472" y="37551"/>
                  <a:pt x="54295" y="33371"/>
                  <a:pt x="55161" y="29599"/>
                </a:cubicBezTo>
                <a:cubicBezTo>
                  <a:pt x="55347" y="28781"/>
                  <a:pt x="55543" y="27968"/>
                  <a:pt x="55735" y="27156"/>
                </a:cubicBezTo>
                <a:cubicBezTo>
                  <a:pt x="55814" y="26816"/>
                  <a:pt x="55883" y="26465"/>
                  <a:pt x="55968" y="26125"/>
                </a:cubicBezTo>
                <a:cubicBezTo>
                  <a:pt x="55974" y="26093"/>
                  <a:pt x="55984" y="26051"/>
                  <a:pt x="55990" y="26019"/>
                </a:cubicBezTo>
                <a:lnTo>
                  <a:pt x="55990" y="26019"/>
                </a:lnTo>
                <a:cubicBezTo>
                  <a:pt x="55990" y="26083"/>
                  <a:pt x="55984" y="26162"/>
                  <a:pt x="55984" y="26263"/>
                </a:cubicBezTo>
                <a:cubicBezTo>
                  <a:pt x="55990" y="26051"/>
                  <a:pt x="56037" y="25812"/>
                  <a:pt x="56064" y="25599"/>
                </a:cubicBezTo>
                <a:cubicBezTo>
                  <a:pt x="56282" y="23628"/>
                  <a:pt x="56319" y="21684"/>
                  <a:pt x="56170" y="19703"/>
                </a:cubicBezTo>
                <a:lnTo>
                  <a:pt x="56170" y="19698"/>
                </a:lnTo>
                <a:cubicBezTo>
                  <a:pt x="56149" y="19570"/>
                  <a:pt x="56128" y="19443"/>
                  <a:pt x="56101" y="19320"/>
                </a:cubicBezTo>
                <a:cubicBezTo>
                  <a:pt x="56037" y="18980"/>
                  <a:pt x="55963" y="18646"/>
                  <a:pt x="55867" y="18316"/>
                </a:cubicBezTo>
                <a:cubicBezTo>
                  <a:pt x="55798" y="18056"/>
                  <a:pt x="55697" y="17806"/>
                  <a:pt x="55618" y="17546"/>
                </a:cubicBezTo>
                <a:cubicBezTo>
                  <a:pt x="55575" y="17466"/>
                  <a:pt x="55538" y="17382"/>
                  <a:pt x="55496" y="17302"/>
                </a:cubicBezTo>
                <a:cubicBezTo>
                  <a:pt x="55384" y="17089"/>
                  <a:pt x="55108" y="16802"/>
                  <a:pt x="55007" y="16569"/>
                </a:cubicBezTo>
                <a:lnTo>
                  <a:pt x="54986" y="16548"/>
                </a:lnTo>
                <a:cubicBezTo>
                  <a:pt x="54975" y="16537"/>
                  <a:pt x="54959" y="16532"/>
                  <a:pt x="54948" y="16516"/>
                </a:cubicBezTo>
                <a:cubicBezTo>
                  <a:pt x="54946" y="16519"/>
                  <a:pt x="54941" y="16521"/>
                  <a:pt x="54934" y="16521"/>
                </a:cubicBezTo>
                <a:cubicBezTo>
                  <a:pt x="54889" y="16521"/>
                  <a:pt x="54760" y="16441"/>
                  <a:pt x="54577" y="16202"/>
                </a:cubicBezTo>
                <a:cubicBezTo>
                  <a:pt x="54550" y="16186"/>
                  <a:pt x="54524" y="16170"/>
                  <a:pt x="54497" y="16149"/>
                </a:cubicBezTo>
                <a:cubicBezTo>
                  <a:pt x="54401" y="16096"/>
                  <a:pt x="54295" y="16053"/>
                  <a:pt x="54189" y="16000"/>
                </a:cubicBezTo>
                <a:cubicBezTo>
                  <a:pt x="54029" y="15947"/>
                  <a:pt x="53865" y="15894"/>
                  <a:pt x="53700" y="15846"/>
                </a:cubicBezTo>
                <a:cubicBezTo>
                  <a:pt x="53525" y="15799"/>
                  <a:pt x="53328" y="15788"/>
                  <a:pt x="53142" y="15751"/>
                </a:cubicBezTo>
                <a:cubicBezTo>
                  <a:pt x="53095" y="15745"/>
                  <a:pt x="53047" y="15745"/>
                  <a:pt x="52999" y="15740"/>
                </a:cubicBezTo>
                <a:cubicBezTo>
                  <a:pt x="52887" y="15735"/>
                  <a:pt x="52776" y="15733"/>
                  <a:pt x="52665" y="15733"/>
                </a:cubicBezTo>
                <a:cubicBezTo>
                  <a:pt x="52190" y="15733"/>
                  <a:pt x="51720" y="15773"/>
                  <a:pt x="51246" y="15799"/>
                </a:cubicBezTo>
                <a:cubicBezTo>
                  <a:pt x="51177" y="15814"/>
                  <a:pt x="51108" y="15820"/>
                  <a:pt x="51034" y="15830"/>
                </a:cubicBezTo>
                <a:cubicBezTo>
                  <a:pt x="50715" y="15894"/>
                  <a:pt x="50396" y="15953"/>
                  <a:pt x="50088" y="16027"/>
                </a:cubicBezTo>
                <a:cubicBezTo>
                  <a:pt x="48696" y="16346"/>
                  <a:pt x="47342" y="16802"/>
                  <a:pt x="46024" y="17328"/>
                </a:cubicBezTo>
                <a:cubicBezTo>
                  <a:pt x="45947" y="17357"/>
                  <a:pt x="45399" y="17569"/>
                  <a:pt x="45407" y="17569"/>
                </a:cubicBezTo>
                <a:cubicBezTo>
                  <a:pt x="45409" y="17569"/>
                  <a:pt x="45464" y="17549"/>
                  <a:pt x="45599" y="17498"/>
                </a:cubicBezTo>
                <a:cubicBezTo>
                  <a:pt x="45755" y="17439"/>
                  <a:pt x="45815" y="17417"/>
                  <a:pt x="45818" y="17417"/>
                </a:cubicBezTo>
                <a:lnTo>
                  <a:pt x="45818" y="17417"/>
                </a:lnTo>
                <a:cubicBezTo>
                  <a:pt x="45827" y="17417"/>
                  <a:pt x="45427" y="17576"/>
                  <a:pt x="45376" y="17599"/>
                </a:cubicBezTo>
                <a:cubicBezTo>
                  <a:pt x="45015" y="17759"/>
                  <a:pt x="44648" y="17923"/>
                  <a:pt x="44282" y="18099"/>
                </a:cubicBezTo>
                <a:cubicBezTo>
                  <a:pt x="43570" y="18428"/>
                  <a:pt x="42869" y="18779"/>
                  <a:pt x="42173" y="19140"/>
                </a:cubicBezTo>
                <a:cubicBezTo>
                  <a:pt x="38694" y="20941"/>
                  <a:pt x="35379" y="23002"/>
                  <a:pt x="32202" y="25296"/>
                </a:cubicBezTo>
                <a:cubicBezTo>
                  <a:pt x="31103" y="26093"/>
                  <a:pt x="30008" y="26917"/>
                  <a:pt x="28925" y="27740"/>
                </a:cubicBezTo>
                <a:cubicBezTo>
                  <a:pt x="28904" y="27756"/>
                  <a:pt x="28734" y="27883"/>
                  <a:pt x="28659" y="27942"/>
                </a:cubicBezTo>
                <a:lnTo>
                  <a:pt x="28022" y="28441"/>
                </a:lnTo>
                <a:cubicBezTo>
                  <a:pt x="27528" y="28829"/>
                  <a:pt x="27039" y="29211"/>
                  <a:pt x="26556" y="29605"/>
                </a:cubicBezTo>
                <a:cubicBezTo>
                  <a:pt x="24548" y="31209"/>
                  <a:pt x="22577" y="32850"/>
                  <a:pt x="20622" y="34529"/>
                </a:cubicBezTo>
                <a:cubicBezTo>
                  <a:pt x="16739" y="37870"/>
                  <a:pt x="12957" y="41323"/>
                  <a:pt x="9217" y="44824"/>
                </a:cubicBezTo>
                <a:cubicBezTo>
                  <a:pt x="6131" y="47729"/>
                  <a:pt x="3071" y="50646"/>
                  <a:pt x="1" y="53546"/>
                </a:cubicBezTo>
                <a:lnTo>
                  <a:pt x="1" y="98189"/>
                </a:lnTo>
                <a:cubicBezTo>
                  <a:pt x="5308" y="93774"/>
                  <a:pt x="10747" y="89530"/>
                  <a:pt x="16484" y="85684"/>
                </a:cubicBezTo>
                <a:cubicBezTo>
                  <a:pt x="21573" y="82274"/>
                  <a:pt x="26890" y="79416"/>
                  <a:pt x="32394" y="76717"/>
                </a:cubicBezTo>
                <a:cubicBezTo>
                  <a:pt x="35836" y="75023"/>
                  <a:pt x="39198" y="73254"/>
                  <a:pt x="42901" y="72165"/>
                </a:cubicBezTo>
                <a:cubicBezTo>
                  <a:pt x="44777" y="71614"/>
                  <a:pt x="46911" y="71173"/>
                  <a:pt x="48992" y="71173"/>
                </a:cubicBezTo>
                <a:cubicBezTo>
                  <a:pt x="51525" y="71173"/>
                  <a:pt x="53981" y="71825"/>
                  <a:pt x="55804" y="73726"/>
                </a:cubicBezTo>
                <a:cubicBezTo>
                  <a:pt x="59150" y="77232"/>
                  <a:pt x="58029" y="82305"/>
                  <a:pt x="56919" y="86518"/>
                </a:cubicBezTo>
                <a:cubicBezTo>
                  <a:pt x="56393" y="88499"/>
                  <a:pt x="55777" y="90465"/>
                  <a:pt x="55347" y="92473"/>
                </a:cubicBezTo>
                <a:cubicBezTo>
                  <a:pt x="55294" y="92712"/>
                  <a:pt x="55246" y="92956"/>
                  <a:pt x="55198" y="93200"/>
                </a:cubicBezTo>
                <a:cubicBezTo>
                  <a:pt x="55193" y="93227"/>
                  <a:pt x="55188" y="93270"/>
                  <a:pt x="55182" y="93317"/>
                </a:cubicBezTo>
                <a:cubicBezTo>
                  <a:pt x="55166" y="93413"/>
                  <a:pt x="55156" y="93530"/>
                  <a:pt x="55156" y="93583"/>
                </a:cubicBezTo>
                <a:cubicBezTo>
                  <a:pt x="55140" y="93748"/>
                  <a:pt x="55134" y="93918"/>
                  <a:pt x="55134" y="94088"/>
                </a:cubicBezTo>
                <a:cubicBezTo>
                  <a:pt x="55134" y="94444"/>
                  <a:pt x="55188" y="94794"/>
                  <a:pt x="55219" y="95155"/>
                </a:cubicBezTo>
                <a:cubicBezTo>
                  <a:pt x="55251" y="95325"/>
                  <a:pt x="55278" y="95501"/>
                  <a:pt x="55315" y="95671"/>
                </a:cubicBezTo>
                <a:cubicBezTo>
                  <a:pt x="55437" y="96287"/>
                  <a:pt x="55756" y="96919"/>
                  <a:pt x="55873" y="97535"/>
                </a:cubicBezTo>
                <a:cubicBezTo>
                  <a:pt x="55910" y="97625"/>
                  <a:pt x="55958" y="97705"/>
                  <a:pt x="56006" y="97785"/>
                </a:cubicBezTo>
                <a:cubicBezTo>
                  <a:pt x="56112" y="97971"/>
                  <a:pt x="56245" y="98141"/>
                  <a:pt x="56356" y="98327"/>
                </a:cubicBezTo>
                <a:cubicBezTo>
                  <a:pt x="56404" y="98380"/>
                  <a:pt x="56446" y="98433"/>
                  <a:pt x="56500" y="98486"/>
                </a:cubicBezTo>
                <a:cubicBezTo>
                  <a:pt x="56537" y="98523"/>
                  <a:pt x="56569" y="98555"/>
                  <a:pt x="56601" y="98582"/>
                </a:cubicBezTo>
                <a:cubicBezTo>
                  <a:pt x="56781" y="98693"/>
                  <a:pt x="56956" y="98853"/>
                  <a:pt x="57137" y="98948"/>
                </a:cubicBezTo>
                <a:cubicBezTo>
                  <a:pt x="57158" y="98953"/>
                  <a:pt x="57180" y="98964"/>
                  <a:pt x="57190" y="98975"/>
                </a:cubicBezTo>
                <a:cubicBezTo>
                  <a:pt x="57403" y="99033"/>
                  <a:pt x="57610" y="99113"/>
                  <a:pt x="57822" y="99166"/>
                </a:cubicBezTo>
                <a:cubicBezTo>
                  <a:pt x="57875" y="99177"/>
                  <a:pt x="57971" y="99198"/>
                  <a:pt x="58067" y="99214"/>
                </a:cubicBezTo>
                <a:cubicBezTo>
                  <a:pt x="58247" y="99224"/>
                  <a:pt x="58508" y="99251"/>
                  <a:pt x="58614" y="99251"/>
                </a:cubicBezTo>
                <a:cubicBezTo>
                  <a:pt x="58688" y="99252"/>
                  <a:pt x="58762" y="99253"/>
                  <a:pt x="58836" y="99253"/>
                </a:cubicBezTo>
                <a:cubicBezTo>
                  <a:pt x="59038" y="99253"/>
                  <a:pt x="59240" y="99248"/>
                  <a:pt x="59442" y="99240"/>
                </a:cubicBezTo>
                <a:cubicBezTo>
                  <a:pt x="59570" y="99230"/>
                  <a:pt x="59947" y="99192"/>
                  <a:pt x="60133" y="99171"/>
                </a:cubicBezTo>
                <a:cubicBezTo>
                  <a:pt x="60271" y="99150"/>
                  <a:pt x="60404" y="99123"/>
                  <a:pt x="60473" y="99113"/>
                </a:cubicBezTo>
                <a:cubicBezTo>
                  <a:pt x="61158" y="98980"/>
                  <a:pt x="61833" y="98805"/>
                  <a:pt x="62502" y="98603"/>
                </a:cubicBezTo>
                <a:cubicBezTo>
                  <a:pt x="63193" y="98396"/>
                  <a:pt x="63878" y="98157"/>
                  <a:pt x="64558" y="97891"/>
                </a:cubicBezTo>
                <a:cubicBezTo>
                  <a:pt x="64733" y="97822"/>
                  <a:pt x="64914" y="97753"/>
                  <a:pt x="65089" y="97679"/>
                </a:cubicBezTo>
                <a:cubicBezTo>
                  <a:pt x="65387" y="97546"/>
                  <a:pt x="65689" y="97413"/>
                  <a:pt x="65998" y="97275"/>
                </a:cubicBezTo>
                <a:cubicBezTo>
                  <a:pt x="67522" y="96568"/>
                  <a:pt x="69009" y="95777"/>
                  <a:pt x="70470" y="94938"/>
                </a:cubicBezTo>
                <a:cubicBezTo>
                  <a:pt x="73514" y="93190"/>
                  <a:pt x="76430" y="91235"/>
                  <a:pt x="79272" y="89185"/>
                </a:cubicBezTo>
                <a:cubicBezTo>
                  <a:pt x="80600" y="88228"/>
                  <a:pt x="81907" y="87240"/>
                  <a:pt x="83214" y="86242"/>
                </a:cubicBezTo>
                <a:lnTo>
                  <a:pt x="83655" y="85907"/>
                </a:lnTo>
                <a:cubicBezTo>
                  <a:pt x="83963" y="85657"/>
                  <a:pt x="84271" y="85418"/>
                  <a:pt x="84584" y="85174"/>
                </a:cubicBezTo>
                <a:cubicBezTo>
                  <a:pt x="85142" y="84728"/>
                  <a:pt x="85705" y="84287"/>
                  <a:pt x="86258" y="83835"/>
                </a:cubicBezTo>
                <a:cubicBezTo>
                  <a:pt x="92781" y="78539"/>
                  <a:pt x="99129" y="73009"/>
                  <a:pt x="105413" y="67432"/>
                </a:cubicBezTo>
                <a:cubicBezTo>
                  <a:pt x="113540" y="60207"/>
                  <a:pt x="121514" y="52818"/>
                  <a:pt x="129487" y="45429"/>
                </a:cubicBezTo>
                <a:lnTo>
                  <a:pt x="129487" y="0"/>
                </a:lnTo>
                <a:close/>
              </a:path>
            </a:pathLst>
          </a:custGeom>
          <a:solidFill>
            <a:srgbClr val="FFFFFF">
              <a:alpha val="12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0"/>
          <p:cNvSpPr txBox="1">
            <a:spLocks noGrp="1"/>
          </p:cNvSpPr>
          <p:nvPr>
            <p:ph type="title"/>
          </p:nvPr>
        </p:nvSpPr>
        <p:spPr>
          <a:xfrm>
            <a:off x="3461325" y="535000"/>
            <a:ext cx="4968300" cy="1209900"/>
          </a:xfrm>
          <a:prstGeom prst="rect">
            <a:avLst/>
          </a:prstGeom>
          <a:solidFill>
            <a:schemeClr val="lt1"/>
          </a:solid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3500"/>
              <a:buNone/>
              <a:defRPr/>
            </a:lvl1pPr>
            <a:lvl2pPr lvl="1" algn="ctr" rtl="0">
              <a:lnSpc>
                <a:spcPct val="100000"/>
              </a:lnSpc>
              <a:spcBef>
                <a:spcPts val="0"/>
              </a:spcBef>
              <a:spcAft>
                <a:spcPts val="0"/>
              </a:spcAft>
              <a:buSzPts val="3500"/>
              <a:buNone/>
              <a:defRPr/>
            </a:lvl2pPr>
            <a:lvl3pPr lvl="2" algn="ctr" rtl="0">
              <a:lnSpc>
                <a:spcPct val="100000"/>
              </a:lnSpc>
              <a:spcBef>
                <a:spcPts val="0"/>
              </a:spcBef>
              <a:spcAft>
                <a:spcPts val="0"/>
              </a:spcAft>
              <a:buSzPts val="3500"/>
              <a:buNone/>
              <a:defRPr/>
            </a:lvl3pPr>
            <a:lvl4pPr lvl="3" algn="ctr" rtl="0">
              <a:lnSpc>
                <a:spcPct val="100000"/>
              </a:lnSpc>
              <a:spcBef>
                <a:spcPts val="0"/>
              </a:spcBef>
              <a:spcAft>
                <a:spcPts val="0"/>
              </a:spcAft>
              <a:buSzPts val="3500"/>
              <a:buNone/>
              <a:defRPr/>
            </a:lvl4pPr>
            <a:lvl5pPr lvl="4" algn="ctr" rtl="0">
              <a:lnSpc>
                <a:spcPct val="100000"/>
              </a:lnSpc>
              <a:spcBef>
                <a:spcPts val="0"/>
              </a:spcBef>
              <a:spcAft>
                <a:spcPts val="0"/>
              </a:spcAft>
              <a:buSzPts val="3500"/>
              <a:buNone/>
              <a:defRPr/>
            </a:lvl5pPr>
            <a:lvl6pPr lvl="5" algn="ctr" rtl="0">
              <a:lnSpc>
                <a:spcPct val="100000"/>
              </a:lnSpc>
              <a:spcBef>
                <a:spcPts val="0"/>
              </a:spcBef>
              <a:spcAft>
                <a:spcPts val="0"/>
              </a:spcAft>
              <a:buSzPts val="3500"/>
              <a:buNone/>
              <a:defRPr/>
            </a:lvl6pPr>
            <a:lvl7pPr lvl="6" algn="ctr" rtl="0">
              <a:lnSpc>
                <a:spcPct val="100000"/>
              </a:lnSpc>
              <a:spcBef>
                <a:spcPts val="0"/>
              </a:spcBef>
              <a:spcAft>
                <a:spcPts val="0"/>
              </a:spcAft>
              <a:buSzPts val="3500"/>
              <a:buNone/>
              <a:defRPr/>
            </a:lvl7pPr>
            <a:lvl8pPr lvl="7" algn="ctr" rtl="0">
              <a:lnSpc>
                <a:spcPct val="100000"/>
              </a:lnSpc>
              <a:spcBef>
                <a:spcPts val="0"/>
              </a:spcBef>
              <a:spcAft>
                <a:spcPts val="0"/>
              </a:spcAft>
              <a:buSzPts val="3500"/>
              <a:buNone/>
              <a:defRPr/>
            </a:lvl8pPr>
            <a:lvl9pPr lvl="8" algn="ctr" rtl="0">
              <a:lnSpc>
                <a:spcPct val="100000"/>
              </a:lnSpc>
              <a:spcBef>
                <a:spcPts val="0"/>
              </a:spcBef>
              <a:spcAft>
                <a:spcPts val="0"/>
              </a:spcAft>
              <a:buSzPts val="3500"/>
              <a:buNone/>
              <a:defRPr/>
            </a:lvl9pPr>
          </a:lstStyle>
          <a:p>
            <a:endParaRPr/>
          </a:p>
        </p:txBody>
      </p:sp>
      <p:sp>
        <p:nvSpPr>
          <p:cNvPr id="59" name="Google Shape;59;p10"/>
          <p:cNvSpPr/>
          <p:nvPr/>
        </p:nvSpPr>
        <p:spPr>
          <a:xfrm>
            <a:off x="324150" y="1868438"/>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0"/>
          <p:cNvSpPr/>
          <p:nvPr/>
        </p:nvSpPr>
        <p:spPr>
          <a:xfrm>
            <a:off x="8469150" y="1868438"/>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61"/>
        <p:cNvGrpSpPr/>
        <p:nvPr/>
      </p:nvGrpSpPr>
      <p:grpSpPr>
        <a:xfrm>
          <a:off x="0" y="0"/>
          <a:ext cx="0" cy="0"/>
          <a:chOff x="0" y="0"/>
          <a:chExt cx="0" cy="0"/>
        </a:xfrm>
      </p:grpSpPr>
      <p:sp>
        <p:nvSpPr>
          <p:cNvPr id="62" name="Google Shape;62;p11"/>
          <p:cNvSpPr/>
          <p:nvPr/>
        </p:nvSpPr>
        <p:spPr>
          <a:xfrm>
            <a:off x="-161559" y="-1507575"/>
            <a:ext cx="9467118" cy="7256708"/>
          </a:xfrm>
          <a:custGeom>
            <a:avLst/>
            <a:gdLst/>
            <a:ahLst/>
            <a:cxnLst/>
            <a:rect l="l" t="t" r="r" b="b"/>
            <a:pathLst>
              <a:path w="129487" h="99254" extrusionOk="0">
                <a:moveTo>
                  <a:pt x="56002" y="25805"/>
                </a:moveTo>
                <a:cubicBezTo>
                  <a:pt x="56006" y="25805"/>
                  <a:pt x="56005" y="25909"/>
                  <a:pt x="55990" y="26019"/>
                </a:cubicBezTo>
                <a:cubicBezTo>
                  <a:pt x="55994" y="25863"/>
                  <a:pt x="56000" y="25805"/>
                  <a:pt x="56002" y="25805"/>
                </a:cubicBezTo>
                <a:close/>
                <a:moveTo>
                  <a:pt x="129487" y="0"/>
                </a:moveTo>
                <a:cubicBezTo>
                  <a:pt x="124318" y="4664"/>
                  <a:pt x="119091" y="9270"/>
                  <a:pt x="113774" y="13775"/>
                </a:cubicBezTo>
                <a:cubicBezTo>
                  <a:pt x="105593" y="20707"/>
                  <a:pt x="97206" y="27405"/>
                  <a:pt x="88531" y="33721"/>
                </a:cubicBezTo>
                <a:cubicBezTo>
                  <a:pt x="87591" y="34407"/>
                  <a:pt x="86640" y="35246"/>
                  <a:pt x="85631" y="35846"/>
                </a:cubicBezTo>
                <a:cubicBezTo>
                  <a:pt x="85679" y="35818"/>
                  <a:pt x="85711" y="35801"/>
                  <a:pt x="85714" y="35801"/>
                </a:cubicBezTo>
                <a:lnTo>
                  <a:pt x="85714" y="35801"/>
                </a:lnTo>
                <a:cubicBezTo>
                  <a:pt x="85718" y="35801"/>
                  <a:pt x="85636" y="35849"/>
                  <a:pt x="85397" y="35979"/>
                </a:cubicBezTo>
                <a:cubicBezTo>
                  <a:pt x="85344" y="36011"/>
                  <a:pt x="85291" y="36053"/>
                  <a:pt x="85254" y="36080"/>
                </a:cubicBezTo>
                <a:cubicBezTo>
                  <a:pt x="85046" y="36245"/>
                  <a:pt x="84834" y="36409"/>
                  <a:pt x="84627" y="36574"/>
                </a:cubicBezTo>
                <a:cubicBezTo>
                  <a:pt x="83554" y="37445"/>
                  <a:pt x="82475" y="38322"/>
                  <a:pt x="81381" y="39177"/>
                </a:cubicBezTo>
                <a:cubicBezTo>
                  <a:pt x="78566" y="41381"/>
                  <a:pt x="75692" y="43559"/>
                  <a:pt x="72563" y="45312"/>
                </a:cubicBezTo>
                <a:cubicBezTo>
                  <a:pt x="69876" y="46823"/>
                  <a:pt x="66711" y="48301"/>
                  <a:pt x="63543" y="48301"/>
                </a:cubicBezTo>
                <a:cubicBezTo>
                  <a:pt x="63336" y="48301"/>
                  <a:pt x="63129" y="48295"/>
                  <a:pt x="62922" y="48282"/>
                </a:cubicBezTo>
                <a:cubicBezTo>
                  <a:pt x="58911" y="48037"/>
                  <a:pt x="55655" y="45201"/>
                  <a:pt x="54561" y="41365"/>
                </a:cubicBezTo>
                <a:cubicBezTo>
                  <a:pt x="53472" y="37551"/>
                  <a:pt x="54295" y="33371"/>
                  <a:pt x="55161" y="29599"/>
                </a:cubicBezTo>
                <a:cubicBezTo>
                  <a:pt x="55347" y="28781"/>
                  <a:pt x="55543" y="27968"/>
                  <a:pt x="55735" y="27156"/>
                </a:cubicBezTo>
                <a:cubicBezTo>
                  <a:pt x="55814" y="26816"/>
                  <a:pt x="55883" y="26465"/>
                  <a:pt x="55968" y="26125"/>
                </a:cubicBezTo>
                <a:cubicBezTo>
                  <a:pt x="55974" y="26093"/>
                  <a:pt x="55984" y="26051"/>
                  <a:pt x="55990" y="26019"/>
                </a:cubicBezTo>
                <a:lnTo>
                  <a:pt x="55990" y="26019"/>
                </a:lnTo>
                <a:cubicBezTo>
                  <a:pt x="55990" y="26083"/>
                  <a:pt x="55984" y="26162"/>
                  <a:pt x="55984" y="26263"/>
                </a:cubicBezTo>
                <a:cubicBezTo>
                  <a:pt x="55990" y="26051"/>
                  <a:pt x="56037" y="25812"/>
                  <a:pt x="56064" y="25599"/>
                </a:cubicBezTo>
                <a:cubicBezTo>
                  <a:pt x="56282" y="23628"/>
                  <a:pt x="56319" y="21684"/>
                  <a:pt x="56170" y="19703"/>
                </a:cubicBezTo>
                <a:lnTo>
                  <a:pt x="56170" y="19698"/>
                </a:lnTo>
                <a:cubicBezTo>
                  <a:pt x="56149" y="19570"/>
                  <a:pt x="56128" y="19443"/>
                  <a:pt x="56101" y="19320"/>
                </a:cubicBezTo>
                <a:cubicBezTo>
                  <a:pt x="56037" y="18980"/>
                  <a:pt x="55963" y="18646"/>
                  <a:pt x="55867" y="18316"/>
                </a:cubicBezTo>
                <a:cubicBezTo>
                  <a:pt x="55798" y="18056"/>
                  <a:pt x="55697" y="17806"/>
                  <a:pt x="55618" y="17546"/>
                </a:cubicBezTo>
                <a:cubicBezTo>
                  <a:pt x="55575" y="17466"/>
                  <a:pt x="55538" y="17382"/>
                  <a:pt x="55496" y="17302"/>
                </a:cubicBezTo>
                <a:cubicBezTo>
                  <a:pt x="55384" y="17089"/>
                  <a:pt x="55108" y="16802"/>
                  <a:pt x="55007" y="16569"/>
                </a:cubicBezTo>
                <a:lnTo>
                  <a:pt x="54986" y="16548"/>
                </a:lnTo>
                <a:cubicBezTo>
                  <a:pt x="54975" y="16537"/>
                  <a:pt x="54959" y="16532"/>
                  <a:pt x="54948" y="16516"/>
                </a:cubicBezTo>
                <a:cubicBezTo>
                  <a:pt x="54946" y="16519"/>
                  <a:pt x="54941" y="16521"/>
                  <a:pt x="54934" y="16521"/>
                </a:cubicBezTo>
                <a:cubicBezTo>
                  <a:pt x="54889" y="16521"/>
                  <a:pt x="54760" y="16441"/>
                  <a:pt x="54577" y="16202"/>
                </a:cubicBezTo>
                <a:cubicBezTo>
                  <a:pt x="54550" y="16186"/>
                  <a:pt x="54524" y="16170"/>
                  <a:pt x="54497" y="16149"/>
                </a:cubicBezTo>
                <a:cubicBezTo>
                  <a:pt x="54401" y="16096"/>
                  <a:pt x="54295" y="16053"/>
                  <a:pt x="54189" y="16000"/>
                </a:cubicBezTo>
                <a:cubicBezTo>
                  <a:pt x="54029" y="15947"/>
                  <a:pt x="53865" y="15894"/>
                  <a:pt x="53700" y="15846"/>
                </a:cubicBezTo>
                <a:cubicBezTo>
                  <a:pt x="53525" y="15799"/>
                  <a:pt x="53328" y="15788"/>
                  <a:pt x="53142" y="15751"/>
                </a:cubicBezTo>
                <a:cubicBezTo>
                  <a:pt x="53095" y="15745"/>
                  <a:pt x="53047" y="15745"/>
                  <a:pt x="52999" y="15740"/>
                </a:cubicBezTo>
                <a:cubicBezTo>
                  <a:pt x="52887" y="15735"/>
                  <a:pt x="52776" y="15733"/>
                  <a:pt x="52665" y="15733"/>
                </a:cubicBezTo>
                <a:cubicBezTo>
                  <a:pt x="52190" y="15733"/>
                  <a:pt x="51720" y="15773"/>
                  <a:pt x="51246" y="15799"/>
                </a:cubicBezTo>
                <a:cubicBezTo>
                  <a:pt x="51177" y="15814"/>
                  <a:pt x="51108" y="15820"/>
                  <a:pt x="51034" y="15830"/>
                </a:cubicBezTo>
                <a:cubicBezTo>
                  <a:pt x="50715" y="15894"/>
                  <a:pt x="50396" y="15953"/>
                  <a:pt x="50088" y="16027"/>
                </a:cubicBezTo>
                <a:cubicBezTo>
                  <a:pt x="48696" y="16346"/>
                  <a:pt x="47342" y="16802"/>
                  <a:pt x="46024" y="17328"/>
                </a:cubicBezTo>
                <a:cubicBezTo>
                  <a:pt x="45947" y="17357"/>
                  <a:pt x="45399" y="17569"/>
                  <a:pt x="45407" y="17569"/>
                </a:cubicBezTo>
                <a:cubicBezTo>
                  <a:pt x="45409" y="17569"/>
                  <a:pt x="45464" y="17549"/>
                  <a:pt x="45599" y="17498"/>
                </a:cubicBezTo>
                <a:cubicBezTo>
                  <a:pt x="45755" y="17439"/>
                  <a:pt x="45815" y="17417"/>
                  <a:pt x="45818" y="17417"/>
                </a:cubicBezTo>
                <a:lnTo>
                  <a:pt x="45818" y="17417"/>
                </a:lnTo>
                <a:cubicBezTo>
                  <a:pt x="45827" y="17417"/>
                  <a:pt x="45427" y="17576"/>
                  <a:pt x="45376" y="17599"/>
                </a:cubicBezTo>
                <a:cubicBezTo>
                  <a:pt x="45015" y="17759"/>
                  <a:pt x="44648" y="17923"/>
                  <a:pt x="44282" y="18099"/>
                </a:cubicBezTo>
                <a:cubicBezTo>
                  <a:pt x="43570" y="18428"/>
                  <a:pt x="42869" y="18779"/>
                  <a:pt x="42173" y="19140"/>
                </a:cubicBezTo>
                <a:cubicBezTo>
                  <a:pt x="38694" y="20941"/>
                  <a:pt x="35379" y="23002"/>
                  <a:pt x="32202" y="25296"/>
                </a:cubicBezTo>
                <a:cubicBezTo>
                  <a:pt x="31103" y="26093"/>
                  <a:pt x="30008" y="26917"/>
                  <a:pt x="28925" y="27740"/>
                </a:cubicBezTo>
                <a:cubicBezTo>
                  <a:pt x="28904" y="27756"/>
                  <a:pt x="28734" y="27883"/>
                  <a:pt x="28659" y="27942"/>
                </a:cubicBezTo>
                <a:lnTo>
                  <a:pt x="28022" y="28441"/>
                </a:lnTo>
                <a:cubicBezTo>
                  <a:pt x="27528" y="28829"/>
                  <a:pt x="27039" y="29211"/>
                  <a:pt x="26556" y="29605"/>
                </a:cubicBezTo>
                <a:cubicBezTo>
                  <a:pt x="24548" y="31209"/>
                  <a:pt x="22577" y="32850"/>
                  <a:pt x="20622" y="34529"/>
                </a:cubicBezTo>
                <a:cubicBezTo>
                  <a:pt x="16739" y="37870"/>
                  <a:pt x="12957" y="41323"/>
                  <a:pt x="9217" y="44824"/>
                </a:cubicBezTo>
                <a:cubicBezTo>
                  <a:pt x="6131" y="47729"/>
                  <a:pt x="3071" y="50646"/>
                  <a:pt x="1" y="53546"/>
                </a:cubicBezTo>
                <a:lnTo>
                  <a:pt x="1" y="98189"/>
                </a:lnTo>
                <a:cubicBezTo>
                  <a:pt x="5308" y="93774"/>
                  <a:pt x="10747" y="89530"/>
                  <a:pt x="16484" y="85684"/>
                </a:cubicBezTo>
                <a:cubicBezTo>
                  <a:pt x="21573" y="82274"/>
                  <a:pt x="26890" y="79416"/>
                  <a:pt x="32394" y="76717"/>
                </a:cubicBezTo>
                <a:cubicBezTo>
                  <a:pt x="35836" y="75023"/>
                  <a:pt x="39198" y="73254"/>
                  <a:pt x="42901" y="72165"/>
                </a:cubicBezTo>
                <a:cubicBezTo>
                  <a:pt x="44777" y="71614"/>
                  <a:pt x="46911" y="71173"/>
                  <a:pt x="48992" y="71173"/>
                </a:cubicBezTo>
                <a:cubicBezTo>
                  <a:pt x="51525" y="71173"/>
                  <a:pt x="53981" y="71825"/>
                  <a:pt x="55804" y="73726"/>
                </a:cubicBezTo>
                <a:cubicBezTo>
                  <a:pt x="59150" y="77232"/>
                  <a:pt x="58029" y="82305"/>
                  <a:pt x="56919" y="86518"/>
                </a:cubicBezTo>
                <a:cubicBezTo>
                  <a:pt x="56393" y="88499"/>
                  <a:pt x="55777" y="90465"/>
                  <a:pt x="55347" y="92473"/>
                </a:cubicBezTo>
                <a:cubicBezTo>
                  <a:pt x="55294" y="92712"/>
                  <a:pt x="55246" y="92956"/>
                  <a:pt x="55198" y="93200"/>
                </a:cubicBezTo>
                <a:cubicBezTo>
                  <a:pt x="55193" y="93227"/>
                  <a:pt x="55188" y="93270"/>
                  <a:pt x="55182" y="93317"/>
                </a:cubicBezTo>
                <a:cubicBezTo>
                  <a:pt x="55166" y="93413"/>
                  <a:pt x="55156" y="93530"/>
                  <a:pt x="55156" y="93583"/>
                </a:cubicBezTo>
                <a:cubicBezTo>
                  <a:pt x="55140" y="93748"/>
                  <a:pt x="55134" y="93918"/>
                  <a:pt x="55134" y="94088"/>
                </a:cubicBezTo>
                <a:cubicBezTo>
                  <a:pt x="55134" y="94444"/>
                  <a:pt x="55188" y="94794"/>
                  <a:pt x="55219" y="95155"/>
                </a:cubicBezTo>
                <a:cubicBezTo>
                  <a:pt x="55251" y="95325"/>
                  <a:pt x="55278" y="95501"/>
                  <a:pt x="55315" y="95671"/>
                </a:cubicBezTo>
                <a:cubicBezTo>
                  <a:pt x="55437" y="96287"/>
                  <a:pt x="55756" y="96919"/>
                  <a:pt x="55873" y="97535"/>
                </a:cubicBezTo>
                <a:cubicBezTo>
                  <a:pt x="55910" y="97625"/>
                  <a:pt x="55958" y="97705"/>
                  <a:pt x="56006" y="97785"/>
                </a:cubicBezTo>
                <a:cubicBezTo>
                  <a:pt x="56112" y="97971"/>
                  <a:pt x="56245" y="98141"/>
                  <a:pt x="56356" y="98327"/>
                </a:cubicBezTo>
                <a:cubicBezTo>
                  <a:pt x="56404" y="98380"/>
                  <a:pt x="56446" y="98433"/>
                  <a:pt x="56500" y="98486"/>
                </a:cubicBezTo>
                <a:cubicBezTo>
                  <a:pt x="56537" y="98523"/>
                  <a:pt x="56569" y="98555"/>
                  <a:pt x="56601" y="98582"/>
                </a:cubicBezTo>
                <a:cubicBezTo>
                  <a:pt x="56781" y="98693"/>
                  <a:pt x="56956" y="98853"/>
                  <a:pt x="57137" y="98948"/>
                </a:cubicBezTo>
                <a:cubicBezTo>
                  <a:pt x="57158" y="98953"/>
                  <a:pt x="57180" y="98964"/>
                  <a:pt x="57190" y="98975"/>
                </a:cubicBezTo>
                <a:cubicBezTo>
                  <a:pt x="57403" y="99033"/>
                  <a:pt x="57610" y="99113"/>
                  <a:pt x="57822" y="99166"/>
                </a:cubicBezTo>
                <a:cubicBezTo>
                  <a:pt x="57875" y="99177"/>
                  <a:pt x="57971" y="99198"/>
                  <a:pt x="58067" y="99214"/>
                </a:cubicBezTo>
                <a:cubicBezTo>
                  <a:pt x="58247" y="99224"/>
                  <a:pt x="58508" y="99251"/>
                  <a:pt x="58614" y="99251"/>
                </a:cubicBezTo>
                <a:cubicBezTo>
                  <a:pt x="58688" y="99252"/>
                  <a:pt x="58762" y="99253"/>
                  <a:pt x="58836" y="99253"/>
                </a:cubicBezTo>
                <a:cubicBezTo>
                  <a:pt x="59038" y="99253"/>
                  <a:pt x="59240" y="99248"/>
                  <a:pt x="59442" y="99240"/>
                </a:cubicBezTo>
                <a:cubicBezTo>
                  <a:pt x="59570" y="99230"/>
                  <a:pt x="59947" y="99192"/>
                  <a:pt x="60133" y="99171"/>
                </a:cubicBezTo>
                <a:cubicBezTo>
                  <a:pt x="60271" y="99150"/>
                  <a:pt x="60404" y="99123"/>
                  <a:pt x="60473" y="99113"/>
                </a:cubicBezTo>
                <a:cubicBezTo>
                  <a:pt x="61158" y="98980"/>
                  <a:pt x="61833" y="98805"/>
                  <a:pt x="62502" y="98603"/>
                </a:cubicBezTo>
                <a:cubicBezTo>
                  <a:pt x="63193" y="98396"/>
                  <a:pt x="63878" y="98157"/>
                  <a:pt x="64558" y="97891"/>
                </a:cubicBezTo>
                <a:cubicBezTo>
                  <a:pt x="64733" y="97822"/>
                  <a:pt x="64914" y="97753"/>
                  <a:pt x="65089" y="97679"/>
                </a:cubicBezTo>
                <a:cubicBezTo>
                  <a:pt x="65387" y="97546"/>
                  <a:pt x="65689" y="97413"/>
                  <a:pt x="65998" y="97275"/>
                </a:cubicBezTo>
                <a:cubicBezTo>
                  <a:pt x="67522" y="96568"/>
                  <a:pt x="69009" y="95777"/>
                  <a:pt x="70470" y="94938"/>
                </a:cubicBezTo>
                <a:cubicBezTo>
                  <a:pt x="73514" y="93190"/>
                  <a:pt x="76430" y="91235"/>
                  <a:pt x="79272" y="89185"/>
                </a:cubicBezTo>
                <a:cubicBezTo>
                  <a:pt x="80600" y="88228"/>
                  <a:pt x="81907" y="87240"/>
                  <a:pt x="83214" y="86242"/>
                </a:cubicBezTo>
                <a:lnTo>
                  <a:pt x="83655" y="85907"/>
                </a:lnTo>
                <a:cubicBezTo>
                  <a:pt x="83963" y="85657"/>
                  <a:pt x="84271" y="85418"/>
                  <a:pt x="84584" y="85174"/>
                </a:cubicBezTo>
                <a:cubicBezTo>
                  <a:pt x="85142" y="84728"/>
                  <a:pt x="85705" y="84287"/>
                  <a:pt x="86258" y="83835"/>
                </a:cubicBezTo>
                <a:cubicBezTo>
                  <a:pt x="92781" y="78539"/>
                  <a:pt x="99129" y="73009"/>
                  <a:pt x="105413" y="67432"/>
                </a:cubicBezTo>
                <a:cubicBezTo>
                  <a:pt x="113540" y="60207"/>
                  <a:pt x="121514" y="52818"/>
                  <a:pt x="129487" y="45429"/>
                </a:cubicBezTo>
                <a:lnTo>
                  <a:pt x="129487" y="0"/>
                </a:lnTo>
                <a:close/>
              </a:path>
            </a:pathLst>
          </a:custGeom>
          <a:solidFill>
            <a:srgbClr val="FFFFFF">
              <a:alpha val="12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11"/>
          <p:cNvSpPr/>
          <p:nvPr/>
        </p:nvSpPr>
        <p:spPr>
          <a:xfrm>
            <a:off x="217167" y="278723"/>
            <a:ext cx="8645699" cy="4586055"/>
          </a:xfrm>
          <a:custGeom>
            <a:avLst/>
            <a:gdLst/>
            <a:ahLst/>
            <a:cxnLst/>
            <a:rect l="l" t="t" r="r" b="b"/>
            <a:pathLst>
              <a:path w="118252" h="62726" extrusionOk="0">
                <a:moveTo>
                  <a:pt x="2503" y="2598"/>
                </a:moveTo>
                <a:cubicBezTo>
                  <a:pt x="2506" y="2598"/>
                  <a:pt x="2509" y="2598"/>
                  <a:pt x="2513" y="2598"/>
                </a:cubicBezTo>
                <a:cubicBezTo>
                  <a:pt x="2975" y="2598"/>
                  <a:pt x="3347" y="2986"/>
                  <a:pt x="3347" y="3448"/>
                </a:cubicBezTo>
                <a:cubicBezTo>
                  <a:pt x="3347" y="3916"/>
                  <a:pt x="2964" y="4287"/>
                  <a:pt x="2497" y="4287"/>
                </a:cubicBezTo>
                <a:cubicBezTo>
                  <a:pt x="2035" y="4287"/>
                  <a:pt x="1663" y="3900"/>
                  <a:pt x="1663" y="3437"/>
                </a:cubicBezTo>
                <a:cubicBezTo>
                  <a:pt x="1668" y="2973"/>
                  <a:pt x="2040" y="2598"/>
                  <a:pt x="2503" y="2598"/>
                </a:cubicBezTo>
                <a:close/>
                <a:moveTo>
                  <a:pt x="2544" y="6874"/>
                </a:moveTo>
                <a:cubicBezTo>
                  <a:pt x="3007" y="6874"/>
                  <a:pt x="3378" y="7257"/>
                  <a:pt x="3378" y="7724"/>
                </a:cubicBezTo>
                <a:cubicBezTo>
                  <a:pt x="3378" y="8192"/>
                  <a:pt x="3001" y="8558"/>
                  <a:pt x="2529" y="8558"/>
                </a:cubicBezTo>
                <a:cubicBezTo>
                  <a:pt x="2066" y="8558"/>
                  <a:pt x="1695" y="8176"/>
                  <a:pt x="1695" y="7708"/>
                </a:cubicBezTo>
                <a:cubicBezTo>
                  <a:pt x="1695" y="7246"/>
                  <a:pt x="2077" y="6874"/>
                  <a:pt x="2544" y="6874"/>
                </a:cubicBezTo>
                <a:close/>
                <a:moveTo>
                  <a:pt x="2582" y="11151"/>
                </a:moveTo>
                <a:cubicBezTo>
                  <a:pt x="3049" y="11151"/>
                  <a:pt x="3421" y="11538"/>
                  <a:pt x="3421" y="12001"/>
                </a:cubicBezTo>
                <a:cubicBezTo>
                  <a:pt x="3416" y="12468"/>
                  <a:pt x="3033" y="12840"/>
                  <a:pt x="2571" y="12840"/>
                </a:cubicBezTo>
                <a:cubicBezTo>
                  <a:pt x="2104" y="12840"/>
                  <a:pt x="1732" y="12452"/>
                  <a:pt x="1732" y="11990"/>
                </a:cubicBezTo>
                <a:cubicBezTo>
                  <a:pt x="1732" y="11522"/>
                  <a:pt x="2120" y="11151"/>
                  <a:pt x="2582" y="11151"/>
                </a:cubicBezTo>
                <a:close/>
                <a:moveTo>
                  <a:pt x="2619" y="15427"/>
                </a:moveTo>
                <a:cubicBezTo>
                  <a:pt x="3081" y="15427"/>
                  <a:pt x="3453" y="15815"/>
                  <a:pt x="3453" y="16277"/>
                </a:cubicBezTo>
                <a:cubicBezTo>
                  <a:pt x="3448" y="16741"/>
                  <a:pt x="3076" y="17116"/>
                  <a:pt x="2613" y="17116"/>
                </a:cubicBezTo>
                <a:cubicBezTo>
                  <a:pt x="2609" y="17116"/>
                  <a:pt x="2606" y="17116"/>
                  <a:pt x="2603" y="17116"/>
                </a:cubicBezTo>
                <a:cubicBezTo>
                  <a:pt x="2141" y="17116"/>
                  <a:pt x="1764" y="16728"/>
                  <a:pt x="1764" y="16266"/>
                </a:cubicBezTo>
                <a:cubicBezTo>
                  <a:pt x="1764" y="15799"/>
                  <a:pt x="2151" y="15427"/>
                  <a:pt x="2619" y="15427"/>
                </a:cubicBezTo>
                <a:close/>
                <a:moveTo>
                  <a:pt x="2656" y="19703"/>
                </a:moveTo>
                <a:cubicBezTo>
                  <a:pt x="3124" y="19703"/>
                  <a:pt x="3495" y="20091"/>
                  <a:pt x="3495" y="20553"/>
                </a:cubicBezTo>
                <a:cubicBezTo>
                  <a:pt x="3485" y="21017"/>
                  <a:pt x="3113" y="21392"/>
                  <a:pt x="2655" y="21392"/>
                </a:cubicBezTo>
                <a:cubicBezTo>
                  <a:pt x="2652" y="21392"/>
                  <a:pt x="2649" y="21392"/>
                  <a:pt x="2645" y="21392"/>
                </a:cubicBezTo>
                <a:cubicBezTo>
                  <a:pt x="2178" y="21392"/>
                  <a:pt x="1806" y="21004"/>
                  <a:pt x="1806" y="20542"/>
                </a:cubicBezTo>
                <a:cubicBezTo>
                  <a:pt x="1806" y="20075"/>
                  <a:pt x="2194" y="19703"/>
                  <a:pt x="2656" y="19703"/>
                </a:cubicBezTo>
                <a:close/>
                <a:moveTo>
                  <a:pt x="2688" y="23985"/>
                </a:moveTo>
                <a:cubicBezTo>
                  <a:pt x="3155" y="23985"/>
                  <a:pt x="3527" y="24372"/>
                  <a:pt x="3527" y="24834"/>
                </a:cubicBezTo>
                <a:cubicBezTo>
                  <a:pt x="3522" y="25302"/>
                  <a:pt x="3139" y="25674"/>
                  <a:pt x="2677" y="25674"/>
                </a:cubicBezTo>
                <a:cubicBezTo>
                  <a:pt x="2210" y="25674"/>
                  <a:pt x="1838" y="25286"/>
                  <a:pt x="1838" y="24824"/>
                </a:cubicBezTo>
                <a:cubicBezTo>
                  <a:pt x="1838" y="24356"/>
                  <a:pt x="2226" y="23985"/>
                  <a:pt x="2688" y="23985"/>
                </a:cubicBezTo>
                <a:close/>
                <a:moveTo>
                  <a:pt x="2720" y="28261"/>
                </a:moveTo>
                <a:cubicBezTo>
                  <a:pt x="3187" y="28271"/>
                  <a:pt x="3564" y="28649"/>
                  <a:pt x="3559" y="29111"/>
                </a:cubicBezTo>
                <a:cubicBezTo>
                  <a:pt x="3559" y="29578"/>
                  <a:pt x="3171" y="29950"/>
                  <a:pt x="2709" y="29950"/>
                </a:cubicBezTo>
                <a:cubicBezTo>
                  <a:pt x="2242" y="29950"/>
                  <a:pt x="1870" y="29562"/>
                  <a:pt x="1870" y="29100"/>
                </a:cubicBezTo>
                <a:cubicBezTo>
                  <a:pt x="1870" y="28633"/>
                  <a:pt x="2258" y="28261"/>
                  <a:pt x="2720" y="28261"/>
                </a:cubicBezTo>
                <a:close/>
                <a:moveTo>
                  <a:pt x="2493" y="32786"/>
                </a:moveTo>
                <a:cubicBezTo>
                  <a:pt x="2500" y="32786"/>
                  <a:pt x="2506" y="32786"/>
                  <a:pt x="2513" y="32787"/>
                </a:cubicBezTo>
                <a:cubicBezTo>
                  <a:pt x="2975" y="32787"/>
                  <a:pt x="3347" y="33169"/>
                  <a:pt x="3347" y="33637"/>
                </a:cubicBezTo>
                <a:cubicBezTo>
                  <a:pt x="3347" y="34099"/>
                  <a:pt x="2964" y="34471"/>
                  <a:pt x="2497" y="34471"/>
                </a:cubicBezTo>
                <a:cubicBezTo>
                  <a:pt x="2035" y="34471"/>
                  <a:pt x="1663" y="34088"/>
                  <a:pt x="1663" y="33621"/>
                </a:cubicBezTo>
                <a:cubicBezTo>
                  <a:pt x="1668" y="33154"/>
                  <a:pt x="2035" y="32786"/>
                  <a:pt x="2493" y="32786"/>
                </a:cubicBezTo>
                <a:close/>
                <a:moveTo>
                  <a:pt x="2525" y="37063"/>
                </a:moveTo>
                <a:cubicBezTo>
                  <a:pt x="2532" y="37063"/>
                  <a:pt x="2538" y="37063"/>
                  <a:pt x="2544" y="37063"/>
                </a:cubicBezTo>
                <a:cubicBezTo>
                  <a:pt x="3007" y="37063"/>
                  <a:pt x="3378" y="37445"/>
                  <a:pt x="3378" y="37913"/>
                </a:cubicBezTo>
                <a:cubicBezTo>
                  <a:pt x="3378" y="38375"/>
                  <a:pt x="2996" y="38747"/>
                  <a:pt x="2529" y="38747"/>
                </a:cubicBezTo>
                <a:cubicBezTo>
                  <a:pt x="2066" y="38747"/>
                  <a:pt x="1695" y="38364"/>
                  <a:pt x="1695" y="37897"/>
                </a:cubicBezTo>
                <a:cubicBezTo>
                  <a:pt x="1700" y="37441"/>
                  <a:pt x="2067" y="37063"/>
                  <a:pt x="2525" y="37063"/>
                </a:cubicBezTo>
                <a:close/>
                <a:moveTo>
                  <a:pt x="2582" y="41339"/>
                </a:moveTo>
                <a:cubicBezTo>
                  <a:pt x="3049" y="41339"/>
                  <a:pt x="3421" y="41721"/>
                  <a:pt x="3421" y="42189"/>
                </a:cubicBezTo>
                <a:cubicBezTo>
                  <a:pt x="3421" y="42651"/>
                  <a:pt x="3033" y="43023"/>
                  <a:pt x="2571" y="43023"/>
                </a:cubicBezTo>
                <a:cubicBezTo>
                  <a:pt x="2104" y="43023"/>
                  <a:pt x="1732" y="42640"/>
                  <a:pt x="1732" y="42173"/>
                </a:cubicBezTo>
                <a:cubicBezTo>
                  <a:pt x="1732" y="41711"/>
                  <a:pt x="2120" y="41339"/>
                  <a:pt x="2582" y="41339"/>
                </a:cubicBezTo>
                <a:close/>
                <a:moveTo>
                  <a:pt x="2619" y="45615"/>
                </a:moveTo>
                <a:cubicBezTo>
                  <a:pt x="3081" y="45615"/>
                  <a:pt x="3453" y="45998"/>
                  <a:pt x="3453" y="46465"/>
                </a:cubicBezTo>
                <a:cubicBezTo>
                  <a:pt x="3453" y="46927"/>
                  <a:pt x="3070" y="47299"/>
                  <a:pt x="2603" y="47299"/>
                </a:cubicBezTo>
                <a:cubicBezTo>
                  <a:pt x="2141" y="47299"/>
                  <a:pt x="1764" y="46917"/>
                  <a:pt x="1764" y="46449"/>
                </a:cubicBezTo>
                <a:cubicBezTo>
                  <a:pt x="1764" y="45987"/>
                  <a:pt x="2151" y="45615"/>
                  <a:pt x="2619" y="45615"/>
                </a:cubicBezTo>
                <a:close/>
                <a:moveTo>
                  <a:pt x="2651" y="49891"/>
                </a:moveTo>
                <a:cubicBezTo>
                  <a:pt x="3113" y="49891"/>
                  <a:pt x="3485" y="50274"/>
                  <a:pt x="3485" y="50736"/>
                </a:cubicBezTo>
                <a:cubicBezTo>
                  <a:pt x="3485" y="51204"/>
                  <a:pt x="3102" y="51575"/>
                  <a:pt x="2635" y="51575"/>
                </a:cubicBezTo>
                <a:cubicBezTo>
                  <a:pt x="2173" y="51575"/>
                  <a:pt x="1801" y="51193"/>
                  <a:pt x="1801" y="50725"/>
                </a:cubicBezTo>
                <a:cubicBezTo>
                  <a:pt x="1806" y="50263"/>
                  <a:pt x="2183" y="49891"/>
                  <a:pt x="2651" y="49891"/>
                </a:cubicBezTo>
                <a:close/>
                <a:moveTo>
                  <a:pt x="2678" y="54173"/>
                </a:moveTo>
                <a:cubicBezTo>
                  <a:pt x="2681" y="54173"/>
                  <a:pt x="2685" y="54173"/>
                  <a:pt x="2688" y="54173"/>
                </a:cubicBezTo>
                <a:cubicBezTo>
                  <a:pt x="3155" y="54173"/>
                  <a:pt x="3527" y="54555"/>
                  <a:pt x="3527" y="55023"/>
                </a:cubicBezTo>
                <a:cubicBezTo>
                  <a:pt x="3527" y="55485"/>
                  <a:pt x="3139" y="55857"/>
                  <a:pt x="2677" y="55857"/>
                </a:cubicBezTo>
                <a:cubicBezTo>
                  <a:pt x="2210" y="55857"/>
                  <a:pt x="1838" y="55474"/>
                  <a:pt x="1838" y="55007"/>
                </a:cubicBezTo>
                <a:cubicBezTo>
                  <a:pt x="1838" y="54548"/>
                  <a:pt x="2220" y="54173"/>
                  <a:pt x="2678" y="54173"/>
                </a:cubicBezTo>
                <a:close/>
                <a:moveTo>
                  <a:pt x="2725" y="58449"/>
                </a:moveTo>
                <a:cubicBezTo>
                  <a:pt x="3187" y="58449"/>
                  <a:pt x="3559" y="58832"/>
                  <a:pt x="3559" y="59299"/>
                </a:cubicBezTo>
                <a:cubicBezTo>
                  <a:pt x="3559" y="59761"/>
                  <a:pt x="3177" y="60133"/>
                  <a:pt x="2709" y="60133"/>
                </a:cubicBezTo>
                <a:cubicBezTo>
                  <a:pt x="2247" y="60133"/>
                  <a:pt x="1875" y="59751"/>
                  <a:pt x="1875" y="59283"/>
                </a:cubicBezTo>
                <a:cubicBezTo>
                  <a:pt x="1875" y="58821"/>
                  <a:pt x="2258" y="58449"/>
                  <a:pt x="2725" y="58449"/>
                </a:cubicBezTo>
                <a:close/>
                <a:moveTo>
                  <a:pt x="0" y="1"/>
                </a:moveTo>
                <a:lnTo>
                  <a:pt x="0" y="30189"/>
                </a:lnTo>
                <a:lnTo>
                  <a:pt x="0" y="32537"/>
                </a:lnTo>
                <a:lnTo>
                  <a:pt x="0" y="62725"/>
                </a:lnTo>
                <a:lnTo>
                  <a:pt x="118251" y="62725"/>
                </a:lnTo>
                <a:lnTo>
                  <a:pt x="118251" y="32537"/>
                </a:lnTo>
                <a:lnTo>
                  <a:pt x="118251" y="30189"/>
                </a:lnTo>
                <a:lnTo>
                  <a:pt x="118251" y="1"/>
                </a:lnTo>
                <a:close/>
              </a:path>
            </a:pathLst>
          </a:custGeom>
          <a:solidFill>
            <a:schemeClr val="l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1"/>
          <p:cNvSpPr txBox="1">
            <a:spLocks noGrp="1"/>
          </p:cNvSpPr>
          <p:nvPr>
            <p:ph type="title" hasCustomPrompt="1"/>
          </p:nvPr>
        </p:nvSpPr>
        <p:spPr>
          <a:xfrm>
            <a:off x="1284000" y="1558475"/>
            <a:ext cx="6576000" cy="15111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lt2"/>
              </a:buClr>
              <a:buSzPts val="9600"/>
              <a:buNone/>
              <a:defRPr sz="9600">
                <a:solidFill>
                  <a:schemeClr val="lt2"/>
                </a:solidFill>
              </a:defRPr>
            </a:lvl1pPr>
            <a:lvl2pPr lvl="1" algn="ctr" rtl="0">
              <a:lnSpc>
                <a:spcPct val="100000"/>
              </a:lnSpc>
              <a:spcBef>
                <a:spcPts val="0"/>
              </a:spcBef>
              <a:spcAft>
                <a:spcPts val="0"/>
              </a:spcAft>
              <a:buSzPts val="9600"/>
              <a:buNone/>
              <a:defRPr sz="9600"/>
            </a:lvl2pPr>
            <a:lvl3pPr lvl="2" algn="ctr" rtl="0">
              <a:lnSpc>
                <a:spcPct val="100000"/>
              </a:lnSpc>
              <a:spcBef>
                <a:spcPts val="0"/>
              </a:spcBef>
              <a:spcAft>
                <a:spcPts val="0"/>
              </a:spcAft>
              <a:buSzPts val="9600"/>
              <a:buNone/>
              <a:defRPr sz="9600"/>
            </a:lvl3pPr>
            <a:lvl4pPr lvl="3" algn="ctr" rtl="0">
              <a:lnSpc>
                <a:spcPct val="100000"/>
              </a:lnSpc>
              <a:spcBef>
                <a:spcPts val="0"/>
              </a:spcBef>
              <a:spcAft>
                <a:spcPts val="0"/>
              </a:spcAft>
              <a:buSzPts val="9600"/>
              <a:buNone/>
              <a:defRPr sz="9600"/>
            </a:lvl4pPr>
            <a:lvl5pPr lvl="4" algn="ctr" rtl="0">
              <a:lnSpc>
                <a:spcPct val="100000"/>
              </a:lnSpc>
              <a:spcBef>
                <a:spcPts val="0"/>
              </a:spcBef>
              <a:spcAft>
                <a:spcPts val="0"/>
              </a:spcAft>
              <a:buSzPts val="9600"/>
              <a:buNone/>
              <a:defRPr sz="9600"/>
            </a:lvl5pPr>
            <a:lvl6pPr lvl="5" algn="ctr" rtl="0">
              <a:lnSpc>
                <a:spcPct val="100000"/>
              </a:lnSpc>
              <a:spcBef>
                <a:spcPts val="0"/>
              </a:spcBef>
              <a:spcAft>
                <a:spcPts val="0"/>
              </a:spcAft>
              <a:buSzPts val="9600"/>
              <a:buNone/>
              <a:defRPr sz="9600"/>
            </a:lvl6pPr>
            <a:lvl7pPr lvl="6" algn="ctr" rtl="0">
              <a:lnSpc>
                <a:spcPct val="100000"/>
              </a:lnSpc>
              <a:spcBef>
                <a:spcPts val="0"/>
              </a:spcBef>
              <a:spcAft>
                <a:spcPts val="0"/>
              </a:spcAft>
              <a:buSzPts val="9600"/>
              <a:buNone/>
              <a:defRPr sz="9600"/>
            </a:lvl7pPr>
            <a:lvl8pPr lvl="7" algn="ctr" rtl="0">
              <a:lnSpc>
                <a:spcPct val="100000"/>
              </a:lnSpc>
              <a:spcBef>
                <a:spcPts val="0"/>
              </a:spcBef>
              <a:spcAft>
                <a:spcPts val="0"/>
              </a:spcAft>
              <a:buSzPts val="9600"/>
              <a:buNone/>
              <a:defRPr sz="9600"/>
            </a:lvl8pPr>
            <a:lvl9pPr lvl="8" algn="ctr" rtl="0">
              <a:lnSpc>
                <a:spcPct val="100000"/>
              </a:lnSpc>
              <a:spcBef>
                <a:spcPts val="0"/>
              </a:spcBef>
              <a:spcAft>
                <a:spcPts val="0"/>
              </a:spcAft>
              <a:buSzPts val="9600"/>
              <a:buNone/>
              <a:defRPr sz="9600"/>
            </a:lvl9pPr>
          </a:lstStyle>
          <a:p>
            <a:r>
              <a:t>xx%</a:t>
            </a:r>
          </a:p>
        </p:txBody>
      </p:sp>
      <p:sp>
        <p:nvSpPr>
          <p:cNvPr id="65" name="Google Shape;65;p11"/>
          <p:cNvSpPr txBox="1">
            <a:spLocks noGrp="1"/>
          </p:cNvSpPr>
          <p:nvPr>
            <p:ph type="subTitle" idx="1"/>
          </p:nvPr>
        </p:nvSpPr>
        <p:spPr>
          <a:xfrm>
            <a:off x="1284000" y="3069625"/>
            <a:ext cx="6576000" cy="7134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66" name="Google Shape;66;p11"/>
          <p:cNvSpPr/>
          <p:nvPr/>
        </p:nvSpPr>
        <p:spPr>
          <a:xfrm>
            <a:off x="7228875" y="4386463"/>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1"/>
          <p:cNvSpPr/>
          <p:nvPr/>
        </p:nvSpPr>
        <p:spPr>
          <a:xfrm>
            <a:off x="8307063" y="3204263"/>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1"/>
          <p:cNvSpPr/>
          <p:nvPr/>
        </p:nvSpPr>
        <p:spPr>
          <a:xfrm>
            <a:off x="1337813" y="312938"/>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9"/>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cSld name="BLANK_1">
    <p:bg>
      <p:bgPr>
        <a:solidFill>
          <a:schemeClr val="dk1"/>
        </a:solidFill>
        <a:effectLst/>
      </p:bgPr>
    </p:bg>
    <p:spTree>
      <p:nvGrpSpPr>
        <p:cNvPr id="1" name="Shape 70"/>
        <p:cNvGrpSpPr/>
        <p:nvPr/>
      </p:nvGrpSpPr>
      <p:grpSpPr>
        <a:xfrm>
          <a:off x="0" y="0"/>
          <a:ext cx="0" cy="0"/>
          <a:chOff x="0" y="0"/>
          <a:chExt cx="0" cy="0"/>
        </a:xfrm>
      </p:grpSpPr>
      <p:sp>
        <p:nvSpPr>
          <p:cNvPr id="71" name="Google Shape;71;p13"/>
          <p:cNvSpPr/>
          <p:nvPr/>
        </p:nvSpPr>
        <p:spPr>
          <a:xfrm>
            <a:off x="-161559" y="-1507575"/>
            <a:ext cx="9467118" cy="7256708"/>
          </a:xfrm>
          <a:custGeom>
            <a:avLst/>
            <a:gdLst/>
            <a:ahLst/>
            <a:cxnLst/>
            <a:rect l="l" t="t" r="r" b="b"/>
            <a:pathLst>
              <a:path w="129487" h="99254" extrusionOk="0">
                <a:moveTo>
                  <a:pt x="56002" y="25805"/>
                </a:moveTo>
                <a:cubicBezTo>
                  <a:pt x="56006" y="25805"/>
                  <a:pt x="56005" y="25909"/>
                  <a:pt x="55990" y="26019"/>
                </a:cubicBezTo>
                <a:cubicBezTo>
                  <a:pt x="55994" y="25863"/>
                  <a:pt x="56000" y="25805"/>
                  <a:pt x="56002" y="25805"/>
                </a:cubicBezTo>
                <a:close/>
                <a:moveTo>
                  <a:pt x="129487" y="0"/>
                </a:moveTo>
                <a:cubicBezTo>
                  <a:pt x="124318" y="4664"/>
                  <a:pt x="119091" y="9270"/>
                  <a:pt x="113774" y="13775"/>
                </a:cubicBezTo>
                <a:cubicBezTo>
                  <a:pt x="105593" y="20707"/>
                  <a:pt x="97206" y="27405"/>
                  <a:pt x="88531" y="33721"/>
                </a:cubicBezTo>
                <a:cubicBezTo>
                  <a:pt x="87591" y="34407"/>
                  <a:pt x="86640" y="35246"/>
                  <a:pt x="85631" y="35846"/>
                </a:cubicBezTo>
                <a:cubicBezTo>
                  <a:pt x="85679" y="35818"/>
                  <a:pt x="85711" y="35801"/>
                  <a:pt x="85714" y="35801"/>
                </a:cubicBezTo>
                <a:lnTo>
                  <a:pt x="85714" y="35801"/>
                </a:lnTo>
                <a:cubicBezTo>
                  <a:pt x="85718" y="35801"/>
                  <a:pt x="85636" y="35849"/>
                  <a:pt x="85397" y="35979"/>
                </a:cubicBezTo>
                <a:cubicBezTo>
                  <a:pt x="85344" y="36011"/>
                  <a:pt x="85291" y="36053"/>
                  <a:pt x="85254" y="36080"/>
                </a:cubicBezTo>
                <a:cubicBezTo>
                  <a:pt x="85046" y="36245"/>
                  <a:pt x="84834" y="36409"/>
                  <a:pt x="84627" y="36574"/>
                </a:cubicBezTo>
                <a:cubicBezTo>
                  <a:pt x="83554" y="37445"/>
                  <a:pt x="82475" y="38322"/>
                  <a:pt x="81381" y="39177"/>
                </a:cubicBezTo>
                <a:cubicBezTo>
                  <a:pt x="78566" y="41381"/>
                  <a:pt x="75692" y="43559"/>
                  <a:pt x="72563" y="45312"/>
                </a:cubicBezTo>
                <a:cubicBezTo>
                  <a:pt x="69876" y="46823"/>
                  <a:pt x="66711" y="48301"/>
                  <a:pt x="63543" y="48301"/>
                </a:cubicBezTo>
                <a:cubicBezTo>
                  <a:pt x="63336" y="48301"/>
                  <a:pt x="63129" y="48295"/>
                  <a:pt x="62922" y="48282"/>
                </a:cubicBezTo>
                <a:cubicBezTo>
                  <a:pt x="58911" y="48037"/>
                  <a:pt x="55655" y="45201"/>
                  <a:pt x="54561" y="41365"/>
                </a:cubicBezTo>
                <a:cubicBezTo>
                  <a:pt x="53472" y="37551"/>
                  <a:pt x="54295" y="33371"/>
                  <a:pt x="55161" y="29599"/>
                </a:cubicBezTo>
                <a:cubicBezTo>
                  <a:pt x="55347" y="28781"/>
                  <a:pt x="55543" y="27968"/>
                  <a:pt x="55735" y="27156"/>
                </a:cubicBezTo>
                <a:cubicBezTo>
                  <a:pt x="55814" y="26816"/>
                  <a:pt x="55883" y="26465"/>
                  <a:pt x="55968" y="26125"/>
                </a:cubicBezTo>
                <a:cubicBezTo>
                  <a:pt x="55974" y="26093"/>
                  <a:pt x="55984" y="26051"/>
                  <a:pt x="55990" y="26019"/>
                </a:cubicBezTo>
                <a:lnTo>
                  <a:pt x="55990" y="26019"/>
                </a:lnTo>
                <a:cubicBezTo>
                  <a:pt x="55990" y="26083"/>
                  <a:pt x="55984" y="26162"/>
                  <a:pt x="55984" y="26263"/>
                </a:cubicBezTo>
                <a:cubicBezTo>
                  <a:pt x="55990" y="26051"/>
                  <a:pt x="56037" y="25812"/>
                  <a:pt x="56064" y="25599"/>
                </a:cubicBezTo>
                <a:cubicBezTo>
                  <a:pt x="56282" y="23628"/>
                  <a:pt x="56319" y="21684"/>
                  <a:pt x="56170" y="19703"/>
                </a:cubicBezTo>
                <a:lnTo>
                  <a:pt x="56170" y="19698"/>
                </a:lnTo>
                <a:cubicBezTo>
                  <a:pt x="56149" y="19570"/>
                  <a:pt x="56128" y="19443"/>
                  <a:pt x="56101" y="19320"/>
                </a:cubicBezTo>
                <a:cubicBezTo>
                  <a:pt x="56037" y="18980"/>
                  <a:pt x="55963" y="18646"/>
                  <a:pt x="55867" y="18316"/>
                </a:cubicBezTo>
                <a:cubicBezTo>
                  <a:pt x="55798" y="18056"/>
                  <a:pt x="55697" y="17806"/>
                  <a:pt x="55618" y="17546"/>
                </a:cubicBezTo>
                <a:cubicBezTo>
                  <a:pt x="55575" y="17466"/>
                  <a:pt x="55538" y="17382"/>
                  <a:pt x="55496" y="17302"/>
                </a:cubicBezTo>
                <a:cubicBezTo>
                  <a:pt x="55384" y="17089"/>
                  <a:pt x="55108" y="16802"/>
                  <a:pt x="55007" y="16569"/>
                </a:cubicBezTo>
                <a:lnTo>
                  <a:pt x="54986" y="16548"/>
                </a:lnTo>
                <a:cubicBezTo>
                  <a:pt x="54975" y="16537"/>
                  <a:pt x="54959" y="16532"/>
                  <a:pt x="54948" y="16516"/>
                </a:cubicBezTo>
                <a:cubicBezTo>
                  <a:pt x="54946" y="16519"/>
                  <a:pt x="54941" y="16521"/>
                  <a:pt x="54934" y="16521"/>
                </a:cubicBezTo>
                <a:cubicBezTo>
                  <a:pt x="54889" y="16521"/>
                  <a:pt x="54760" y="16441"/>
                  <a:pt x="54577" y="16202"/>
                </a:cubicBezTo>
                <a:cubicBezTo>
                  <a:pt x="54550" y="16186"/>
                  <a:pt x="54524" y="16170"/>
                  <a:pt x="54497" y="16149"/>
                </a:cubicBezTo>
                <a:cubicBezTo>
                  <a:pt x="54401" y="16096"/>
                  <a:pt x="54295" y="16053"/>
                  <a:pt x="54189" y="16000"/>
                </a:cubicBezTo>
                <a:cubicBezTo>
                  <a:pt x="54029" y="15947"/>
                  <a:pt x="53865" y="15894"/>
                  <a:pt x="53700" y="15846"/>
                </a:cubicBezTo>
                <a:cubicBezTo>
                  <a:pt x="53525" y="15799"/>
                  <a:pt x="53328" y="15788"/>
                  <a:pt x="53142" y="15751"/>
                </a:cubicBezTo>
                <a:cubicBezTo>
                  <a:pt x="53095" y="15745"/>
                  <a:pt x="53047" y="15745"/>
                  <a:pt x="52999" y="15740"/>
                </a:cubicBezTo>
                <a:cubicBezTo>
                  <a:pt x="52887" y="15735"/>
                  <a:pt x="52776" y="15733"/>
                  <a:pt x="52665" y="15733"/>
                </a:cubicBezTo>
                <a:cubicBezTo>
                  <a:pt x="52190" y="15733"/>
                  <a:pt x="51720" y="15773"/>
                  <a:pt x="51246" y="15799"/>
                </a:cubicBezTo>
                <a:cubicBezTo>
                  <a:pt x="51177" y="15814"/>
                  <a:pt x="51108" y="15820"/>
                  <a:pt x="51034" y="15830"/>
                </a:cubicBezTo>
                <a:cubicBezTo>
                  <a:pt x="50715" y="15894"/>
                  <a:pt x="50396" y="15953"/>
                  <a:pt x="50088" y="16027"/>
                </a:cubicBezTo>
                <a:cubicBezTo>
                  <a:pt x="48696" y="16346"/>
                  <a:pt x="47342" y="16802"/>
                  <a:pt x="46024" y="17328"/>
                </a:cubicBezTo>
                <a:cubicBezTo>
                  <a:pt x="45947" y="17357"/>
                  <a:pt x="45399" y="17569"/>
                  <a:pt x="45407" y="17569"/>
                </a:cubicBezTo>
                <a:cubicBezTo>
                  <a:pt x="45409" y="17569"/>
                  <a:pt x="45464" y="17549"/>
                  <a:pt x="45599" y="17498"/>
                </a:cubicBezTo>
                <a:cubicBezTo>
                  <a:pt x="45755" y="17439"/>
                  <a:pt x="45815" y="17417"/>
                  <a:pt x="45818" y="17417"/>
                </a:cubicBezTo>
                <a:lnTo>
                  <a:pt x="45818" y="17417"/>
                </a:lnTo>
                <a:cubicBezTo>
                  <a:pt x="45827" y="17417"/>
                  <a:pt x="45427" y="17576"/>
                  <a:pt x="45376" y="17599"/>
                </a:cubicBezTo>
                <a:cubicBezTo>
                  <a:pt x="45015" y="17759"/>
                  <a:pt x="44648" y="17923"/>
                  <a:pt x="44282" y="18099"/>
                </a:cubicBezTo>
                <a:cubicBezTo>
                  <a:pt x="43570" y="18428"/>
                  <a:pt x="42869" y="18779"/>
                  <a:pt x="42173" y="19140"/>
                </a:cubicBezTo>
                <a:cubicBezTo>
                  <a:pt x="38694" y="20941"/>
                  <a:pt x="35379" y="23002"/>
                  <a:pt x="32202" y="25296"/>
                </a:cubicBezTo>
                <a:cubicBezTo>
                  <a:pt x="31103" y="26093"/>
                  <a:pt x="30008" y="26917"/>
                  <a:pt x="28925" y="27740"/>
                </a:cubicBezTo>
                <a:cubicBezTo>
                  <a:pt x="28904" y="27756"/>
                  <a:pt x="28734" y="27883"/>
                  <a:pt x="28659" y="27942"/>
                </a:cubicBezTo>
                <a:lnTo>
                  <a:pt x="28022" y="28441"/>
                </a:lnTo>
                <a:cubicBezTo>
                  <a:pt x="27528" y="28829"/>
                  <a:pt x="27039" y="29211"/>
                  <a:pt x="26556" y="29605"/>
                </a:cubicBezTo>
                <a:cubicBezTo>
                  <a:pt x="24548" y="31209"/>
                  <a:pt x="22577" y="32850"/>
                  <a:pt x="20622" y="34529"/>
                </a:cubicBezTo>
                <a:cubicBezTo>
                  <a:pt x="16739" y="37870"/>
                  <a:pt x="12957" y="41323"/>
                  <a:pt x="9217" y="44824"/>
                </a:cubicBezTo>
                <a:cubicBezTo>
                  <a:pt x="6131" y="47729"/>
                  <a:pt x="3071" y="50646"/>
                  <a:pt x="1" y="53546"/>
                </a:cubicBezTo>
                <a:lnTo>
                  <a:pt x="1" y="98189"/>
                </a:lnTo>
                <a:cubicBezTo>
                  <a:pt x="5308" y="93774"/>
                  <a:pt x="10747" y="89530"/>
                  <a:pt x="16484" y="85684"/>
                </a:cubicBezTo>
                <a:cubicBezTo>
                  <a:pt x="21573" y="82274"/>
                  <a:pt x="26890" y="79416"/>
                  <a:pt x="32394" y="76717"/>
                </a:cubicBezTo>
                <a:cubicBezTo>
                  <a:pt x="35836" y="75023"/>
                  <a:pt x="39198" y="73254"/>
                  <a:pt x="42901" y="72165"/>
                </a:cubicBezTo>
                <a:cubicBezTo>
                  <a:pt x="44777" y="71614"/>
                  <a:pt x="46911" y="71173"/>
                  <a:pt x="48992" y="71173"/>
                </a:cubicBezTo>
                <a:cubicBezTo>
                  <a:pt x="51525" y="71173"/>
                  <a:pt x="53981" y="71825"/>
                  <a:pt x="55804" y="73726"/>
                </a:cubicBezTo>
                <a:cubicBezTo>
                  <a:pt x="59150" y="77232"/>
                  <a:pt x="58029" y="82305"/>
                  <a:pt x="56919" y="86518"/>
                </a:cubicBezTo>
                <a:cubicBezTo>
                  <a:pt x="56393" y="88499"/>
                  <a:pt x="55777" y="90465"/>
                  <a:pt x="55347" y="92473"/>
                </a:cubicBezTo>
                <a:cubicBezTo>
                  <a:pt x="55294" y="92712"/>
                  <a:pt x="55246" y="92956"/>
                  <a:pt x="55198" y="93200"/>
                </a:cubicBezTo>
                <a:cubicBezTo>
                  <a:pt x="55193" y="93227"/>
                  <a:pt x="55188" y="93270"/>
                  <a:pt x="55182" y="93317"/>
                </a:cubicBezTo>
                <a:cubicBezTo>
                  <a:pt x="55166" y="93413"/>
                  <a:pt x="55156" y="93530"/>
                  <a:pt x="55156" y="93583"/>
                </a:cubicBezTo>
                <a:cubicBezTo>
                  <a:pt x="55140" y="93748"/>
                  <a:pt x="55134" y="93918"/>
                  <a:pt x="55134" y="94088"/>
                </a:cubicBezTo>
                <a:cubicBezTo>
                  <a:pt x="55134" y="94444"/>
                  <a:pt x="55188" y="94794"/>
                  <a:pt x="55219" y="95155"/>
                </a:cubicBezTo>
                <a:cubicBezTo>
                  <a:pt x="55251" y="95325"/>
                  <a:pt x="55278" y="95501"/>
                  <a:pt x="55315" y="95671"/>
                </a:cubicBezTo>
                <a:cubicBezTo>
                  <a:pt x="55437" y="96287"/>
                  <a:pt x="55756" y="96919"/>
                  <a:pt x="55873" y="97535"/>
                </a:cubicBezTo>
                <a:cubicBezTo>
                  <a:pt x="55910" y="97625"/>
                  <a:pt x="55958" y="97705"/>
                  <a:pt x="56006" y="97785"/>
                </a:cubicBezTo>
                <a:cubicBezTo>
                  <a:pt x="56112" y="97971"/>
                  <a:pt x="56245" y="98141"/>
                  <a:pt x="56356" y="98327"/>
                </a:cubicBezTo>
                <a:cubicBezTo>
                  <a:pt x="56404" y="98380"/>
                  <a:pt x="56446" y="98433"/>
                  <a:pt x="56500" y="98486"/>
                </a:cubicBezTo>
                <a:cubicBezTo>
                  <a:pt x="56537" y="98523"/>
                  <a:pt x="56569" y="98555"/>
                  <a:pt x="56601" y="98582"/>
                </a:cubicBezTo>
                <a:cubicBezTo>
                  <a:pt x="56781" y="98693"/>
                  <a:pt x="56956" y="98853"/>
                  <a:pt x="57137" y="98948"/>
                </a:cubicBezTo>
                <a:cubicBezTo>
                  <a:pt x="57158" y="98953"/>
                  <a:pt x="57180" y="98964"/>
                  <a:pt x="57190" y="98975"/>
                </a:cubicBezTo>
                <a:cubicBezTo>
                  <a:pt x="57403" y="99033"/>
                  <a:pt x="57610" y="99113"/>
                  <a:pt x="57822" y="99166"/>
                </a:cubicBezTo>
                <a:cubicBezTo>
                  <a:pt x="57875" y="99177"/>
                  <a:pt x="57971" y="99198"/>
                  <a:pt x="58067" y="99214"/>
                </a:cubicBezTo>
                <a:cubicBezTo>
                  <a:pt x="58247" y="99224"/>
                  <a:pt x="58508" y="99251"/>
                  <a:pt x="58614" y="99251"/>
                </a:cubicBezTo>
                <a:cubicBezTo>
                  <a:pt x="58688" y="99252"/>
                  <a:pt x="58762" y="99253"/>
                  <a:pt x="58836" y="99253"/>
                </a:cubicBezTo>
                <a:cubicBezTo>
                  <a:pt x="59038" y="99253"/>
                  <a:pt x="59240" y="99248"/>
                  <a:pt x="59442" y="99240"/>
                </a:cubicBezTo>
                <a:cubicBezTo>
                  <a:pt x="59570" y="99230"/>
                  <a:pt x="59947" y="99192"/>
                  <a:pt x="60133" y="99171"/>
                </a:cubicBezTo>
                <a:cubicBezTo>
                  <a:pt x="60271" y="99150"/>
                  <a:pt x="60404" y="99123"/>
                  <a:pt x="60473" y="99113"/>
                </a:cubicBezTo>
                <a:cubicBezTo>
                  <a:pt x="61158" y="98980"/>
                  <a:pt x="61833" y="98805"/>
                  <a:pt x="62502" y="98603"/>
                </a:cubicBezTo>
                <a:cubicBezTo>
                  <a:pt x="63193" y="98396"/>
                  <a:pt x="63878" y="98157"/>
                  <a:pt x="64558" y="97891"/>
                </a:cubicBezTo>
                <a:cubicBezTo>
                  <a:pt x="64733" y="97822"/>
                  <a:pt x="64914" y="97753"/>
                  <a:pt x="65089" y="97679"/>
                </a:cubicBezTo>
                <a:cubicBezTo>
                  <a:pt x="65387" y="97546"/>
                  <a:pt x="65689" y="97413"/>
                  <a:pt x="65998" y="97275"/>
                </a:cubicBezTo>
                <a:cubicBezTo>
                  <a:pt x="67522" y="96568"/>
                  <a:pt x="69009" y="95777"/>
                  <a:pt x="70470" y="94938"/>
                </a:cubicBezTo>
                <a:cubicBezTo>
                  <a:pt x="73514" y="93190"/>
                  <a:pt x="76430" y="91235"/>
                  <a:pt x="79272" y="89185"/>
                </a:cubicBezTo>
                <a:cubicBezTo>
                  <a:pt x="80600" y="88228"/>
                  <a:pt x="81907" y="87240"/>
                  <a:pt x="83214" y="86242"/>
                </a:cubicBezTo>
                <a:lnTo>
                  <a:pt x="83655" y="85907"/>
                </a:lnTo>
                <a:cubicBezTo>
                  <a:pt x="83963" y="85657"/>
                  <a:pt x="84271" y="85418"/>
                  <a:pt x="84584" y="85174"/>
                </a:cubicBezTo>
                <a:cubicBezTo>
                  <a:pt x="85142" y="84728"/>
                  <a:pt x="85705" y="84287"/>
                  <a:pt x="86258" y="83835"/>
                </a:cubicBezTo>
                <a:cubicBezTo>
                  <a:pt x="92781" y="78539"/>
                  <a:pt x="99129" y="73009"/>
                  <a:pt x="105413" y="67432"/>
                </a:cubicBezTo>
                <a:cubicBezTo>
                  <a:pt x="113540" y="60207"/>
                  <a:pt x="121514" y="52818"/>
                  <a:pt x="129487" y="45429"/>
                </a:cubicBezTo>
                <a:lnTo>
                  <a:pt x="129487" y="0"/>
                </a:lnTo>
                <a:close/>
              </a:path>
            </a:pathLst>
          </a:custGeom>
          <a:solidFill>
            <a:srgbClr val="FFFFFF">
              <a:alpha val="12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3"/>
          <p:cNvSpPr/>
          <p:nvPr/>
        </p:nvSpPr>
        <p:spPr>
          <a:xfrm>
            <a:off x="217167" y="278723"/>
            <a:ext cx="8645699" cy="4586055"/>
          </a:xfrm>
          <a:custGeom>
            <a:avLst/>
            <a:gdLst/>
            <a:ahLst/>
            <a:cxnLst/>
            <a:rect l="l" t="t" r="r" b="b"/>
            <a:pathLst>
              <a:path w="118252" h="62726" extrusionOk="0">
                <a:moveTo>
                  <a:pt x="2503" y="2598"/>
                </a:moveTo>
                <a:cubicBezTo>
                  <a:pt x="2506" y="2598"/>
                  <a:pt x="2509" y="2598"/>
                  <a:pt x="2513" y="2598"/>
                </a:cubicBezTo>
                <a:cubicBezTo>
                  <a:pt x="2975" y="2598"/>
                  <a:pt x="3347" y="2986"/>
                  <a:pt x="3347" y="3448"/>
                </a:cubicBezTo>
                <a:cubicBezTo>
                  <a:pt x="3347" y="3916"/>
                  <a:pt x="2964" y="4287"/>
                  <a:pt x="2497" y="4287"/>
                </a:cubicBezTo>
                <a:cubicBezTo>
                  <a:pt x="2035" y="4287"/>
                  <a:pt x="1663" y="3900"/>
                  <a:pt x="1663" y="3437"/>
                </a:cubicBezTo>
                <a:cubicBezTo>
                  <a:pt x="1668" y="2973"/>
                  <a:pt x="2040" y="2598"/>
                  <a:pt x="2503" y="2598"/>
                </a:cubicBezTo>
                <a:close/>
                <a:moveTo>
                  <a:pt x="2544" y="6874"/>
                </a:moveTo>
                <a:cubicBezTo>
                  <a:pt x="3007" y="6874"/>
                  <a:pt x="3378" y="7257"/>
                  <a:pt x="3378" y="7724"/>
                </a:cubicBezTo>
                <a:cubicBezTo>
                  <a:pt x="3378" y="8192"/>
                  <a:pt x="3001" y="8558"/>
                  <a:pt x="2529" y="8558"/>
                </a:cubicBezTo>
                <a:cubicBezTo>
                  <a:pt x="2066" y="8558"/>
                  <a:pt x="1695" y="8176"/>
                  <a:pt x="1695" y="7708"/>
                </a:cubicBezTo>
                <a:cubicBezTo>
                  <a:pt x="1695" y="7246"/>
                  <a:pt x="2077" y="6874"/>
                  <a:pt x="2544" y="6874"/>
                </a:cubicBezTo>
                <a:close/>
                <a:moveTo>
                  <a:pt x="2582" y="11151"/>
                </a:moveTo>
                <a:cubicBezTo>
                  <a:pt x="3049" y="11151"/>
                  <a:pt x="3421" y="11538"/>
                  <a:pt x="3421" y="12001"/>
                </a:cubicBezTo>
                <a:cubicBezTo>
                  <a:pt x="3416" y="12468"/>
                  <a:pt x="3033" y="12840"/>
                  <a:pt x="2571" y="12840"/>
                </a:cubicBezTo>
                <a:cubicBezTo>
                  <a:pt x="2104" y="12840"/>
                  <a:pt x="1732" y="12452"/>
                  <a:pt x="1732" y="11990"/>
                </a:cubicBezTo>
                <a:cubicBezTo>
                  <a:pt x="1732" y="11522"/>
                  <a:pt x="2120" y="11151"/>
                  <a:pt x="2582" y="11151"/>
                </a:cubicBezTo>
                <a:close/>
                <a:moveTo>
                  <a:pt x="2619" y="15427"/>
                </a:moveTo>
                <a:cubicBezTo>
                  <a:pt x="3081" y="15427"/>
                  <a:pt x="3453" y="15815"/>
                  <a:pt x="3453" y="16277"/>
                </a:cubicBezTo>
                <a:cubicBezTo>
                  <a:pt x="3448" y="16741"/>
                  <a:pt x="3076" y="17116"/>
                  <a:pt x="2613" y="17116"/>
                </a:cubicBezTo>
                <a:cubicBezTo>
                  <a:pt x="2609" y="17116"/>
                  <a:pt x="2606" y="17116"/>
                  <a:pt x="2603" y="17116"/>
                </a:cubicBezTo>
                <a:cubicBezTo>
                  <a:pt x="2141" y="17116"/>
                  <a:pt x="1764" y="16728"/>
                  <a:pt x="1764" y="16266"/>
                </a:cubicBezTo>
                <a:cubicBezTo>
                  <a:pt x="1764" y="15799"/>
                  <a:pt x="2151" y="15427"/>
                  <a:pt x="2619" y="15427"/>
                </a:cubicBezTo>
                <a:close/>
                <a:moveTo>
                  <a:pt x="2656" y="19703"/>
                </a:moveTo>
                <a:cubicBezTo>
                  <a:pt x="3124" y="19703"/>
                  <a:pt x="3495" y="20091"/>
                  <a:pt x="3495" y="20553"/>
                </a:cubicBezTo>
                <a:cubicBezTo>
                  <a:pt x="3485" y="21017"/>
                  <a:pt x="3113" y="21392"/>
                  <a:pt x="2655" y="21392"/>
                </a:cubicBezTo>
                <a:cubicBezTo>
                  <a:pt x="2652" y="21392"/>
                  <a:pt x="2649" y="21392"/>
                  <a:pt x="2645" y="21392"/>
                </a:cubicBezTo>
                <a:cubicBezTo>
                  <a:pt x="2178" y="21392"/>
                  <a:pt x="1806" y="21004"/>
                  <a:pt x="1806" y="20542"/>
                </a:cubicBezTo>
                <a:cubicBezTo>
                  <a:pt x="1806" y="20075"/>
                  <a:pt x="2194" y="19703"/>
                  <a:pt x="2656" y="19703"/>
                </a:cubicBezTo>
                <a:close/>
                <a:moveTo>
                  <a:pt x="2688" y="23985"/>
                </a:moveTo>
                <a:cubicBezTo>
                  <a:pt x="3155" y="23985"/>
                  <a:pt x="3527" y="24372"/>
                  <a:pt x="3527" y="24834"/>
                </a:cubicBezTo>
                <a:cubicBezTo>
                  <a:pt x="3522" y="25302"/>
                  <a:pt x="3139" y="25674"/>
                  <a:pt x="2677" y="25674"/>
                </a:cubicBezTo>
                <a:cubicBezTo>
                  <a:pt x="2210" y="25674"/>
                  <a:pt x="1838" y="25286"/>
                  <a:pt x="1838" y="24824"/>
                </a:cubicBezTo>
                <a:cubicBezTo>
                  <a:pt x="1838" y="24356"/>
                  <a:pt x="2226" y="23985"/>
                  <a:pt x="2688" y="23985"/>
                </a:cubicBezTo>
                <a:close/>
                <a:moveTo>
                  <a:pt x="2720" y="28261"/>
                </a:moveTo>
                <a:cubicBezTo>
                  <a:pt x="3187" y="28271"/>
                  <a:pt x="3564" y="28649"/>
                  <a:pt x="3559" y="29111"/>
                </a:cubicBezTo>
                <a:cubicBezTo>
                  <a:pt x="3559" y="29578"/>
                  <a:pt x="3171" y="29950"/>
                  <a:pt x="2709" y="29950"/>
                </a:cubicBezTo>
                <a:cubicBezTo>
                  <a:pt x="2242" y="29950"/>
                  <a:pt x="1870" y="29562"/>
                  <a:pt x="1870" y="29100"/>
                </a:cubicBezTo>
                <a:cubicBezTo>
                  <a:pt x="1870" y="28633"/>
                  <a:pt x="2258" y="28261"/>
                  <a:pt x="2720" y="28261"/>
                </a:cubicBezTo>
                <a:close/>
                <a:moveTo>
                  <a:pt x="2493" y="32786"/>
                </a:moveTo>
                <a:cubicBezTo>
                  <a:pt x="2500" y="32786"/>
                  <a:pt x="2506" y="32786"/>
                  <a:pt x="2513" y="32787"/>
                </a:cubicBezTo>
                <a:cubicBezTo>
                  <a:pt x="2975" y="32787"/>
                  <a:pt x="3347" y="33169"/>
                  <a:pt x="3347" y="33637"/>
                </a:cubicBezTo>
                <a:cubicBezTo>
                  <a:pt x="3347" y="34099"/>
                  <a:pt x="2964" y="34471"/>
                  <a:pt x="2497" y="34471"/>
                </a:cubicBezTo>
                <a:cubicBezTo>
                  <a:pt x="2035" y="34471"/>
                  <a:pt x="1663" y="34088"/>
                  <a:pt x="1663" y="33621"/>
                </a:cubicBezTo>
                <a:cubicBezTo>
                  <a:pt x="1668" y="33154"/>
                  <a:pt x="2035" y="32786"/>
                  <a:pt x="2493" y="32786"/>
                </a:cubicBezTo>
                <a:close/>
                <a:moveTo>
                  <a:pt x="2525" y="37063"/>
                </a:moveTo>
                <a:cubicBezTo>
                  <a:pt x="2532" y="37063"/>
                  <a:pt x="2538" y="37063"/>
                  <a:pt x="2544" y="37063"/>
                </a:cubicBezTo>
                <a:cubicBezTo>
                  <a:pt x="3007" y="37063"/>
                  <a:pt x="3378" y="37445"/>
                  <a:pt x="3378" y="37913"/>
                </a:cubicBezTo>
                <a:cubicBezTo>
                  <a:pt x="3378" y="38375"/>
                  <a:pt x="2996" y="38747"/>
                  <a:pt x="2529" y="38747"/>
                </a:cubicBezTo>
                <a:cubicBezTo>
                  <a:pt x="2066" y="38747"/>
                  <a:pt x="1695" y="38364"/>
                  <a:pt x="1695" y="37897"/>
                </a:cubicBezTo>
                <a:cubicBezTo>
                  <a:pt x="1700" y="37441"/>
                  <a:pt x="2067" y="37063"/>
                  <a:pt x="2525" y="37063"/>
                </a:cubicBezTo>
                <a:close/>
                <a:moveTo>
                  <a:pt x="2582" y="41339"/>
                </a:moveTo>
                <a:cubicBezTo>
                  <a:pt x="3049" y="41339"/>
                  <a:pt x="3421" y="41721"/>
                  <a:pt x="3421" y="42189"/>
                </a:cubicBezTo>
                <a:cubicBezTo>
                  <a:pt x="3421" y="42651"/>
                  <a:pt x="3033" y="43023"/>
                  <a:pt x="2571" y="43023"/>
                </a:cubicBezTo>
                <a:cubicBezTo>
                  <a:pt x="2104" y="43023"/>
                  <a:pt x="1732" y="42640"/>
                  <a:pt x="1732" y="42173"/>
                </a:cubicBezTo>
                <a:cubicBezTo>
                  <a:pt x="1732" y="41711"/>
                  <a:pt x="2120" y="41339"/>
                  <a:pt x="2582" y="41339"/>
                </a:cubicBezTo>
                <a:close/>
                <a:moveTo>
                  <a:pt x="2619" y="45615"/>
                </a:moveTo>
                <a:cubicBezTo>
                  <a:pt x="3081" y="45615"/>
                  <a:pt x="3453" y="45998"/>
                  <a:pt x="3453" y="46465"/>
                </a:cubicBezTo>
                <a:cubicBezTo>
                  <a:pt x="3453" y="46927"/>
                  <a:pt x="3070" y="47299"/>
                  <a:pt x="2603" y="47299"/>
                </a:cubicBezTo>
                <a:cubicBezTo>
                  <a:pt x="2141" y="47299"/>
                  <a:pt x="1764" y="46917"/>
                  <a:pt x="1764" y="46449"/>
                </a:cubicBezTo>
                <a:cubicBezTo>
                  <a:pt x="1764" y="45987"/>
                  <a:pt x="2151" y="45615"/>
                  <a:pt x="2619" y="45615"/>
                </a:cubicBezTo>
                <a:close/>
                <a:moveTo>
                  <a:pt x="2651" y="49891"/>
                </a:moveTo>
                <a:cubicBezTo>
                  <a:pt x="3113" y="49891"/>
                  <a:pt x="3485" y="50274"/>
                  <a:pt x="3485" y="50736"/>
                </a:cubicBezTo>
                <a:cubicBezTo>
                  <a:pt x="3485" y="51204"/>
                  <a:pt x="3102" y="51575"/>
                  <a:pt x="2635" y="51575"/>
                </a:cubicBezTo>
                <a:cubicBezTo>
                  <a:pt x="2173" y="51575"/>
                  <a:pt x="1801" y="51193"/>
                  <a:pt x="1801" y="50725"/>
                </a:cubicBezTo>
                <a:cubicBezTo>
                  <a:pt x="1806" y="50263"/>
                  <a:pt x="2183" y="49891"/>
                  <a:pt x="2651" y="49891"/>
                </a:cubicBezTo>
                <a:close/>
                <a:moveTo>
                  <a:pt x="2678" y="54173"/>
                </a:moveTo>
                <a:cubicBezTo>
                  <a:pt x="2681" y="54173"/>
                  <a:pt x="2685" y="54173"/>
                  <a:pt x="2688" y="54173"/>
                </a:cubicBezTo>
                <a:cubicBezTo>
                  <a:pt x="3155" y="54173"/>
                  <a:pt x="3527" y="54555"/>
                  <a:pt x="3527" y="55023"/>
                </a:cubicBezTo>
                <a:cubicBezTo>
                  <a:pt x="3527" y="55485"/>
                  <a:pt x="3139" y="55857"/>
                  <a:pt x="2677" y="55857"/>
                </a:cubicBezTo>
                <a:cubicBezTo>
                  <a:pt x="2210" y="55857"/>
                  <a:pt x="1838" y="55474"/>
                  <a:pt x="1838" y="55007"/>
                </a:cubicBezTo>
                <a:cubicBezTo>
                  <a:pt x="1838" y="54548"/>
                  <a:pt x="2220" y="54173"/>
                  <a:pt x="2678" y="54173"/>
                </a:cubicBezTo>
                <a:close/>
                <a:moveTo>
                  <a:pt x="2725" y="58449"/>
                </a:moveTo>
                <a:cubicBezTo>
                  <a:pt x="3187" y="58449"/>
                  <a:pt x="3559" y="58832"/>
                  <a:pt x="3559" y="59299"/>
                </a:cubicBezTo>
                <a:cubicBezTo>
                  <a:pt x="3559" y="59761"/>
                  <a:pt x="3177" y="60133"/>
                  <a:pt x="2709" y="60133"/>
                </a:cubicBezTo>
                <a:cubicBezTo>
                  <a:pt x="2247" y="60133"/>
                  <a:pt x="1875" y="59751"/>
                  <a:pt x="1875" y="59283"/>
                </a:cubicBezTo>
                <a:cubicBezTo>
                  <a:pt x="1875" y="58821"/>
                  <a:pt x="2258" y="58449"/>
                  <a:pt x="2725" y="58449"/>
                </a:cubicBezTo>
                <a:close/>
                <a:moveTo>
                  <a:pt x="0" y="1"/>
                </a:moveTo>
                <a:lnTo>
                  <a:pt x="0" y="30189"/>
                </a:lnTo>
                <a:lnTo>
                  <a:pt x="0" y="32537"/>
                </a:lnTo>
                <a:lnTo>
                  <a:pt x="0" y="62725"/>
                </a:lnTo>
                <a:lnTo>
                  <a:pt x="118251" y="62725"/>
                </a:lnTo>
                <a:lnTo>
                  <a:pt x="118251" y="32537"/>
                </a:lnTo>
                <a:lnTo>
                  <a:pt x="118251" y="30189"/>
                </a:lnTo>
                <a:lnTo>
                  <a:pt x="118251" y="1"/>
                </a:lnTo>
                <a:close/>
              </a:path>
            </a:pathLst>
          </a:custGeom>
          <a:solidFill>
            <a:schemeClr val="l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3"/>
          <p:cNvSpPr txBox="1">
            <a:spLocks noGrp="1"/>
          </p:cNvSpPr>
          <p:nvPr>
            <p:ph type="subTitle" idx="1"/>
          </p:nvPr>
        </p:nvSpPr>
        <p:spPr>
          <a:xfrm>
            <a:off x="786440" y="2275309"/>
            <a:ext cx="2319600" cy="13008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4" name="Google Shape;74;p13"/>
          <p:cNvSpPr txBox="1">
            <a:spLocks noGrp="1"/>
          </p:cNvSpPr>
          <p:nvPr>
            <p:ph type="subTitle" idx="2"/>
          </p:nvPr>
        </p:nvSpPr>
        <p:spPr>
          <a:xfrm>
            <a:off x="3414632" y="2791451"/>
            <a:ext cx="2319600" cy="13026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5" name="Google Shape;75;p13"/>
          <p:cNvSpPr txBox="1">
            <a:spLocks noGrp="1"/>
          </p:cNvSpPr>
          <p:nvPr>
            <p:ph type="subTitle" idx="3"/>
          </p:nvPr>
        </p:nvSpPr>
        <p:spPr>
          <a:xfrm>
            <a:off x="6042825" y="3274150"/>
            <a:ext cx="2319600" cy="13008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6" name="Google Shape;76;p13"/>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3500"/>
              <a:buNone/>
              <a:defRPr/>
            </a:lvl1pPr>
            <a:lvl2pPr lvl="1" algn="l" rtl="0">
              <a:lnSpc>
                <a:spcPct val="100000"/>
              </a:lnSpc>
              <a:spcBef>
                <a:spcPts val="0"/>
              </a:spcBef>
              <a:spcAft>
                <a:spcPts val="0"/>
              </a:spcAft>
              <a:buSzPts val="3500"/>
              <a:buNone/>
              <a:defRPr/>
            </a:lvl2pPr>
            <a:lvl3pPr lvl="2" algn="l" rtl="0">
              <a:lnSpc>
                <a:spcPct val="100000"/>
              </a:lnSpc>
              <a:spcBef>
                <a:spcPts val="0"/>
              </a:spcBef>
              <a:spcAft>
                <a:spcPts val="0"/>
              </a:spcAft>
              <a:buSzPts val="3500"/>
              <a:buNone/>
              <a:defRPr/>
            </a:lvl3pPr>
            <a:lvl4pPr lvl="3" algn="l" rtl="0">
              <a:lnSpc>
                <a:spcPct val="100000"/>
              </a:lnSpc>
              <a:spcBef>
                <a:spcPts val="0"/>
              </a:spcBef>
              <a:spcAft>
                <a:spcPts val="0"/>
              </a:spcAft>
              <a:buSzPts val="3500"/>
              <a:buNone/>
              <a:defRPr/>
            </a:lvl4pPr>
            <a:lvl5pPr lvl="4" algn="l" rtl="0">
              <a:lnSpc>
                <a:spcPct val="100000"/>
              </a:lnSpc>
              <a:spcBef>
                <a:spcPts val="0"/>
              </a:spcBef>
              <a:spcAft>
                <a:spcPts val="0"/>
              </a:spcAft>
              <a:buSzPts val="3500"/>
              <a:buNone/>
              <a:defRPr/>
            </a:lvl5pPr>
            <a:lvl6pPr lvl="5" algn="l" rtl="0">
              <a:lnSpc>
                <a:spcPct val="100000"/>
              </a:lnSpc>
              <a:spcBef>
                <a:spcPts val="0"/>
              </a:spcBef>
              <a:spcAft>
                <a:spcPts val="0"/>
              </a:spcAft>
              <a:buSzPts val="3500"/>
              <a:buNone/>
              <a:defRPr/>
            </a:lvl6pPr>
            <a:lvl7pPr lvl="6" algn="l" rtl="0">
              <a:lnSpc>
                <a:spcPct val="100000"/>
              </a:lnSpc>
              <a:spcBef>
                <a:spcPts val="0"/>
              </a:spcBef>
              <a:spcAft>
                <a:spcPts val="0"/>
              </a:spcAft>
              <a:buSzPts val="3500"/>
              <a:buNone/>
              <a:defRPr/>
            </a:lvl7pPr>
            <a:lvl8pPr lvl="7" algn="l" rtl="0">
              <a:lnSpc>
                <a:spcPct val="100000"/>
              </a:lnSpc>
              <a:spcBef>
                <a:spcPts val="0"/>
              </a:spcBef>
              <a:spcAft>
                <a:spcPts val="0"/>
              </a:spcAft>
              <a:buSzPts val="3500"/>
              <a:buNone/>
              <a:defRPr/>
            </a:lvl8pPr>
            <a:lvl9pPr lvl="8" algn="l" rtl="0">
              <a:lnSpc>
                <a:spcPct val="100000"/>
              </a:lnSpc>
              <a:spcBef>
                <a:spcPts val="0"/>
              </a:spcBef>
              <a:spcAft>
                <a:spcPts val="0"/>
              </a:spcAft>
              <a:buSzPts val="3500"/>
              <a:buNone/>
              <a:defRPr/>
            </a:lvl9pPr>
          </a:lstStyle>
          <a:p>
            <a:endParaRPr/>
          </a:p>
        </p:txBody>
      </p:sp>
      <p:sp>
        <p:nvSpPr>
          <p:cNvPr id="77" name="Google Shape;77;p13"/>
          <p:cNvSpPr txBox="1">
            <a:spLocks noGrp="1"/>
          </p:cNvSpPr>
          <p:nvPr>
            <p:ph type="subTitle" idx="4"/>
          </p:nvPr>
        </p:nvSpPr>
        <p:spPr>
          <a:xfrm>
            <a:off x="781575" y="1869176"/>
            <a:ext cx="2319600" cy="4848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800">
                <a:latin typeface="Fredoka One"/>
                <a:ea typeface="Fredoka One"/>
                <a:cs typeface="Fredoka One"/>
                <a:sym typeface="Fredoka One"/>
              </a:defRPr>
            </a:lvl1pPr>
            <a:lvl2pPr lvl="1" algn="l"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78" name="Google Shape;78;p13"/>
          <p:cNvSpPr txBox="1">
            <a:spLocks noGrp="1"/>
          </p:cNvSpPr>
          <p:nvPr>
            <p:ph type="subTitle" idx="5"/>
          </p:nvPr>
        </p:nvSpPr>
        <p:spPr>
          <a:xfrm>
            <a:off x="3409768" y="2385303"/>
            <a:ext cx="2319600" cy="4848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800">
                <a:latin typeface="Fredoka One"/>
                <a:ea typeface="Fredoka One"/>
                <a:cs typeface="Fredoka One"/>
                <a:sym typeface="Fredoka One"/>
              </a:defRPr>
            </a:lvl1pPr>
            <a:lvl2pPr lvl="1" algn="l"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79" name="Google Shape;79;p13"/>
          <p:cNvSpPr txBox="1">
            <a:spLocks noGrp="1"/>
          </p:cNvSpPr>
          <p:nvPr>
            <p:ph type="subTitle" idx="6"/>
          </p:nvPr>
        </p:nvSpPr>
        <p:spPr>
          <a:xfrm>
            <a:off x="6037960" y="2863454"/>
            <a:ext cx="2319600" cy="4848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800">
                <a:latin typeface="Fredoka One"/>
                <a:ea typeface="Fredoka One"/>
                <a:cs typeface="Fredoka One"/>
                <a:sym typeface="Fredoka One"/>
              </a:defRPr>
            </a:lvl1pPr>
            <a:lvl2pPr lvl="1" algn="l"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80" name="Google Shape;80;p13"/>
          <p:cNvSpPr txBox="1">
            <a:spLocks noGrp="1"/>
          </p:cNvSpPr>
          <p:nvPr>
            <p:ph type="title" idx="7" hasCustomPrompt="1"/>
          </p:nvPr>
        </p:nvSpPr>
        <p:spPr>
          <a:xfrm>
            <a:off x="786450" y="1018975"/>
            <a:ext cx="2314800" cy="9264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4000"/>
              <a:buNone/>
              <a:defRPr sz="5800">
                <a:solidFill>
                  <a:schemeClr val="lt2"/>
                </a:solidFill>
              </a:defRPr>
            </a:lvl1pPr>
            <a:lvl2pPr lvl="1" algn="ctr" rtl="0">
              <a:lnSpc>
                <a:spcPct val="100000"/>
              </a:lnSpc>
              <a:spcBef>
                <a:spcPts val="0"/>
              </a:spcBef>
              <a:spcAft>
                <a:spcPts val="0"/>
              </a:spcAft>
              <a:buSzPts val="4000"/>
              <a:buNone/>
              <a:defRPr sz="4000"/>
            </a:lvl2pPr>
            <a:lvl3pPr lvl="2" algn="ctr" rtl="0">
              <a:lnSpc>
                <a:spcPct val="100000"/>
              </a:lnSpc>
              <a:spcBef>
                <a:spcPts val="0"/>
              </a:spcBef>
              <a:spcAft>
                <a:spcPts val="0"/>
              </a:spcAft>
              <a:buSzPts val="4000"/>
              <a:buNone/>
              <a:defRPr sz="4000"/>
            </a:lvl3pPr>
            <a:lvl4pPr lvl="3" algn="ctr" rtl="0">
              <a:lnSpc>
                <a:spcPct val="100000"/>
              </a:lnSpc>
              <a:spcBef>
                <a:spcPts val="0"/>
              </a:spcBef>
              <a:spcAft>
                <a:spcPts val="0"/>
              </a:spcAft>
              <a:buSzPts val="4000"/>
              <a:buNone/>
              <a:defRPr sz="4000"/>
            </a:lvl4pPr>
            <a:lvl5pPr lvl="4" algn="ctr" rtl="0">
              <a:lnSpc>
                <a:spcPct val="100000"/>
              </a:lnSpc>
              <a:spcBef>
                <a:spcPts val="0"/>
              </a:spcBef>
              <a:spcAft>
                <a:spcPts val="0"/>
              </a:spcAft>
              <a:buSzPts val="4000"/>
              <a:buNone/>
              <a:defRPr sz="4000"/>
            </a:lvl5pPr>
            <a:lvl6pPr lvl="5" algn="ctr" rtl="0">
              <a:lnSpc>
                <a:spcPct val="100000"/>
              </a:lnSpc>
              <a:spcBef>
                <a:spcPts val="0"/>
              </a:spcBef>
              <a:spcAft>
                <a:spcPts val="0"/>
              </a:spcAft>
              <a:buSzPts val="4000"/>
              <a:buNone/>
              <a:defRPr sz="4000"/>
            </a:lvl6pPr>
            <a:lvl7pPr lvl="6" algn="ctr" rtl="0">
              <a:lnSpc>
                <a:spcPct val="100000"/>
              </a:lnSpc>
              <a:spcBef>
                <a:spcPts val="0"/>
              </a:spcBef>
              <a:spcAft>
                <a:spcPts val="0"/>
              </a:spcAft>
              <a:buSzPts val="4000"/>
              <a:buNone/>
              <a:defRPr sz="4000"/>
            </a:lvl7pPr>
            <a:lvl8pPr lvl="7" algn="ctr" rtl="0">
              <a:lnSpc>
                <a:spcPct val="100000"/>
              </a:lnSpc>
              <a:spcBef>
                <a:spcPts val="0"/>
              </a:spcBef>
              <a:spcAft>
                <a:spcPts val="0"/>
              </a:spcAft>
              <a:buSzPts val="4000"/>
              <a:buNone/>
              <a:defRPr sz="4000"/>
            </a:lvl8pPr>
            <a:lvl9pPr lvl="8" algn="ctr" rtl="0">
              <a:lnSpc>
                <a:spcPct val="100000"/>
              </a:lnSpc>
              <a:spcBef>
                <a:spcPts val="0"/>
              </a:spcBef>
              <a:spcAft>
                <a:spcPts val="0"/>
              </a:spcAft>
              <a:buSzPts val="4000"/>
              <a:buNone/>
              <a:defRPr sz="4000"/>
            </a:lvl9pPr>
          </a:lstStyle>
          <a:p>
            <a:r>
              <a:t>xx%</a:t>
            </a:r>
          </a:p>
        </p:txBody>
      </p:sp>
      <p:sp>
        <p:nvSpPr>
          <p:cNvPr id="81" name="Google Shape;81;p13"/>
          <p:cNvSpPr txBox="1">
            <a:spLocks noGrp="1"/>
          </p:cNvSpPr>
          <p:nvPr>
            <p:ph type="title" idx="8" hasCustomPrompt="1"/>
          </p:nvPr>
        </p:nvSpPr>
        <p:spPr>
          <a:xfrm>
            <a:off x="6037950" y="2019892"/>
            <a:ext cx="2319600" cy="9264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4000"/>
              <a:buNone/>
              <a:defRPr sz="5800">
                <a:solidFill>
                  <a:schemeClr val="lt2"/>
                </a:solidFill>
              </a:defRPr>
            </a:lvl1pPr>
            <a:lvl2pPr lvl="1" algn="ctr" rtl="0">
              <a:lnSpc>
                <a:spcPct val="100000"/>
              </a:lnSpc>
              <a:spcBef>
                <a:spcPts val="0"/>
              </a:spcBef>
              <a:spcAft>
                <a:spcPts val="0"/>
              </a:spcAft>
              <a:buSzPts val="4000"/>
              <a:buNone/>
              <a:defRPr sz="4000"/>
            </a:lvl2pPr>
            <a:lvl3pPr lvl="2" algn="ctr" rtl="0">
              <a:lnSpc>
                <a:spcPct val="100000"/>
              </a:lnSpc>
              <a:spcBef>
                <a:spcPts val="0"/>
              </a:spcBef>
              <a:spcAft>
                <a:spcPts val="0"/>
              </a:spcAft>
              <a:buSzPts val="4000"/>
              <a:buNone/>
              <a:defRPr sz="4000"/>
            </a:lvl3pPr>
            <a:lvl4pPr lvl="3" algn="ctr" rtl="0">
              <a:lnSpc>
                <a:spcPct val="100000"/>
              </a:lnSpc>
              <a:spcBef>
                <a:spcPts val="0"/>
              </a:spcBef>
              <a:spcAft>
                <a:spcPts val="0"/>
              </a:spcAft>
              <a:buSzPts val="4000"/>
              <a:buNone/>
              <a:defRPr sz="4000"/>
            </a:lvl4pPr>
            <a:lvl5pPr lvl="4" algn="ctr" rtl="0">
              <a:lnSpc>
                <a:spcPct val="100000"/>
              </a:lnSpc>
              <a:spcBef>
                <a:spcPts val="0"/>
              </a:spcBef>
              <a:spcAft>
                <a:spcPts val="0"/>
              </a:spcAft>
              <a:buSzPts val="4000"/>
              <a:buNone/>
              <a:defRPr sz="4000"/>
            </a:lvl5pPr>
            <a:lvl6pPr lvl="5" algn="ctr" rtl="0">
              <a:lnSpc>
                <a:spcPct val="100000"/>
              </a:lnSpc>
              <a:spcBef>
                <a:spcPts val="0"/>
              </a:spcBef>
              <a:spcAft>
                <a:spcPts val="0"/>
              </a:spcAft>
              <a:buSzPts val="4000"/>
              <a:buNone/>
              <a:defRPr sz="4000"/>
            </a:lvl6pPr>
            <a:lvl7pPr lvl="6" algn="ctr" rtl="0">
              <a:lnSpc>
                <a:spcPct val="100000"/>
              </a:lnSpc>
              <a:spcBef>
                <a:spcPts val="0"/>
              </a:spcBef>
              <a:spcAft>
                <a:spcPts val="0"/>
              </a:spcAft>
              <a:buSzPts val="4000"/>
              <a:buNone/>
              <a:defRPr sz="4000"/>
            </a:lvl7pPr>
            <a:lvl8pPr lvl="7" algn="ctr" rtl="0">
              <a:lnSpc>
                <a:spcPct val="100000"/>
              </a:lnSpc>
              <a:spcBef>
                <a:spcPts val="0"/>
              </a:spcBef>
              <a:spcAft>
                <a:spcPts val="0"/>
              </a:spcAft>
              <a:buSzPts val="4000"/>
              <a:buNone/>
              <a:defRPr sz="4000"/>
            </a:lvl8pPr>
            <a:lvl9pPr lvl="8" algn="ctr" rtl="0">
              <a:lnSpc>
                <a:spcPct val="100000"/>
              </a:lnSpc>
              <a:spcBef>
                <a:spcPts val="0"/>
              </a:spcBef>
              <a:spcAft>
                <a:spcPts val="0"/>
              </a:spcAft>
              <a:buSzPts val="4000"/>
              <a:buNone/>
              <a:defRPr sz="4000"/>
            </a:lvl9pPr>
          </a:lstStyle>
          <a:p>
            <a:r>
              <a:t>xx%</a:t>
            </a:r>
          </a:p>
        </p:txBody>
      </p:sp>
      <p:sp>
        <p:nvSpPr>
          <p:cNvPr id="82" name="Google Shape;82;p13"/>
          <p:cNvSpPr txBox="1">
            <a:spLocks noGrp="1"/>
          </p:cNvSpPr>
          <p:nvPr>
            <p:ph type="title" idx="9" hasCustomPrompt="1"/>
          </p:nvPr>
        </p:nvSpPr>
        <p:spPr>
          <a:xfrm>
            <a:off x="3412200" y="1535104"/>
            <a:ext cx="2314800" cy="9264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4000"/>
              <a:buNone/>
              <a:defRPr sz="5800">
                <a:solidFill>
                  <a:schemeClr val="lt2"/>
                </a:solidFill>
              </a:defRPr>
            </a:lvl1pPr>
            <a:lvl2pPr lvl="1" algn="ctr" rtl="0">
              <a:lnSpc>
                <a:spcPct val="100000"/>
              </a:lnSpc>
              <a:spcBef>
                <a:spcPts val="0"/>
              </a:spcBef>
              <a:spcAft>
                <a:spcPts val="0"/>
              </a:spcAft>
              <a:buSzPts val="4000"/>
              <a:buNone/>
              <a:defRPr sz="4000"/>
            </a:lvl2pPr>
            <a:lvl3pPr lvl="2" algn="ctr" rtl="0">
              <a:lnSpc>
                <a:spcPct val="100000"/>
              </a:lnSpc>
              <a:spcBef>
                <a:spcPts val="0"/>
              </a:spcBef>
              <a:spcAft>
                <a:spcPts val="0"/>
              </a:spcAft>
              <a:buSzPts val="4000"/>
              <a:buNone/>
              <a:defRPr sz="4000"/>
            </a:lvl3pPr>
            <a:lvl4pPr lvl="3" algn="ctr" rtl="0">
              <a:lnSpc>
                <a:spcPct val="100000"/>
              </a:lnSpc>
              <a:spcBef>
                <a:spcPts val="0"/>
              </a:spcBef>
              <a:spcAft>
                <a:spcPts val="0"/>
              </a:spcAft>
              <a:buSzPts val="4000"/>
              <a:buNone/>
              <a:defRPr sz="4000"/>
            </a:lvl4pPr>
            <a:lvl5pPr lvl="4" algn="ctr" rtl="0">
              <a:lnSpc>
                <a:spcPct val="100000"/>
              </a:lnSpc>
              <a:spcBef>
                <a:spcPts val="0"/>
              </a:spcBef>
              <a:spcAft>
                <a:spcPts val="0"/>
              </a:spcAft>
              <a:buSzPts val="4000"/>
              <a:buNone/>
              <a:defRPr sz="4000"/>
            </a:lvl5pPr>
            <a:lvl6pPr lvl="5" algn="ctr" rtl="0">
              <a:lnSpc>
                <a:spcPct val="100000"/>
              </a:lnSpc>
              <a:spcBef>
                <a:spcPts val="0"/>
              </a:spcBef>
              <a:spcAft>
                <a:spcPts val="0"/>
              </a:spcAft>
              <a:buSzPts val="4000"/>
              <a:buNone/>
              <a:defRPr sz="4000"/>
            </a:lvl6pPr>
            <a:lvl7pPr lvl="6" algn="ctr" rtl="0">
              <a:lnSpc>
                <a:spcPct val="100000"/>
              </a:lnSpc>
              <a:spcBef>
                <a:spcPts val="0"/>
              </a:spcBef>
              <a:spcAft>
                <a:spcPts val="0"/>
              </a:spcAft>
              <a:buSzPts val="4000"/>
              <a:buNone/>
              <a:defRPr sz="4000"/>
            </a:lvl7pPr>
            <a:lvl8pPr lvl="7" algn="ctr" rtl="0">
              <a:lnSpc>
                <a:spcPct val="100000"/>
              </a:lnSpc>
              <a:spcBef>
                <a:spcPts val="0"/>
              </a:spcBef>
              <a:spcAft>
                <a:spcPts val="0"/>
              </a:spcAft>
              <a:buSzPts val="4000"/>
              <a:buNone/>
              <a:defRPr sz="4000"/>
            </a:lvl8pPr>
            <a:lvl9pPr lvl="8" algn="ctr" rtl="0">
              <a:lnSpc>
                <a:spcPct val="100000"/>
              </a:lnSpc>
              <a:spcBef>
                <a:spcPts val="0"/>
              </a:spcBef>
              <a:spcAft>
                <a:spcPts val="0"/>
              </a:spcAft>
              <a:buSzPts val="4000"/>
              <a:buNone/>
              <a:defRPr sz="4000"/>
            </a:lvl9pPr>
          </a:lstStyle>
          <a:p>
            <a:r>
              <a:t>xx%</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p:cSld name="CUSTOM">
    <p:bg>
      <p:bgPr>
        <a:solidFill>
          <a:schemeClr val="dk1"/>
        </a:solidFill>
        <a:effectLst/>
      </p:bgPr>
    </p:bg>
    <p:spTree>
      <p:nvGrpSpPr>
        <p:cNvPr id="1" name="Shape 92"/>
        <p:cNvGrpSpPr/>
        <p:nvPr/>
      </p:nvGrpSpPr>
      <p:grpSpPr>
        <a:xfrm>
          <a:off x="0" y="0"/>
          <a:ext cx="0" cy="0"/>
          <a:chOff x="0" y="0"/>
          <a:chExt cx="0" cy="0"/>
        </a:xfrm>
      </p:grpSpPr>
      <p:sp>
        <p:nvSpPr>
          <p:cNvPr id="93" name="Google Shape;93;p16"/>
          <p:cNvSpPr/>
          <p:nvPr/>
        </p:nvSpPr>
        <p:spPr>
          <a:xfrm>
            <a:off x="-161559" y="-1507575"/>
            <a:ext cx="9467118" cy="7256708"/>
          </a:xfrm>
          <a:custGeom>
            <a:avLst/>
            <a:gdLst/>
            <a:ahLst/>
            <a:cxnLst/>
            <a:rect l="l" t="t" r="r" b="b"/>
            <a:pathLst>
              <a:path w="129487" h="99254" extrusionOk="0">
                <a:moveTo>
                  <a:pt x="56002" y="25805"/>
                </a:moveTo>
                <a:cubicBezTo>
                  <a:pt x="56006" y="25805"/>
                  <a:pt x="56005" y="25909"/>
                  <a:pt x="55990" y="26019"/>
                </a:cubicBezTo>
                <a:cubicBezTo>
                  <a:pt x="55994" y="25863"/>
                  <a:pt x="56000" y="25805"/>
                  <a:pt x="56002" y="25805"/>
                </a:cubicBezTo>
                <a:close/>
                <a:moveTo>
                  <a:pt x="129487" y="0"/>
                </a:moveTo>
                <a:cubicBezTo>
                  <a:pt x="124318" y="4664"/>
                  <a:pt x="119091" y="9270"/>
                  <a:pt x="113774" y="13775"/>
                </a:cubicBezTo>
                <a:cubicBezTo>
                  <a:pt x="105593" y="20707"/>
                  <a:pt x="97206" y="27405"/>
                  <a:pt x="88531" y="33721"/>
                </a:cubicBezTo>
                <a:cubicBezTo>
                  <a:pt x="87591" y="34407"/>
                  <a:pt x="86640" y="35246"/>
                  <a:pt x="85631" y="35846"/>
                </a:cubicBezTo>
                <a:cubicBezTo>
                  <a:pt x="85679" y="35818"/>
                  <a:pt x="85711" y="35801"/>
                  <a:pt x="85714" y="35801"/>
                </a:cubicBezTo>
                <a:lnTo>
                  <a:pt x="85714" y="35801"/>
                </a:lnTo>
                <a:cubicBezTo>
                  <a:pt x="85718" y="35801"/>
                  <a:pt x="85636" y="35849"/>
                  <a:pt x="85397" y="35979"/>
                </a:cubicBezTo>
                <a:cubicBezTo>
                  <a:pt x="85344" y="36011"/>
                  <a:pt x="85291" y="36053"/>
                  <a:pt x="85254" y="36080"/>
                </a:cubicBezTo>
                <a:cubicBezTo>
                  <a:pt x="85046" y="36245"/>
                  <a:pt x="84834" y="36409"/>
                  <a:pt x="84627" y="36574"/>
                </a:cubicBezTo>
                <a:cubicBezTo>
                  <a:pt x="83554" y="37445"/>
                  <a:pt x="82475" y="38322"/>
                  <a:pt x="81381" y="39177"/>
                </a:cubicBezTo>
                <a:cubicBezTo>
                  <a:pt x="78566" y="41381"/>
                  <a:pt x="75692" y="43559"/>
                  <a:pt x="72563" y="45312"/>
                </a:cubicBezTo>
                <a:cubicBezTo>
                  <a:pt x="69876" y="46823"/>
                  <a:pt x="66711" y="48301"/>
                  <a:pt x="63543" y="48301"/>
                </a:cubicBezTo>
                <a:cubicBezTo>
                  <a:pt x="63336" y="48301"/>
                  <a:pt x="63129" y="48295"/>
                  <a:pt x="62922" y="48282"/>
                </a:cubicBezTo>
                <a:cubicBezTo>
                  <a:pt x="58911" y="48037"/>
                  <a:pt x="55655" y="45201"/>
                  <a:pt x="54561" y="41365"/>
                </a:cubicBezTo>
                <a:cubicBezTo>
                  <a:pt x="53472" y="37551"/>
                  <a:pt x="54295" y="33371"/>
                  <a:pt x="55161" y="29599"/>
                </a:cubicBezTo>
                <a:cubicBezTo>
                  <a:pt x="55347" y="28781"/>
                  <a:pt x="55543" y="27968"/>
                  <a:pt x="55735" y="27156"/>
                </a:cubicBezTo>
                <a:cubicBezTo>
                  <a:pt x="55814" y="26816"/>
                  <a:pt x="55883" y="26465"/>
                  <a:pt x="55968" y="26125"/>
                </a:cubicBezTo>
                <a:cubicBezTo>
                  <a:pt x="55974" y="26093"/>
                  <a:pt x="55984" y="26051"/>
                  <a:pt x="55990" y="26019"/>
                </a:cubicBezTo>
                <a:lnTo>
                  <a:pt x="55990" y="26019"/>
                </a:lnTo>
                <a:cubicBezTo>
                  <a:pt x="55990" y="26083"/>
                  <a:pt x="55984" y="26162"/>
                  <a:pt x="55984" y="26263"/>
                </a:cubicBezTo>
                <a:cubicBezTo>
                  <a:pt x="55990" y="26051"/>
                  <a:pt x="56037" y="25812"/>
                  <a:pt x="56064" y="25599"/>
                </a:cubicBezTo>
                <a:cubicBezTo>
                  <a:pt x="56282" y="23628"/>
                  <a:pt x="56319" y="21684"/>
                  <a:pt x="56170" y="19703"/>
                </a:cubicBezTo>
                <a:lnTo>
                  <a:pt x="56170" y="19698"/>
                </a:lnTo>
                <a:cubicBezTo>
                  <a:pt x="56149" y="19570"/>
                  <a:pt x="56128" y="19443"/>
                  <a:pt x="56101" y="19320"/>
                </a:cubicBezTo>
                <a:cubicBezTo>
                  <a:pt x="56037" y="18980"/>
                  <a:pt x="55963" y="18646"/>
                  <a:pt x="55867" y="18316"/>
                </a:cubicBezTo>
                <a:cubicBezTo>
                  <a:pt x="55798" y="18056"/>
                  <a:pt x="55697" y="17806"/>
                  <a:pt x="55618" y="17546"/>
                </a:cubicBezTo>
                <a:cubicBezTo>
                  <a:pt x="55575" y="17466"/>
                  <a:pt x="55538" y="17382"/>
                  <a:pt x="55496" y="17302"/>
                </a:cubicBezTo>
                <a:cubicBezTo>
                  <a:pt x="55384" y="17089"/>
                  <a:pt x="55108" y="16802"/>
                  <a:pt x="55007" y="16569"/>
                </a:cubicBezTo>
                <a:lnTo>
                  <a:pt x="54986" y="16548"/>
                </a:lnTo>
                <a:cubicBezTo>
                  <a:pt x="54975" y="16537"/>
                  <a:pt x="54959" y="16532"/>
                  <a:pt x="54948" y="16516"/>
                </a:cubicBezTo>
                <a:cubicBezTo>
                  <a:pt x="54946" y="16519"/>
                  <a:pt x="54941" y="16521"/>
                  <a:pt x="54934" y="16521"/>
                </a:cubicBezTo>
                <a:cubicBezTo>
                  <a:pt x="54889" y="16521"/>
                  <a:pt x="54760" y="16441"/>
                  <a:pt x="54577" y="16202"/>
                </a:cubicBezTo>
                <a:cubicBezTo>
                  <a:pt x="54550" y="16186"/>
                  <a:pt x="54524" y="16170"/>
                  <a:pt x="54497" y="16149"/>
                </a:cubicBezTo>
                <a:cubicBezTo>
                  <a:pt x="54401" y="16096"/>
                  <a:pt x="54295" y="16053"/>
                  <a:pt x="54189" y="16000"/>
                </a:cubicBezTo>
                <a:cubicBezTo>
                  <a:pt x="54029" y="15947"/>
                  <a:pt x="53865" y="15894"/>
                  <a:pt x="53700" y="15846"/>
                </a:cubicBezTo>
                <a:cubicBezTo>
                  <a:pt x="53525" y="15799"/>
                  <a:pt x="53328" y="15788"/>
                  <a:pt x="53142" y="15751"/>
                </a:cubicBezTo>
                <a:cubicBezTo>
                  <a:pt x="53095" y="15745"/>
                  <a:pt x="53047" y="15745"/>
                  <a:pt x="52999" y="15740"/>
                </a:cubicBezTo>
                <a:cubicBezTo>
                  <a:pt x="52887" y="15735"/>
                  <a:pt x="52776" y="15733"/>
                  <a:pt x="52665" y="15733"/>
                </a:cubicBezTo>
                <a:cubicBezTo>
                  <a:pt x="52190" y="15733"/>
                  <a:pt x="51720" y="15773"/>
                  <a:pt x="51246" y="15799"/>
                </a:cubicBezTo>
                <a:cubicBezTo>
                  <a:pt x="51177" y="15814"/>
                  <a:pt x="51108" y="15820"/>
                  <a:pt x="51034" y="15830"/>
                </a:cubicBezTo>
                <a:cubicBezTo>
                  <a:pt x="50715" y="15894"/>
                  <a:pt x="50396" y="15953"/>
                  <a:pt x="50088" y="16027"/>
                </a:cubicBezTo>
                <a:cubicBezTo>
                  <a:pt x="48696" y="16346"/>
                  <a:pt x="47342" y="16802"/>
                  <a:pt x="46024" y="17328"/>
                </a:cubicBezTo>
                <a:cubicBezTo>
                  <a:pt x="45947" y="17357"/>
                  <a:pt x="45399" y="17569"/>
                  <a:pt x="45407" y="17569"/>
                </a:cubicBezTo>
                <a:cubicBezTo>
                  <a:pt x="45409" y="17569"/>
                  <a:pt x="45464" y="17549"/>
                  <a:pt x="45599" y="17498"/>
                </a:cubicBezTo>
                <a:cubicBezTo>
                  <a:pt x="45755" y="17439"/>
                  <a:pt x="45815" y="17417"/>
                  <a:pt x="45818" y="17417"/>
                </a:cubicBezTo>
                <a:lnTo>
                  <a:pt x="45818" y="17417"/>
                </a:lnTo>
                <a:cubicBezTo>
                  <a:pt x="45827" y="17417"/>
                  <a:pt x="45427" y="17576"/>
                  <a:pt x="45376" y="17599"/>
                </a:cubicBezTo>
                <a:cubicBezTo>
                  <a:pt x="45015" y="17759"/>
                  <a:pt x="44648" y="17923"/>
                  <a:pt x="44282" y="18099"/>
                </a:cubicBezTo>
                <a:cubicBezTo>
                  <a:pt x="43570" y="18428"/>
                  <a:pt x="42869" y="18779"/>
                  <a:pt x="42173" y="19140"/>
                </a:cubicBezTo>
                <a:cubicBezTo>
                  <a:pt x="38694" y="20941"/>
                  <a:pt x="35379" y="23002"/>
                  <a:pt x="32202" y="25296"/>
                </a:cubicBezTo>
                <a:cubicBezTo>
                  <a:pt x="31103" y="26093"/>
                  <a:pt x="30008" y="26917"/>
                  <a:pt x="28925" y="27740"/>
                </a:cubicBezTo>
                <a:cubicBezTo>
                  <a:pt x="28904" y="27756"/>
                  <a:pt x="28734" y="27883"/>
                  <a:pt x="28659" y="27942"/>
                </a:cubicBezTo>
                <a:lnTo>
                  <a:pt x="28022" y="28441"/>
                </a:lnTo>
                <a:cubicBezTo>
                  <a:pt x="27528" y="28829"/>
                  <a:pt x="27039" y="29211"/>
                  <a:pt x="26556" y="29605"/>
                </a:cubicBezTo>
                <a:cubicBezTo>
                  <a:pt x="24548" y="31209"/>
                  <a:pt x="22577" y="32850"/>
                  <a:pt x="20622" y="34529"/>
                </a:cubicBezTo>
                <a:cubicBezTo>
                  <a:pt x="16739" y="37870"/>
                  <a:pt x="12957" y="41323"/>
                  <a:pt x="9217" y="44824"/>
                </a:cubicBezTo>
                <a:cubicBezTo>
                  <a:pt x="6131" y="47729"/>
                  <a:pt x="3071" y="50646"/>
                  <a:pt x="1" y="53546"/>
                </a:cubicBezTo>
                <a:lnTo>
                  <a:pt x="1" y="98189"/>
                </a:lnTo>
                <a:cubicBezTo>
                  <a:pt x="5308" y="93774"/>
                  <a:pt x="10747" y="89530"/>
                  <a:pt x="16484" y="85684"/>
                </a:cubicBezTo>
                <a:cubicBezTo>
                  <a:pt x="21573" y="82274"/>
                  <a:pt x="26890" y="79416"/>
                  <a:pt x="32394" y="76717"/>
                </a:cubicBezTo>
                <a:cubicBezTo>
                  <a:pt x="35836" y="75023"/>
                  <a:pt x="39198" y="73254"/>
                  <a:pt x="42901" y="72165"/>
                </a:cubicBezTo>
                <a:cubicBezTo>
                  <a:pt x="44777" y="71614"/>
                  <a:pt x="46911" y="71173"/>
                  <a:pt x="48992" y="71173"/>
                </a:cubicBezTo>
                <a:cubicBezTo>
                  <a:pt x="51525" y="71173"/>
                  <a:pt x="53981" y="71825"/>
                  <a:pt x="55804" y="73726"/>
                </a:cubicBezTo>
                <a:cubicBezTo>
                  <a:pt x="59150" y="77232"/>
                  <a:pt x="58029" y="82305"/>
                  <a:pt x="56919" y="86518"/>
                </a:cubicBezTo>
                <a:cubicBezTo>
                  <a:pt x="56393" y="88499"/>
                  <a:pt x="55777" y="90465"/>
                  <a:pt x="55347" y="92473"/>
                </a:cubicBezTo>
                <a:cubicBezTo>
                  <a:pt x="55294" y="92712"/>
                  <a:pt x="55246" y="92956"/>
                  <a:pt x="55198" y="93200"/>
                </a:cubicBezTo>
                <a:cubicBezTo>
                  <a:pt x="55193" y="93227"/>
                  <a:pt x="55188" y="93270"/>
                  <a:pt x="55182" y="93317"/>
                </a:cubicBezTo>
                <a:cubicBezTo>
                  <a:pt x="55166" y="93413"/>
                  <a:pt x="55156" y="93530"/>
                  <a:pt x="55156" y="93583"/>
                </a:cubicBezTo>
                <a:cubicBezTo>
                  <a:pt x="55140" y="93748"/>
                  <a:pt x="55134" y="93918"/>
                  <a:pt x="55134" y="94088"/>
                </a:cubicBezTo>
                <a:cubicBezTo>
                  <a:pt x="55134" y="94444"/>
                  <a:pt x="55188" y="94794"/>
                  <a:pt x="55219" y="95155"/>
                </a:cubicBezTo>
                <a:cubicBezTo>
                  <a:pt x="55251" y="95325"/>
                  <a:pt x="55278" y="95501"/>
                  <a:pt x="55315" y="95671"/>
                </a:cubicBezTo>
                <a:cubicBezTo>
                  <a:pt x="55437" y="96287"/>
                  <a:pt x="55756" y="96919"/>
                  <a:pt x="55873" y="97535"/>
                </a:cubicBezTo>
                <a:cubicBezTo>
                  <a:pt x="55910" y="97625"/>
                  <a:pt x="55958" y="97705"/>
                  <a:pt x="56006" y="97785"/>
                </a:cubicBezTo>
                <a:cubicBezTo>
                  <a:pt x="56112" y="97971"/>
                  <a:pt x="56245" y="98141"/>
                  <a:pt x="56356" y="98327"/>
                </a:cubicBezTo>
                <a:cubicBezTo>
                  <a:pt x="56404" y="98380"/>
                  <a:pt x="56446" y="98433"/>
                  <a:pt x="56500" y="98486"/>
                </a:cubicBezTo>
                <a:cubicBezTo>
                  <a:pt x="56537" y="98523"/>
                  <a:pt x="56569" y="98555"/>
                  <a:pt x="56601" y="98582"/>
                </a:cubicBezTo>
                <a:cubicBezTo>
                  <a:pt x="56781" y="98693"/>
                  <a:pt x="56956" y="98853"/>
                  <a:pt x="57137" y="98948"/>
                </a:cubicBezTo>
                <a:cubicBezTo>
                  <a:pt x="57158" y="98953"/>
                  <a:pt x="57180" y="98964"/>
                  <a:pt x="57190" y="98975"/>
                </a:cubicBezTo>
                <a:cubicBezTo>
                  <a:pt x="57403" y="99033"/>
                  <a:pt x="57610" y="99113"/>
                  <a:pt x="57822" y="99166"/>
                </a:cubicBezTo>
                <a:cubicBezTo>
                  <a:pt x="57875" y="99177"/>
                  <a:pt x="57971" y="99198"/>
                  <a:pt x="58067" y="99214"/>
                </a:cubicBezTo>
                <a:cubicBezTo>
                  <a:pt x="58247" y="99224"/>
                  <a:pt x="58508" y="99251"/>
                  <a:pt x="58614" y="99251"/>
                </a:cubicBezTo>
                <a:cubicBezTo>
                  <a:pt x="58688" y="99252"/>
                  <a:pt x="58762" y="99253"/>
                  <a:pt x="58836" y="99253"/>
                </a:cubicBezTo>
                <a:cubicBezTo>
                  <a:pt x="59038" y="99253"/>
                  <a:pt x="59240" y="99248"/>
                  <a:pt x="59442" y="99240"/>
                </a:cubicBezTo>
                <a:cubicBezTo>
                  <a:pt x="59570" y="99230"/>
                  <a:pt x="59947" y="99192"/>
                  <a:pt x="60133" y="99171"/>
                </a:cubicBezTo>
                <a:cubicBezTo>
                  <a:pt x="60271" y="99150"/>
                  <a:pt x="60404" y="99123"/>
                  <a:pt x="60473" y="99113"/>
                </a:cubicBezTo>
                <a:cubicBezTo>
                  <a:pt x="61158" y="98980"/>
                  <a:pt x="61833" y="98805"/>
                  <a:pt x="62502" y="98603"/>
                </a:cubicBezTo>
                <a:cubicBezTo>
                  <a:pt x="63193" y="98396"/>
                  <a:pt x="63878" y="98157"/>
                  <a:pt x="64558" y="97891"/>
                </a:cubicBezTo>
                <a:cubicBezTo>
                  <a:pt x="64733" y="97822"/>
                  <a:pt x="64914" y="97753"/>
                  <a:pt x="65089" y="97679"/>
                </a:cubicBezTo>
                <a:cubicBezTo>
                  <a:pt x="65387" y="97546"/>
                  <a:pt x="65689" y="97413"/>
                  <a:pt x="65998" y="97275"/>
                </a:cubicBezTo>
                <a:cubicBezTo>
                  <a:pt x="67522" y="96568"/>
                  <a:pt x="69009" y="95777"/>
                  <a:pt x="70470" y="94938"/>
                </a:cubicBezTo>
                <a:cubicBezTo>
                  <a:pt x="73514" y="93190"/>
                  <a:pt x="76430" y="91235"/>
                  <a:pt x="79272" y="89185"/>
                </a:cubicBezTo>
                <a:cubicBezTo>
                  <a:pt x="80600" y="88228"/>
                  <a:pt x="81907" y="87240"/>
                  <a:pt x="83214" y="86242"/>
                </a:cubicBezTo>
                <a:lnTo>
                  <a:pt x="83655" y="85907"/>
                </a:lnTo>
                <a:cubicBezTo>
                  <a:pt x="83963" y="85657"/>
                  <a:pt x="84271" y="85418"/>
                  <a:pt x="84584" y="85174"/>
                </a:cubicBezTo>
                <a:cubicBezTo>
                  <a:pt x="85142" y="84728"/>
                  <a:pt x="85705" y="84287"/>
                  <a:pt x="86258" y="83835"/>
                </a:cubicBezTo>
                <a:cubicBezTo>
                  <a:pt x="92781" y="78539"/>
                  <a:pt x="99129" y="73009"/>
                  <a:pt x="105413" y="67432"/>
                </a:cubicBezTo>
                <a:cubicBezTo>
                  <a:pt x="113540" y="60207"/>
                  <a:pt x="121514" y="52818"/>
                  <a:pt x="129487" y="45429"/>
                </a:cubicBezTo>
                <a:lnTo>
                  <a:pt x="129487" y="0"/>
                </a:lnTo>
                <a:close/>
              </a:path>
            </a:pathLst>
          </a:custGeom>
          <a:solidFill>
            <a:srgbClr val="FFFFFF">
              <a:alpha val="12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6"/>
          <p:cNvSpPr/>
          <p:nvPr/>
        </p:nvSpPr>
        <p:spPr>
          <a:xfrm>
            <a:off x="217167" y="278723"/>
            <a:ext cx="8645699" cy="4586055"/>
          </a:xfrm>
          <a:custGeom>
            <a:avLst/>
            <a:gdLst/>
            <a:ahLst/>
            <a:cxnLst/>
            <a:rect l="l" t="t" r="r" b="b"/>
            <a:pathLst>
              <a:path w="118252" h="62726" extrusionOk="0">
                <a:moveTo>
                  <a:pt x="2503" y="2598"/>
                </a:moveTo>
                <a:cubicBezTo>
                  <a:pt x="2506" y="2598"/>
                  <a:pt x="2509" y="2598"/>
                  <a:pt x="2513" y="2598"/>
                </a:cubicBezTo>
                <a:cubicBezTo>
                  <a:pt x="2975" y="2598"/>
                  <a:pt x="3347" y="2986"/>
                  <a:pt x="3347" y="3448"/>
                </a:cubicBezTo>
                <a:cubicBezTo>
                  <a:pt x="3347" y="3916"/>
                  <a:pt x="2964" y="4287"/>
                  <a:pt x="2497" y="4287"/>
                </a:cubicBezTo>
                <a:cubicBezTo>
                  <a:pt x="2035" y="4287"/>
                  <a:pt x="1663" y="3900"/>
                  <a:pt x="1663" y="3437"/>
                </a:cubicBezTo>
                <a:cubicBezTo>
                  <a:pt x="1668" y="2973"/>
                  <a:pt x="2040" y="2598"/>
                  <a:pt x="2503" y="2598"/>
                </a:cubicBezTo>
                <a:close/>
                <a:moveTo>
                  <a:pt x="2544" y="6874"/>
                </a:moveTo>
                <a:cubicBezTo>
                  <a:pt x="3007" y="6874"/>
                  <a:pt x="3378" y="7257"/>
                  <a:pt x="3378" y="7724"/>
                </a:cubicBezTo>
                <a:cubicBezTo>
                  <a:pt x="3378" y="8192"/>
                  <a:pt x="3001" y="8558"/>
                  <a:pt x="2529" y="8558"/>
                </a:cubicBezTo>
                <a:cubicBezTo>
                  <a:pt x="2066" y="8558"/>
                  <a:pt x="1695" y="8176"/>
                  <a:pt x="1695" y="7708"/>
                </a:cubicBezTo>
                <a:cubicBezTo>
                  <a:pt x="1695" y="7246"/>
                  <a:pt x="2077" y="6874"/>
                  <a:pt x="2544" y="6874"/>
                </a:cubicBezTo>
                <a:close/>
                <a:moveTo>
                  <a:pt x="2582" y="11151"/>
                </a:moveTo>
                <a:cubicBezTo>
                  <a:pt x="3049" y="11151"/>
                  <a:pt x="3421" y="11538"/>
                  <a:pt x="3421" y="12001"/>
                </a:cubicBezTo>
                <a:cubicBezTo>
                  <a:pt x="3416" y="12468"/>
                  <a:pt x="3033" y="12840"/>
                  <a:pt x="2571" y="12840"/>
                </a:cubicBezTo>
                <a:cubicBezTo>
                  <a:pt x="2104" y="12840"/>
                  <a:pt x="1732" y="12452"/>
                  <a:pt x="1732" y="11990"/>
                </a:cubicBezTo>
                <a:cubicBezTo>
                  <a:pt x="1732" y="11522"/>
                  <a:pt x="2120" y="11151"/>
                  <a:pt x="2582" y="11151"/>
                </a:cubicBezTo>
                <a:close/>
                <a:moveTo>
                  <a:pt x="2619" y="15427"/>
                </a:moveTo>
                <a:cubicBezTo>
                  <a:pt x="3081" y="15427"/>
                  <a:pt x="3453" y="15815"/>
                  <a:pt x="3453" y="16277"/>
                </a:cubicBezTo>
                <a:cubicBezTo>
                  <a:pt x="3448" y="16741"/>
                  <a:pt x="3076" y="17116"/>
                  <a:pt x="2613" y="17116"/>
                </a:cubicBezTo>
                <a:cubicBezTo>
                  <a:pt x="2609" y="17116"/>
                  <a:pt x="2606" y="17116"/>
                  <a:pt x="2603" y="17116"/>
                </a:cubicBezTo>
                <a:cubicBezTo>
                  <a:pt x="2141" y="17116"/>
                  <a:pt x="1764" y="16728"/>
                  <a:pt x="1764" y="16266"/>
                </a:cubicBezTo>
                <a:cubicBezTo>
                  <a:pt x="1764" y="15799"/>
                  <a:pt x="2151" y="15427"/>
                  <a:pt x="2619" y="15427"/>
                </a:cubicBezTo>
                <a:close/>
                <a:moveTo>
                  <a:pt x="2656" y="19703"/>
                </a:moveTo>
                <a:cubicBezTo>
                  <a:pt x="3124" y="19703"/>
                  <a:pt x="3495" y="20091"/>
                  <a:pt x="3495" y="20553"/>
                </a:cubicBezTo>
                <a:cubicBezTo>
                  <a:pt x="3485" y="21017"/>
                  <a:pt x="3113" y="21392"/>
                  <a:pt x="2655" y="21392"/>
                </a:cubicBezTo>
                <a:cubicBezTo>
                  <a:pt x="2652" y="21392"/>
                  <a:pt x="2649" y="21392"/>
                  <a:pt x="2645" y="21392"/>
                </a:cubicBezTo>
                <a:cubicBezTo>
                  <a:pt x="2178" y="21392"/>
                  <a:pt x="1806" y="21004"/>
                  <a:pt x="1806" y="20542"/>
                </a:cubicBezTo>
                <a:cubicBezTo>
                  <a:pt x="1806" y="20075"/>
                  <a:pt x="2194" y="19703"/>
                  <a:pt x="2656" y="19703"/>
                </a:cubicBezTo>
                <a:close/>
                <a:moveTo>
                  <a:pt x="2688" y="23985"/>
                </a:moveTo>
                <a:cubicBezTo>
                  <a:pt x="3155" y="23985"/>
                  <a:pt x="3527" y="24372"/>
                  <a:pt x="3527" y="24834"/>
                </a:cubicBezTo>
                <a:cubicBezTo>
                  <a:pt x="3522" y="25302"/>
                  <a:pt x="3139" y="25674"/>
                  <a:pt x="2677" y="25674"/>
                </a:cubicBezTo>
                <a:cubicBezTo>
                  <a:pt x="2210" y="25674"/>
                  <a:pt x="1838" y="25286"/>
                  <a:pt x="1838" y="24824"/>
                </a:cubicBezTo>
                <a:cubicBezTo>
                  <a:pt x="1838" y="24356"/>
                  <a:pt x="2226" y="23985"/>
                  <a:pt x="2688" y="23985"/>
                </a:cubicBezTo>
                <a:close/>
                <a:moveTo>
                  <a:pt x="2720" y="28261"/>
                </a:moveTo>
                <a:cubicBezTo>
                  <a:pt x="3187" y="28271"/>
                  <a:pt x="3564" y="28649"/>
                  <a:pt x="3559" y="29111"/>
                </a:cubicBezTo>
                <a:cubicBezTo>
                  <a:pt x="3559" y="29578"/>
                  <a:pt x="3171" y="29950"/>
                  <a:pt x="2709" y="29950"/>
                </a:cubicBezTo>
                <a:cubicBezTo>
                  <a:pt x="2242" y="29950"/>
                  <a:pt x="1870" y="29562"/>
                  <a:pt x="1870" y="29100"/>
                </a:cubicBezTo>
                <a:cubicBezTo>
                  <a:pt x="1870" y="28633"/>
                  <a:pt x="2258" y="28261"/>
                  <a:pt x="2720" y="28261"/>
                </a:cubicBezTo>
                <a:close/>
                <a:moveTo>
                  <a:pt x="2493" y="32786"/>
                </a:moveTo>
                <a:cubicBezTo>
                  <a:pt x="2500" y="32786"/>
                  <a:pt x="2506" y="32786"/>
                  <a:pt x="2513" y="32787"/>
                </a:cubicBezTo>
                <a:cubicBezTo>
                  <a:pt x="2975" y="32787"/>
                  <a:pt x="3347" y="33169"/>
                  <a:pt x="3347" y="33637"/>
                </a:cubicBezTo>
                <a:cubicBezTo>
                  <a:pt x="3347" y="34099"/>
                  <a:pt x="2964" y="34471"/>
                  <a:pt x="2497" y="34471"/>
                </a:cubicBezTo>
                <a:cubicBezTo>
                  <a:pt x="2035" y="34471"/>
                  <a:pt x="1663" y="34088"/>
                  <a:pt x="1663" y="33621"/>
                </a:cubicBezTo>
                <a:cubicBezTo>
                  <a:pt x="1668" y="33154"/>
                  <a:pt x="2035" y="32786"/>
                  <a:pt x="2493" y="32786"/>
                </a:cubicBezTo>
                <a:close/>
                <a:moveTo>
                  <a:pt x="2525" y="37063"/>
                </a:moveTo>
                <a:cubicBezTo>
                  <a:pt x="2532" y="37063"/>
                  <a:pt x="2538" y="37063"/>
                  <a:pt x="2544" y="37063"/>
                </a:cubicBezTo>
                <a:cubicBezTo>
                  <a:pt x="3007" y="37063"/>
                  <a:pt x="3378" y="37445"/>
                  <a:pt x="3378" y="37913"/>
                </a:cubicBezTo>
                <a:cubicBezTo>
                  <a:pt x="3378" y="38375"/>
                  <a:pt x="2996" y="38747"/>
                  <a:pt x="2529" y="38747"/>
                </a:cubicBezTo>
                <a:cubicBezTo>
                  <a:pt x="2066" y="38747"/>
                  <a:pt x="1695" y="38364"/>
                  <a:pt x="1695" y="37897"/>
                </a:cubicBezTo>
                <a:cubicBezTo>
                  <a:pt x="1700" y="37441"/>
                  <a:pt x="2067" y="37063"/>
                  <a:pt x="2525" y="37063"/>
                </a:cubicBezTo>
                <a:close/>
                <a:moveTo>
                  <a:pt x="2582" y="41339"/>
                </a:moveTo>
                <a:cubicBezTo>
                  <a:pt x="3049" y="41339"/>
                  <a:pt x="3421" y="41721"/>
                  <a:pt x="3421" y="42189"/>
                </a:cubicBezTo>
                <a:cubicBezTo>
                  <a:pt x="3421" y="42651"/>
                  <a:pt x="3033" y="43023"/>
                  <a:pt x="2571" y="43023"/>
                </a:cubicBezTo>
                <a:cubicBezTo>
                  <a:pt x="2104" y="43023"/>
                  <a:pt x="1732" y="42640"/>
                  <a:pt x="1732" y="42173"/>
                </a:cubicBezTo>
                <a:cubicBezTo>
                  <a:pt x="1732" y="41711"/>
                  <a:pt x="2120" y="41339"/>
                  <a:pt x="2582" y="41339"/>
                </a:cubicBezTo>
                <a:close/>
                <a:moveTo>
                  <a:pt x="2619" y="45615"/>
                </a:moveTo>
                <a:cubicBezTo>
                  <a:pt x="3081" y="45615"/>
                  <a:pt x="3453" y="45998"/>
                  <a:pt x="3453" y="46465"/>
                </a:cubicBezTo>
                <a:cubicBezTo>
                  <a:pt x="3453" y="46927"/>
                  <a:pt x="3070" y="47299"/>
                  <a:pt x="2603" y="47299"/>
                </a:cubicBezTo>
                <a:cubicBezTo>
                  <a:pt x="2141" y="47299"/>
                  <a:pt x="1764" y="46917"/>
                  <a:pt x="1764" y="46449"/>
                </a:cubicBezTo>
                <a:cubicBezTo>
                  <a:pt x="1764" y="45987"/>
                  <a:pt x="2151" y="45615"/>
                  <a:pt x="2619" y="45615"/>
                </a:cubicBezTo>
                <a:close/>
                <a:moveTo>
                  <a:pt x="2651" y="49891"/>
                </a:moveTo>
                <a:cubicBezTo>
                  <a:pt x="3113" y="49891"/>
                  <a:pt x="3485" y="50274"/>
                  <a:pt x="3485" y="50736"/>
                </a:cubicBezTo>
                <a:cubicBezTo>
                  <a:pt x="3485" y="51204"/>
                  <a:pt x="3102" y="51575"/>
                  <a:pt x="2635" y="51575"/>
                </a:cubicBezTo>
                <a:cubicBezTo>
                  <a:pt x="2173" y="51575"/>
                  <a:pt x="1801" y="51193"/>
                  <a:pt x="1801" y="50725"/>
                </a:cubicBezTo>
                <a:cubicBezTo>
                  <a:pt x="1806" y="50263"/>
                  <a:pt x="2183" y="49891"/>
                  <a:pt x="2651" y="49891"/>
                </a:cubicBezTo>
                <a:close/>
                <a:moveTo>
                  <a:pt x="2678" y="54173"/>
                </a:moveTo>
                <a:cubicBezTo>
                  <a:pt x="2681" y="54173"/>
                  <a:pt x="2685" y="54173"/>
                  <a:pt x="2688" y="54173"/>
                </a:cubicBezTo>
                <a:cubicBezTo>
                  <a:pt x="3155" y="54173"/>
                  <a:pt x="3527" y="54555"/>
                  <a:pt x="3527" y="55023"/>
                </a:cubicBezTo>
                <a:cubicBezTo>
                  <a:pt x="3527" y="55485"/>
                  <a:pt x="3139" y="55857"/>
                  <a:pt x="2677" y="55857"/>
                </a:cubicBezTo>
                <a:cubicBezTo>
                  <a:pt x="2210" y="55857"/>
                  <a:pt x="1838" y="55474"/>
                  <a:pt x="1838" y="55007"/>
                </a:cubicBezTo>
                <a:cubicBezTo>
                  <a:pt x="1838" y="54548"/>
                  <a:pt x="2220" y="54173"/>
                  <a:pt x="2678" y="54173"/>
                </a:cubicBezTo>
                <a:close/>
                <a:moveTo>
                  <a:pt x="2725" y="58449"/>
                </a:moveTo>
                <a:cubicBezTo>
                  <a:pt x="3187" y="58449"/>
                  <a:pt x="3559" y="58832"/>
                  <a:pt x="3559" y="59299"/>
                </a:cubicBezTo>
                <a:cubicBezTo>
                  <a:pt x="3559" y="59761"/>
                  <a:pt x="3177" y="60133"/>
                  <a:pt x="2709" y="60133"/>
                </a:cubicBezTo>
                <a:cubicBezTo>
                  <a:pt x="2247" y="60133"/>
                  <a:pt x="1875" y="59751"/>
                  <a:pt x="1875" y="59283"/>
                </a:cubicBezTo>
                <a:cubicBezTo>
                  <a:pt x="1875" y="58821"/>
                  <a:pt x="2258" y="58449"/>
                  <a:pt x="2725" y="58449"/>
                </a:cubicBezTo>
                <a:close/>
                <a:moveTo>
                  <a:pt x="0" y="1"/>
                </a:moveTo>
                <a:lnTo>
                  <a:pt x="0" y="30189"/>
                </a:lnTo>
                <a:lnTo>
                  <a:pt x="0" y="32537"/>
                </a:lnTo>
                <a:lnTo>
                  <a:pt x="0" y="62725"/>
                </a:lnTo>
                <a:lnTo>
                  <a:pt x="118251" y="62725"/>
                </a:lnTo>
                <a:lnTo>
                  <a:pt x="118251" y="32537"/>
                </a:lnTo>
                <a:lnTo>
                  <a:pt x="118251" y="30189"/>
                </a:lnTo>
                <a:lnTo>
                  <a:pt x="118251" y="1"/>
                </a:lnTo>
                <a:close/>
              </a:path>
            </a:pathLst>
          </a:custGeom>
          <a:solidFill>
            <a:schemeClr val="l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6"/>
          <p:cNvSpPr txBox="1">
            <a:spLocks noGrp="1"/>
          </p:cNvSpPr>
          <p:nvPr>
            <p:ph type="subTitle" idx="1"/>
          </p:nvPr>
        </p:nvSpPr>
        <p:spPr>
          <a:xfrm>
            <a:off x="720000" y="1212525"/>
            <a:ext cx="7704000" cy="23364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SzPts val="1400"/>
              <a:buChar char="●"/>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a:p>
        </p:txBody>
      </p:sp>
      <p:sp>
        <p:nvSpPr>
          <p:cNvPr id="96" name="Google Shape;96;p16"/>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3500"/>
              <a:buNone/>
              <a:defRPr/>
            </a:lvl1pPr>
            <a:lvl2pPr lvl="1" algn="l" rtl="0">
              <a:lnSpc>
                <a:spcPct val="100000"/>
              </a:lnSpc>
              <a:spcBef>
                <a:spcPts val="0"/>
              </a:spcBef>
              <a:spcAft>
                <a:spcPts val="0"/>
              </a:spcAft>
              <a:buSzPts val="3500"/>
              <a:buNone/>
              <a:defRPr/>
            </a:lvl2pPr>
            <a:lvl3pPr lvl="2" algn="l" rtl="0">
              <a:lnSpc>
                <a:spcPct val="100000"/>
              </a:lnSpc>
              <a:spcBef>
                <a:spcPts val="0"/>
              </a:spcBef>
              <a:spcAft>
                <a:spcPts val="0"/>
              </a:spcAft>
              <a:buSzPts val="3500"/>
              <a:buNone/>
              <a:defRPr/>
            </a:lvl3pPr>
            <a:lvl4pPr lvl="3" algn="l" rtl="0">
              <a:lnSpc>
                <a:spcPct val="100000"/>
              </a:lnSpc>
              <a:spcBef>
                <a:spcPts val="0"/>
              </a:spcBef>
              <a:spcAft>
                <a:spcPts val="0"/>
              </a:spcAft>
              <a:buSzPts val="3500"/>
              <a:buNone/>
              <a:defRPr/>
            </a:lvl4pPr>
            <a:lvl5pPr lvl="4" algn="l" rtl="0">
              <a:lnSpc>
                <a:spcPct val="100000"/>
              </a:lnSpc>
              <a:spcBef>
                <a:spcPts val="0"/>
              </a:spcBef>
              <a:spcAft>
                <a:spcPts val="0"/>
              </a:spcAft>
              <a:buSzPts val="3500"/>
              <a:buNone/>
              <a:defRPr/>
            </a:lvl5pPr>
            <a:lvl6pPr lvl="5" algn="l" rtl="0">
              <a:lnSpc>
                <a:spcPct val="100000"/>
              </a:lnSpc>
              <a:spcBef>
                <a:spcPts val="0"/>
              </a:spcBef>
              <a:spcAft>
                <a:spcPts val="0"/>
              </a:spcAft>
              <a:buSzPts val="3500"/>
              <a:buNone/>
              <a:defRPr/>
            </a:lvl6pPr>
            <a:lvl7pPr lvl="6" algn="l" rtl="0">
              <a:lnSpc>
                <a:spcPct val="100000"/>
              </a:lnSpc>
              <a:spcBef>
                <a:spcPts val="0"/>
              </a:spcBef>
              <a:spcAft>
                <a:spcPts val="0"/>
              </a:spcAft>
              <a:buSzPts val="3500"/>
              <a:buNone/>
              <a:defRPr/>
            </a:lvl7pPr>
            <a:lvl8pPr lvl="7" algn="l" rtl="0">
              <a:lnSpc>
                <a:spcPct val="100000"/>
              </a:lnSpc>
              <a:spcBef>
                <a:spcPts val="0"/>
              </a:spcBef>
              <a:spcAft>
                <a:spcPts val="0"/>
              </a:spcAft>
              <a:buSzPts val="3500"/>
              <a:buNone/>
              <a:defRPr/>
            </a:lvl8pPr>
            <a:lvl9pPr lvl="8" algn="l" rtl="0">
              <a:lnSpc>
                <a:spcPct val="100000"/>
              </a:lnSpc>
              <a:spcBef>
                <a:spcPts val="0"/>
              </a:spcBef>
              <a:spcAft>
                <a:spcPts val="0"/>
              </a:spcAft>
              <a:buSzPts val="35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hree columns">
  <p:cSld name="BLANK_1_1_1_2">
    <p:bg>
      <p:bgPr>
        <a:solidFill>
          <a:schemeClr val="dk1"/>
        </a:solidFill>
        <a:effectLst/>
      </p:bgPr>
    </p:bg>
    <p:spTree>
      <p:nvGrpSpPr>
        <p:cNvPr id="1" name="Shape 108"/>
        <p:cNvGrpSpPr/>
        <p:nvPr/>
      </p:nvGrpSpPr>
      <p:grpSpPr>
        <a:xfrm>
          <a:off x="0" y="0"/>
          <a:ext cx="0" cy="0"/>
          <a:chOff x="0" y="0"/>
          <a:chExt cx="0" cy="0"/>
        </a:xfrm>
      </p:grpSpPr>
      <p:sp>
        <p:nvSpPr>
          <p:cNvPr id="109" name="Google Shape;109;p19"/>
          <p:cNvSpPr/>
          <p:nvPr/>
        </p:nvSpPr>
        <p:spPr>
          <a:xfrm>
            <a:off x="-161559" y="-1507575"/>
            <a:ext cx="9467118" cy="7256708"/>
          </a:xfrm>
          <a:custGeom>
            <a:avLst/>
            <a:gdLst/>
            <a:ahLst/>
            <a:cxnLst/>
            <a:rect l="l" t="t" r="r" b="b"/>
            <a:pathLst>
              <a:path w="129487" h="99254" extrusionOk="0">
                <a:moveTo>
                  <a:pt x="56002" y="25805"/>
                </a:moveTo>
                <a:cubicBezTo>
                  <a:pt x="56006" y="25805"/>
                  <a:pt x="56005" y="25909"/>
                  <a:pt x="55990" y="26019"/>
                </a:cubicBezTo>
                <a:cubicBezTo>
                  <a:pt x="55994" y="25863"/>
                  <a:pt x="56000" y="25805"/>
                  <a:pt x="56002" y="25805"/>
                </a:cubicBezTo>
                <a:close/>
                <a:moveTo>
                  <a:pt x="129487" y="0"/>
                </a:moveTo>
                <a:cubicBezTo>
                  <a:pt x="124318" y="4664"/>
                  <a:pt x="119091" y="9270"/>
                  <a:pt x="113774" y="13775"/>
                </a:cubicBezTo>
                <a:cubicBezTo>
                  <a:pt x="105593" y="20707"/>
                  <a:pt x="97206" y="27405"/>
                  <a:pt x="88531" y="33721"/>
                </a:cubicBezTo>
                <a:cubicBezTo>
                  <a:pt x="87591" y="34407"/>
                  <a:pt x="86640" y="35246"/>
                  <a:pt x="85631" y="35846"/>
                </a:cubicBezTo>
                <a:cubicBezTo>
                  <a:pt x="85679" y="35818"/>
                  <a:pt x="85711" y="35801"/>
                  <a:pt x="85714" y="35801"/>
                </a:cubicBezTo>
                <a:lnTo>
                  <a:pt x="85714" y="35801"/>
                </a:lnTo>
                <a:cubicBezTo>
                  <a:pt x="85718" y="35801"/>
                  <a:pt x="85636" y="35849"/>
                  <a:pt x="85397" y="35979"/>
                </a:cubicBezTo>
                <a:cubicBezTo>
                  <a:pt x="85344" y="36011"/>
                  <a:pt x="85291" y="36053"/>
                  <a:pt x="85254" y="36080"/>
                </a:cubicBezTo>
                <a:cubicBezTo>
                  <a:pt x="85046" y="36245"/>
                  <a:pt x="84834" y="36409"/>
                  <a:pt x="84627" y="36574"/>
                </a:cubicBezTo>
                <a:cubicBezTo>
                  <a:pt x="83554" y="37445"/>
                  <a:pt x="82475" y="38322"/>
                  <a:pt x="81381" y="39177"/>
                </a:cubicBezTo>
                <a:cubicBezTo>
                  <a:pt x="78566" y="41381"/>
                  <a:pt x="75692" y="43559"/>
                  <a:pt x="72563" y="45312"/>
                </a:cubicBezTo>
                <a:cubicBezTo>
                  <a:pt x="69876" y="46823"/>
                  <a:pt x="66711" y="48301"/>
                  <a:pt x="63543" y="48301"/>
                </a:cubicBezTo>
                <a:cubicBezTo>
                  <a:pt x="63336" y="48301"/>
                  <a:pt x="63129" y="48295"/>
                  <a:pt x="62922" y="48282"/>
                </a:cubicBezTo>
                <a:cubicBezTo>
                  <a:pt x="58911" y="48037"/>
                  <a:pt x="55655" y="45201"/>
                  <a:pt x="54561" y="41365"/>
                </a:cubicBezTo>
                <a:cubicBezTo>
                  <a:pt x="53472" y="37551"/>
                  <a:pt x="54295" y="33371"/>
                  <a:pt x="55161" y="29599"/>
                </a:cubicBezTo>
                <a:cubicBezTo>
                  <a:pt x="55347" y="28781"/>
                  <a:pt x="55543" y="27968"/>
                  <a:pt x="55735" y="27156"/>
                </a:cubicBezTo>
                <a:cubicBezTo>
                  <a:pt x="55814" y="26816"/>
                  <a:pt x="55883" y="26465"/>
                  <a:pt x="55968" y="26125"/>
                </a:cubicBezTo>
                <a:cubicBezTo>
                  <a:pt x="55974" y="26093"/>
                  <a:pt x="55984" y="26051"/>
                  <a:pt x="55990" y="26019"/>
                </a:cubicBezTo>
                <a:lnTo>
                  <a:pt x="55990" y="26019"/>
                </a:lnTo>
                <a:cubicBezTo>
                  <a:pt x="55990" y="26083"/>
                  <a:pt x="55984" y="26162"/>
                  <a:pt x="55984" y="26263"/>
                </a:cubicBezTo>
                <a:cubicBezTo>
                  <a:pt x="55990" y="26051"/>
                  <a:pt x="56037" y="25812"/>
                  <a:pt x="56064" y="25599"/>
                </a:cubicBezTo>
                <a:cubicBezTo>
                  <a:pt x="56282" y="23628"/>
                  <a:pt x="56319" y="21684"/>
                  <a:pt x="56170" y="19703"/>
                </a:cubicBezTo>
                <a:lnTo>
                  <a:pt x="56170" y="19698"/>
                </a:lnTo>
                <a:cubicBezTo>
                  <a:pt x="56149" y="19570"/>
                  <a:pt x="56128" y="19443"/>
                  <a:pt x="56101" y="19320"/>
                </a:cubicBezTo>
                <a:cubicBezTo>
                  <a:pt x="56037" y="18980"/>
                  <a:pt x="55963" y="18646"/>
                  <a:pt x="55867" y="18316"/>
                </a:cubicBezTo>
                <a:cubicBezTo>
                  <a:pt x="55798" y="18056"/>
                  <a:pt x="55697" y="17806"/>
                  <a:pt x="55618" y="17546"/>
                </a:cubicBezTo>
                <a:cubicBezTo>
                  <a:pt x="55575" y="17466"/>
                  <a:pt x="55538" y="17382"/>
                  <a:pt x="55496" y="17302"/>
                </a:cubicBezTo>
                <a:cubicBezTo>
                  <a:pt x="55384" y="17089"/>
                  <a:pt x="55108" y="16802"/>
                  <a:pt x="55007" y="16569"/>
                </a:cubicBezTo>
                <a:lnTo>
                  <a:pt x="54986" y="16548"/>
                </a:lnTo>
                <a:cubicBezTo>
                  <a:pt x="54975" y="16537"/>
                  <a:pt x="54959" y="16532"/>
                  <a:pt x="54948" y="16516"/>
                </a:cubicBezTo>
                <a:cubicBezTo>
                  <a:pt x="54946" y="16519"/>
                  <a:pt x="54941" y="16521"/>
                  <a:pt x="54934" y="16521"/>
                </a:cubicBezTo>
                <a:cubicBezTo>
                  <a:pt x="54889" y="16521"/>
                  <a:pt x="54760" y="16441"/>
                  <a:pt x="54577" y="16202"/>
                </a:cubicBezTo>
                <a:cubicBezTo>
                  <a:pt x="54550" y="16186"/>
                  <a:pt x="54524" y="16170"/>
                  <a:pt x="54497" y="16149"/>
                </a:cubicBezTo>
                <a:cubicBezTo>
                  <a:pt x="54401" y="16096"/>
                  <a:pt x="54295" y="16053"/>
                  <a:pt x="54189" y="16000"/>
                </a:cubicBezTo>
                <a:cubicBezTo>
                  <a:pt x="54029" y="15947"/>
                  <a:pt x="53865" y="15894"/>
                  <a:pt x="53700" y="15846"/>
                </a:cubicBezTo>
                <a:cubicBezTo>
                  <a:pt x="53525" y="15799"/>
                  <a:pt x="53328" y="15788"/>
                  <a:pt x="53142" y="15751"/>
                </a:cubicBezTo>
                <a:cubicBezTo>
                  <a:pt x="53095" y="15745"/>
                  <a:pt x="53047" y="15745"/>
                  <a:pt x="52999" y="15740"/>
                </a:cubicBezTo>
                <a:cubicBezTo>
                  <a:pt x="52887" y="15735"/>
                  <a:pt x="52776" y="15733"/>
                  <a:pt x="52665" y="15733"/>
                </a:cubicBezTo>
                <a:cubicBezTo>
                  <a:pt x="52190" y="15733"/>
                  <a:pt x="51720" y="15773"/>
                  <a:pt x="51246" y="15799"/>
                </a:cubicBezTo>
                <a:cubicBezTo>
                  <a:pt x="51177" y="15814"/>
                  <a:pt x="51108" y="15820"/>
                  <a:pt x="51034" y="15830"/>
                </a:cubicBezTo>
                <a:cubicBezTo>
                  <a:pt x="50715" y="15894"/>
                  <a:pt x="50396" y="15953"/>
                  <a:pt x="50088" y="16027"/>
                </a:cubicBezTo>
                <a:cubicBezTo>
                  <a:pt x="48696" y="16346"/>
                  <a:pt x="47342" y="16802"/>
                  <a:pt x="46024" y="17328"/>
                </a:cubicBezTo>
                <a:cubicBezTo>
                  <a:pt x="45947" y="17357"/>
                  <a:pt x="45399" y="17569"/>
                  <a:pt x="45407" y="17569"/>
                </a:cubicBezTo>
                <a:cubicBezTo>
                  <a:pt x="45409" y="17569"/>
                  <a:pt x="45464" y="17549"/>
                  <a:pt x="45599" y="17498"/>
                </a:cubicBezTo>
                <a:cubicBezTo>
                  <a:pt x="45755" y="17439"/>
                  <a:pt x="45815" y="17417"/>
                  <a:pt x="45818" y="17417"/>
                </a:cubicBezTo>
                <a:lnTo>
                  <a:pt x="45818" y="17417"/>
                </a:lnTo>
                <a:cubicBezTo>
                  <a:pt x="45827" y="17417"/>
                  <a:pt x="45427" y="17576"/>
                  <a:pt x="45376" y="17599"/>
                </a:cubicBezTo>
                <a:cubicBezTo>
                  <a:pt x="45015" y="17759"/>
                  <a:pt x="44648" y="17923"/>
                  <a:pt x="44282" y="18099"/>
                </a:cubicBezTo>
                <a:cubicBezTo>
                  <a:pt x="43570" y="18428"/>
                  <a:pt x="42869" y="18779"/>
                  <a:pt x="42173" y="19140"/>
                </a:cubicBezTo>
                <a:cubicBezTo>
                  <a:pt x="38694" y="20941"/>
                  <a:pt x="35379" y="23002"/>
                  <a:pt x="32202" y="25296"/>
                </a:cubicBezTo>
                <a:cubicBezTo>
                  <a:pt x="31103" y="26093"/>
                  <a:pt x="30008" y="26917"/>
                  <a:pt x="28925" y="27740"/>
                </a:cubicBezTo>
                <a:cubicBezTo>
                  <a:pt x="28904" y="27756"/>
                  <a:pt x="28734" y="27883"/>
                  <a:pt x="28659" y="27942"/>
                </a:cubicBezTo>
                <a:lnTo>
                  <a:pt x="28022" y="28441"/>
                </a:lnTo>
                <a:cubicBezTo>
                  <a:pt x="27528" y="28829"/>
                  <a:pt x="27039" y="29211"/>
                  <a:pt x="26556" y="29605"/>
                </a:cubicBezTo>
                <a:cubicBezTo>
                  <a:pt x="24548" y="31209"/>
                  <a:pt x="22577" y="32850"/>
                  <a:pt x="20622" y="34529"/>
                </a:cubicBezTo>
                <a:cubicBezTo>
                  <a:pt x="16739" y="37870"/>
                  <a:pt x="12957" y="41323"/>
                  <a:pt x="9217" y="44824"/>
                </a:cubicBezTo>
                <a:cubicBezTo>
                  <a:pt x="6131" y="47729"/>
                  <a:pt x="3071" y="50646"/>
                  <a:pt x="1" y="53546"/>
                </a:cubicBezTo>
                <a:lnTo>
                  <a:pt x="1" y="98189"/>
                </a:lnTo>
                <a:cubicBezTo>
                  <a:pt x="5308" y="93774"/>
                  <a:pt x="10747" y="89530"/>
                  <a:pt x="16484" y="85684"/>
                </a:cubicBezTo>
                <a:cubicBezTo>
                  <a:pt x="21573" y="82274"/>
                  <a:pt x="26890" y="79416"/>
                  <a:pt x="32394" y="76717"/>
                </a:cubicBezTo>
                <a:cubicBezTo>
                  <a:pt x="35836" y="75023"/>
                  <a:pt x="39198" y="73254"/>
                  <a:pt x="42901" y="72165"/>
                </a:cubicBezTo>
                <a:cubicBezTo>
                  <a:pt x="44777" y="71614"/>
                  <a:pt x="46911" y="71173"/>
                  <a:pt x="48992" y="71173"/>
                </a:cubicBezTo>
                <a:cubicBezTo>
                  <a:pt x="51525" y="71173"/>
                  <a:pt x="53981" y="71825"/>
                  <a:pt x="55804" y="73726"/>
                </a:cubicBezTo>
                <a:cubicBezTo>
                  <a:pt x="59150" y="77232"/>
                  <a:pt x="58029" y="82305"/>
                  <a:pt x="56919" y="86518"/>
                </a:cubicBezTo>
                <a:cubicBezTo>
                  <a:pt x="56393" y="88499"/>
                  <a:pt x="55777" y="90465"/>
                  <a:pt x="55347" y="92473"/>
                </a:cubicBezTo>
                <a:cubicBezTo>
                  <a:pt x="55294" y="92712"/>
                  <a:pt x="55246" y="92956"/>
                  <a:pt x="55198" y="93200"/>
                </a:cubicBezTo>
                <a:cubicBezTo>
                  <a:pt x="55193" y="93227"/>
                  <a:pt x="55188" y="93270"/>
                  <a:pt x="55182" y="93317"/>
                </a:cubicBezTo>
                <a:cubicBezTo>
                  <a:pt x="55166" y="93413"/>
                  <a:pt x="55156" y="93530"/>
                  <a:pt x="55156" y="93583"/>
                </a:cubicBezTo>
                <a:cubicBezTo>
                  <a:pt x="55140" y="93748"/>
                  <a:pt x="55134" y="93918"/>
                  <a:pt x="55134" y="94088"/>
                </a:cubicBezTo>
                <a:cubicBezTo>
                  <a:pt x="55134" y="94444"/>
                  <a:pt x="55188" y="94794"/>
                  <a:pt x="55219" y="95155"/>
                </a:cubicBezTo>
                <a:cubicBezTo>
                  <a:pt x="55251" y="95325"/>
                  <a:pt x="55278" y="95501"/>
                  <a:pt x="55315" y="95671"/>
                </a:cubicBezTo>
                <a:cubicBezTo>
                  <a:pt x="55437" y="96287"/>
                  <a:pt x="55756" y="96919"/>
                  <a:pt x="55873" y="97535"/>
                </a:cubicBezTo>
                <a:cubicBezTo>
                  <a:pt x="55910" y="97625"/>
                  <a:pt x="55958" y="97705"/>
                  <a:pt x="56006" y="97785"/>
                </a:cubicBezTo>
                <a:cubicBezTo>
                  <a:pt x="56112" y="97971"/>
                  <a:pt x="56245" y="98141"/>
                  <a:pt x="56356" y="98327"/>
                </a:cubicBezTo>
                <a:cubicBezTo>
                  <a:pt x="56404" y="98380"/>
                  <a:pt x="56446" y="98433"/>
                  <a:pt x="56500" y="98486"/>
                </a:cubicBezTo>
                <a:cubicBezTo>
                  <a:pt x="56537" y="98523"/>
                  <a:pt x="56569" y="98555"/>
                  <a:pt x="56601" y="98582"/>
                </a:cubicBezTo>
                <a:cubicBezTo>
                  <a:pt x="56781" y="98693"/>
                  <a:pt x="56956" y="98853"/>
                  <a:pt x="57137" y="98948"/>
                </a:cubicBezTo>
                <a:cubicBezTo>
                  <a:pt x="57158" y="98953"/>
                  <a:pt x="57180" y="98964"/>
                  <a:pt x="57190" y="98975"/>
                </a:cubicBezTo>
                <a:cubicBezTo>
                  <a:pt x="57403" y="99033"/>
                  <a:pt x="57610" y="99113"/>
                  <a:pt x="57822" y="99166"/>
                </a:cubicBezTo>
                <a:cubicBezTo>
                  <a:pt x="57875" y="99177"/>
                  <a:pt x="57971" y="99198"/>
                  <a:pt x="58067" y="99214"/>
                </a:cubicBezTo>
                <a:cubicBezTo>
                  <a:pt x="58247" y="99224"/>
                  <a:pt x="58508" y="99251"/>
                  <a:pt x="58614" y="99251"/>
                </a:cubicBezTo>
                <a:cubicBezTo>
                  <a:pt x="58688" y="99252"/>
                  <a:pt x="58762" y="99253"/>
                  <a:pt x="58836" y="99253"/>
                </a:cubicBezTo>
                <a:cubicBezTo>
                  <a:pt x="59038" y="99253"/>
                  <a:pt x="59240" y="99248"/>
                  <a:pt x="59442" y="99240"/>
                </a:cubicBezTo>
                <a:cubicBezTo>
                  <a:pt x="59570" y="99230"/>
                  <a:pt x="59947" y="99192"/>
                  <a:pt x="60133" y="99171"/>
                </a:cubicBezTo>
                <a:cubicBezTo>
                  <a:pt x="60271" y="99150"/>
                  <a:pt x="60404" y="99123"/>
                  <a:pt x="60473" y="99113"/>
                </a:cubicBezTo>
                <a:cubicBezTo>
                  <a:pt x="61158" y="98980"/>
                  <a:pt x="61833" y="98805"/>
                  <a:pt x="62502" y="98603"/>
                </a:cubicBezTo>
                <a:cubicBezTo>
                  <a:pt x="63193" y="98396"/>
                  <a:pt x="63878" y="98157"/>
                  <a:pt x="64558" y="97891"/>
                </a:cubicBezTo>
                <a:cubicBezTo>
                  <a:pt x="64733" y="97822"/>
                  <a:pt x="64914" y="97753"/>
                  <a:pt x="65089" y="97679"/>
                </a:cubicBezTo>
                <a:cubicBezTo>
                  <a:pt x="65387" y="97546"/>
                  <a:pt x="65689" y="97413"/>
                  <a:pt x="65998" y="97275"/>
                </a:cubicBezTo>
                <a:cubicBezTo>
                  <a:pt x="67522" y="96568"/>
                  <a:pt x="69009" y="95777"/>
                  <a:pt x="70470" y="94938"/>
                </a:cubicBezTo>
                <a:cubicBezTo>
                  <a:pt x="73514" y="93190"/>
                  <a:pt x="76430" y="91235"/>
                  <a:pt x="79272" y="89185"/>
                </a:cubicBezTo>
                <a:cubicBezTo>
                  <a:pt x="80600" y="88228"/>
                  <a:pt x="81907" y="87240"/>
                  <a:pt x="83214" y="86242"/>
                </a:cubicBezTo>
                <a:lnTo>
                  <a:pt x="83655" y="85907"/>
                </a:lnTo>
                <a:cubicBezTo>
                  <a:pt x="83963" y="85657"/>
                  <a:pt x="84271" y="85418"/>
                  <a:pt x="84584" y="85174"/>
                </a:cubicBezTo>
                <a:cubicBezTo>
                  <a:pt x="85142" y="84728"/>
                  <a:pt x="85705" y="84287"/>
                  <a:pt x="86258" y="83835"/>
                </a:cubicBezTo>
                <a:cubicBezTo>
                  <a:pt x="92781" y="78539"/>
                  <a:pt x="99129" y="73009"/>
                  <a:pt x="105413" y="67432"/>
                </a:cubicBezTo>
                <a:cubicBezTo>
                  <a:pt x="113540" y="60207"/>
                  <a:pt x="121514" y="52818"/>
                  <a:pt x="129487" y="45429"/>
                </a:cubicBezTo>
                <a:lnTo>
                  <a:pt x="129487" y="0"/>
                </a:lnTo>
                <a:close/>
              </a:path>
            </a:pathLst>
          </a:custGeom>
          <a:solidFill>
            <a:srgbClr val="FFFFFF">
              <a:alpha val="12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9"/>
          <p:cNvSpPr/>
          <p:nvPr/>
        </p:nvSpPr>
        <p:spPr>
          <a:xfrm>
            <a:off x="217167" y="278723"/>
            <a:ext cx="8645699" cy="4586055"/>
          </a:xfrm>
          <a:custGeom>
            <a:avLst/>
            <a:gdLst/>
            <a:ahLst/>
            <a:cxnLst/>
            <a:rect l="l" t="t" r="r" b="b"/>
            <a:pathLst>
              <a:path w="118252" h="62726" extrusionOk="0">
                <a:moveTo>
                  <a:pt x="2503" y="2598"/>
                </a:moveTo>
                <a:cubicBezTo>
                  <a:pt x="2506" y="2598"/>
                  <a:pt x="2509" y="2598"/>
                  <a:pt x="2513" y="2598"/>
                </a:cubicBezTo>
                <a:cubicBezTo>
                  <a:pt x="2975" y="2598"/>
                  <a:pt x="3347" y="2986"/>
                  <a:pt x="3347" y="3448"/>
                </a:cubicBezTo>
                <a:cubicBezTo>
                  <a:pt x="3347" y="3916"/>
                  <a:pt x="2964" y="4287"/>
                  <a:pt x="2497" y="4287"/>
                </a:cubicBezTo>
                <a:cubicBezTo>
                  <a:pt x="2035" y="4287"/>
                  <a:pt x="1663" y="3900"/>
                  <a:pt x="1663" y="3437"/>
                </a:cubicBezTo>
                <a:cubicBezTo>
                  <a:pt x="1668" y="2973"/>
                  <a:pt x="2040" y="2598"/>
                  <a:pt x="2503" y="2598"/>
                </a:cubicBezTo>
                <a:close/>
                <a:moveTo>
                  <a:pt x="2544" y="6874"/>
                </a:moveTo>
                <a:cubicBezTo>
                  <a:pt x="3007" y="6874"/>
                  <a:pt x="3378" y="7257"/>
                  <a:pt x="3378" y="7724"/>
                </a:cubicBezTo>
                <a:cubicBezTo>
                  <a:pt x="3378" y="8192"/>
                  <a:pt x="3001" y="8558"/>
                  <a:pt x="2529" y="8558"/>
                </a:cubicBezTo>
                <a:cubicBezTo>
                  <a:pt x="2066" y="8558"/>
                  <a:pt x="1695" y="8176"/>
                  <a:pt x="1695" y="7708"/>
                </a:cubicBezTo>
                <a:cubicBezTo>
                  <a:pt x="1695" y="7246"/>
                  <a:pt x="2077" y="6874"/>
                  <a:pt x="2544" y="6874"/>
                </a:cubicBezTo>
                <a:close/>
                <a:moveTo>
                  <a:pt x="2582" y="11151"/>
                </a:moveTo>
                <a:cubicBezTo>
                  <a:pt x="3049" y="11151"/>
                  <a:pt x="3421" y="11538"/>
                  <a:pt x="3421" y="12001"/>
                </a:cubicBezTo>
                <a:cubicBezTo>
                  <a:pt x="3416" y="12468"/>
                  <a:pt x="3033" y="12840"/>
                  <a:pt x="2571" y="12840"/>
                </a:cubicBezTo>
                <a:cubicBezTo>
                  <a:pt x="2104" y="12840"/>
                  <a:pt x="1732" y="12452"/>
                  <a:pt x="1732" y="11990"/>
                </a:cubicBezTo>
                <a:cubicBezTo>
                  <a:pt x="1732" y="11522"/>
                  <a:pt x="2120" y="11151"/>
                  <a:pt x="2582" y="11151"/>
                </a:cubicBezTo>
                <a:close/>
                <a:moveTo>
                  <a:pt x="2619" y="15427"/>
                </a:moveTo>
                <a:cubicBezTo>
                  <a:pt x="3081" y="15427"/>
                  <a:pt x="3453" y="15815"/>
                  <a:pt x="3453" y="16277"/>
                </a:cubicBezTo>
                <a:cubicBezTo>
                  <a:pt x="3448" y="16741"/>
                  <a:pt x="3076" y="17116"/>
                  <a:pt x="2613" y="17116"/>
                </a:cubicBezTo>
                <a:cubicBezTo>
                  <a:pt x="2609" y="17116"/>
                  <a:pt x="2606" y="17116"/>
                  <a:pt x="2603" y="17116"/>
                </a:cubicBezTo>
                <a:cubicBezTo>
                  <a:pt x="2141" y="17116"/>
                  <a:pt x="1764" y="16728"/>
                  <a:pt x="1764" y="16266"/>
                </a:cubicBezTo>
                <a:cubicBezTo>
                  <a:pt x="1764" y="15799"/>
                  <a:pt x="2151" y="15427"/>
                  <a:pt x="2619" y="15427"/>
                </a:cubicBezTo>
                <a:close/>
                <a:moveTo>
                  <a:pt x="2656" y="19703"/>
                </a:moveTo>
                <a:cubicBezTo>
                  <a:pt x="3124" y="19703"/>
                  <a:pt x="3495" y="20091"/>
                  <a:pt x="3495" y="20553"/>
                </a:cubicBezTo>
                <a:cubicBezTo>
                  <a:pt x="3485" y="21017"/>
                  <a:pt x="3113" y="21392"/>
                  <a:pt x="2655" y="21392"/>
                </a:cubicBezTo>
                <a:cubicBezTo>
                  <a:pt x="2652" y="21392"/>
                  <a:pt x="2649" y="21392"/>
                  <a:pt x="2645" y="21392"/>
                </a:cubicBezTo>
                <a:cubicBezTo>
                  <a:pt x="2178" y="21392"/>
                  <a:pt x="1806" y="21004"/>
                  <a:pt x="1806" y="20542"/>
                </a:cubicBezTo>
                <a:cubicBezTo>
                  <a:pt x="1806" y="20075"/>
                  <a:pt x="2194" y="19703"/>
                  <a:pt x="2656" y="19703"/>
                </a:cubicBezTo>
                <a:close/>
                <a:moveTo>
                  <a:pt x="2688" y="23985"/>
                </a:moveTo>
                <a:cubicBezTo>
                  <a:pt x="3155" y="23985"/>
                  <a:pt x="3527" y="24372"/>
                  <a:pt x="3527" y="24834"/>
                </a:cubicBezTo>
                <a:cubicBezTo>
                  <a:pt x="3522" y="25302"/>
                  <a:pt x="3139" y="25674"/>
                  <a:pt x="2677" y="25674"/>
                </a:cubicBezTo>
                <a:cubicBezTo>
                  <a:pt x="2210" y="25674"/>
                  <a:pt x="1838" y="25286"/>
                  <a:pt x="1838" y="24824"/>
                </a:cubicBezTo>
                <a:cubicBezTo>
                  <a:pt x="1838" y="24356"/>
                  <a:pt x="2226" y="23985"/>
                  <a:pt x="2688" y="23985"/>
                </a:cubicBezTo>
                <a:close/>
                <a:moveTo>
                  <a:pt x="2720" y="28261"/>
                </a:moveTo>
                <a:cubicBezTo>
                  <a:pt x="3187" y="28271"/>
                  <a:pt x="3564" y="28649"/>
                  <a:pt x="3559" y="29111"/>
                </a:cubicBezTo>
                <a:cubicBezTo>
                  <a:pt x="3559" y="29578"/>
                  <a:pt x="3171" y="29950"/>
                  <a:pt x="2709" y="29950"/>
                </a:cubicBezTo>
                <a:cubicBezTo>
                  <a:pt x="2242" y="29950"/>
                  <a:pt x="1870" y="29562"/>
                  <a:pt x="1870" y="29100"/>
                </a:cubicBezTo>
                <a:cubicBezTo>
                  <a:pt x="1870" y="28633"/>
                  <a:pt x="2258" y="28261"/>
                  <a:pt x="2720" y="28261"/>
                </a:cubicBezTo>
                <a:close/>
                <a:moveTo>
                  <a:pt x="2493" y="32786"/>
                </a:moveTo>
                <a:cubicBezTo>
                  <a:pt x="2500" y="32786"/>
                  <a:pt x="2506" y="32786"/>
                  <a:pt x="2513" y="32787"/>
                </a:cubicBezTo>
                <a:cubicBezTo>
                  <a:pt x="2975" y="32787"/>
                  <a:pt x="3347" y="33169"/>
                  <a:pt x="3347" y="33637"/>
                </a:cubicBezTo>
                <a:cubicBezTo>
                  <a:pt x="3347" y="34099"/>
                  <a:pt x="2964" y="34471"/>
                  <a:pt x="2497" y="34471"/>
                </a:cubicBezTo>
                <a:cubicBezTo>
                  <a:pt x="2035" y="34471"/>
                  <a:pt x="1663" y="34088"/>
                  <a:pt x="1663" y="33621"/>
                </a:cubicBezTo>
                <a:cubicBezTo>
                  <a:pt x="1668" y="33154"/>
                  <a:pt x="2035" y="32786"/>
                  <a:pt x="2493" y="32786"/>
                </a:cubicBezTo>
                <a:close/>
                <a:moveTo>
                  <a:pt x="2525" y="37063"/>
                </a:moveTo>
                <a:cubicBezTo>
                  <a:pt x="2532" y="37063"/>
                  <a:pt x="2538" y="37063"/>
                  <a:pt x="2544" y="37063"/>
                </a:cubicBezTo>
                <a:cubicBezTo>
                  <a:pt x="3007" y="37063"/>
                  <a:pt x="3378" y="37445"/>
                  <a:pt x="3378" y="37913"/>
                </a:cubicBezTo>
                <a:cubicBezTo>
                  <a:pt x="3378" y="38375"/>
                  <a:pt x="2996" y="38747"/>
                  <a:pt x="2529" y="38747"/>
                </a:cubicBezTo>
                <a:cubicBezTo>
                  <a:pt x="2066" y="38747"/>
                  <a:pt x="1695" y="38364"/>
                  <a:pt x="1695" y="37897"/>
                </a:cubicBezTo>
                <a:cubicBezTo>
                  <a:pt x="1700" y="37441"/>
                  <a:pt x="2067" y="37063"/>
                  <a:pt x="2525" y="37063"/>
                </a:cubicBezTo>
                <a:close/>
                <a:moveTo>
                  <a:pt x="2582" y="41339"/>
                </a:moveTo>
                <a:cubicBezTo>
                  <a:pt x="3049" y="41339"/>
                  <a:pt x="3421" y="41721"/>
                  <a:pt x="3421" y="42189"/>
                </a:cubicBezTo>
                <a:cubicBezTo>
                  <a:pt x="3421" y="42651"/>
                  <a:pt x="3033" y="43023"/>
                  <a:pt x="2571" y="43023"/>
                </a:cubicBezTo>
                <a:cubicBezTo>
                  <a:pt x="2104" y="43023"/>
                  <a:pt x="1732" y="42640"/>
                  <a:pt x="1732" y="42173"/>
                </a:cubicBezTo>
                <a:cubicBezTo>
                  <a:pt x="1732" y="41711"/>
                  <a:pt x="2120" y="41339"/>
                  <a:pt x="2582" y="41339"/>
                </a:cubicBezTo>
                <a:close/>
                <a:moveTo>
                  <a:pt x="2619" y="45615"/>
                </a:moveTo>
                <a:cubicBezTo>
                  <a:pt x="3081" y="45615"/>
                  <a:pt x="3453" y="45998"/>
                  <a:pt x="3453" y="46465"/>
                </a:cubicBezTo>
                <a:cubicBezTo>
                  <a:pt x="3453" y="46927"/>
                  <a:pt x="3070" y="47299"/>
                  <a:pt x="2603" y="47299"/>
                </a:cubicBezTo>
                <a:cubicBezTo>
                  <a:pt x="2141" y="47299"/>
                  <a:pt x="1764" y="46917"/>
                  <a:pt x="1764" y="46449"/>
                </a:cubicBezTo>
                <a:cubicBezTo>
                  <a:pt x="1764" y="45987"/>
                  <a:pt x="2151" y="45615"/>
                  <a:pt x="2619" y="45615"/>
                </a:cubicBezTo>
                <a:close/>
                <a:moveTo>
                  <a:pt x="2651" y="49891"/>
                </a:moveTo>
                <a:cubicBezTo>
                  <a:pt x="3113" y="49891"/>
                  <a:pt x="3485" y="50274"/>
                  <a:pt x="3485" y="50736"/>
                </a:cubicBezTo>
                <a:cubicBezTo>
                  <a:pt x="3485" y="51204"/>
                  <a:pt x="3102" y="51575"/>
                  <a:pt x="2635" y="51575"/>
                </a:cubicBezTo>
                <a:cubicBezTo>
                  <a:pt x="2173" y="51575"/>
                  <a:pt x="1801" y="51193"/>
                  <a:pt x="1801" y="50725"/>
                </a:cubicBezTo>
                <a:cubicBezTo>
                  <a:pt x="1806" y="50263"/>
                  <a:pt x="2183" y="49891"/>
                  <a:pt x="2651" y="49891"/>
                </a:cubicBezTo>
                <a:close/>
                <a:moveTo>
                  <a:pt x="2678" y="54173"/>
                </a:moveTo>
                <a:cubicBezTo>
                  <a:pt x="2681" y="54173"/>
                  <a:pt x="2685" y="54173"/>
                  <a:pt x="2688" y="54173"/>
                </a:cubicBezTo>
                <a:cubicBezTo>
                  <a:pt x="3155" y="54173"/>
                  <a:pt x="3527" y="54555"/>
                  <a:pt x="3527" y="55023"/>
                </a:cubicBezTo>
                <a:cubicBezTo>
                  <a:pt x="3527" y="55485"/>
                  <a:pt x="3139" y="55857"/>
                  <a:pt x="2677" y="55857"/>
                </a:cubicBezTo>
                <a:cubicBezTo>
                  <a:pt x="2210" y="55857"/>
                  <a:pt x="1838" y="55474"/>
                  <a:pt x="1838" y="55007"/>
                </a:cubicBezTo>
                <a:cubicBezTo>
                  <a:pt x="1838" y="54548"/>
                  <a:pt x="2220" y="54173"/>
                  <a:pt x="2678" y="54173"/>
                </a:cubicBezTo>
                <a:close/>
                <a:moveTo>
                  <a:pt x="2725" y="58449"/>
                </a:moveTo>
                <a:cubicBezTo>
                  <a:pt x="3187" y="58449"/>
                  <a:pt x="3559" y="58832"/>
                  <a:pt x="3559" y="59299"/>
                </a:cubicBezTo>
                <a:cubicBezTo>
                  <a:pt x="3559" y="59761"/>
                  <a:pt x="3177" y="60133"/>
                  <a:pt x="2709" y="60133"/>
                </a:cubicBezTo>
                <a:cubicBezTo>
                  <a:pt x="2247" y="60133"/>
                  <a:pt x="1875" y="59751"/>
                  <a:pt x="1875" y="59283"/>
                </a:cubicBezTo>
                <a:cubicBezTo>
                  <a:pt x="1875" y="58821"/>
                  <a:pt x="2258" y="58449"/>
                  <a:pt x="2725" y="58449"/>
                </a:cubicBezTo>
                <a:close/>
                <a:moveTo>
                  <a:pt x="0" y="1"/>
                </a:moveTo>
                <a:lnTo>
                  <a:pt x="0" y="30189"/>
                </a:lnTo>
                <a:lnTo>
                  <a:pt x="0" y="32537"/>
                </a:lnTo>
                <a:lnTo>
                  <a:pt x="0" y="62725"/>
                </a:lnTo>
                <a:lnTo>
                  <a:pt x="118251" y="62725"/>
                </a:lnTo>
                <a:lnTo>
                  <a:pt x="118251" y="32537"/>
                </a:lnTo>
                <a:lnTo>
                  <a:pt x="118251" y="30189"/>
                </a:lnTo>
                <a:lnTo>
                  <a:pt x="118251" y="1"/>
                </a:lnTo>
                <a:close/>
              </a:path>
            </a:pathLst>
          </a:custGeom>
          <a:solidFill>
            <a:schemeClr val="l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9"/>
          <p:cNvSpPr txBox="1">
            <a:spLocks noGrp="1"/>
          </p:cNvSpPr>
          <p:nvPr>
            <p:ph type="subTitle" idx="1"/>
          </p:nvPr>
        </p:nvSpPr>
        <p:spPr>
          <a:xfrm>
            <a:off x="720000" y="2330475"/>
            <a:ext cx="2336400" cy="7134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1pPr>
            <a:lvl2pPr lvl="1"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2pPr>
            <a:lvl3pPr lvl="2"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3pPr>
            <a:lvl4pPr lvl="3"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4pPr>
            <a:lvl5pPr lvl="4"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5pPr>
            <a:lvl6pPr lvl="5"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6pPr>
            <a:lvl7pPr lvl="6"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7pPr>
            <a:lvl8pPr lvl="7"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8pPr>
            <a:lvl9pPr lvl="8"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9pPr>
          </a:lstStyle>
          <a:p>
            <a:endParaRPr/>
          </a:p>
        </p:txBody>
      </p:sp>
      <p:sp>
        <p:nvSpPr>
          <p:cNvPr id="112" name="Google Shape;112;p19"/>
          <p:cNvSpPr txBox="1">
            <a:spLocks noGrp="1"/>
          </p:cNvSpPr>
          <p:nvPr>
            <p:ph type="subTitle" idx="2"/>
          </p:nvPr>
        </p:nvSpPr>
        <p:spPr>
          <a:xfrm>
            <a:off x="720000" y="3009838"/>
            <a:ext cx="2336400" cy="4848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3" name="Google Shape;113;p19"/>
          <p:cNvSpPr txBox="1">
            <a:spLocks noGrp="1"/>
          </p:cNvSpPr>
          <p:nvPr>
            <p:ph type="subTitle" idx="3"/>
          </p:nvPr>
        </p:nvSpPr>
        <p:spPr>
          <a:xfrm>
            <a:off x="3403800" y="3009838"/>
            <a:ext cx="2336400" cy="4848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4" name="Google Shape;114;p19"/>
          <p:cNvSpPr txBox="1">
            <a:spLocks noGrp="1"/>
          </p:cNvSpPr>
          <p:nvPr>
            <p:ph type="subTitle" idx="4"/>
          </p:nvPr>
        </p:nvSpPr>
        <p:spPr>
          <a:xfrm>
            <a:off x="6087600" y="3009838"/>
            <a:ext cx="2336400" cy="4848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5" name="Google Shape;115;p19"/>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3500"/>
              <a:buNone/>
              <a:defRPr/>
            </a:lvl1pPr>
            <a:lvl2pPr lvl="1" algn="l" rtl="0">
              <a:lnSpc>
                <a:spcPct val="100000"/>
              </a:lnSpc>
              <a:spcBef>
                <a:spcPts val="0"/>
              </a:spcBef>
              <a:spcAft>
                <a:spcPts val="0"/>
              </a:spcAft>
              <a:buSzPts val="3500"/>
              <a:buNone/>
              <a:defRPr/>
            </a:lvl2pPr>
            <a:lvl3pPr lvl="2" algn="l" rtl="0">
              <a:lnSpc>
                <a:spcPct val="100000"/>
              </a:lnSpc>
              <a:spcBef>
                <a:spcPts val="0"/>
              </a:spcBef>
              <a:spcAft>
                <a:spcPts val="0"/>
              </a:spcAft>
              <a:buSzPts val="3500"/>
              <a:buNone/>
              <a:defRPr/>
            </a:lvl3pPr>
            <a:lvl4pPr lvl="3" algn="l" rtl="0">
              <a:lnSpc>
                <a:spcPct val="100000"/>
              </a:lnSpc>
              <a:spcBef>
                <a:spcPts val="0"/>
              </a:spcBef>
              <a:spcAft>
                <a:spcPts val="0"/>
              </a:spcAft>
              <a:buSzPts val="3500"/>
              <a:buNone/>
              <a:defRPr/>
            </a:lvl4pPr>
            <a:lvl5pPr lvl="4" algn="l" rtl="0">
              <a:lnSpc>
                <a:spcPct val="100000"/>
              </a:lnSpc>
              <a:spcBef>
                <a:spcPts val="0"/>
              </a:spcBef>
              <a:spcAft>
                <a:spcPts val="0"/>
              </a:spcAft>
              <a:buSzPts val="3500"/>
              <a:buNone/>
              <a:defRPr/>
            </a:lvl5pPr>
            <a:lvl6pPr lvl="5" algn="l" rtl="0">
              <a:lnSpc>
                <a:spcPct val="100000"/>
              </a:lnSpc>
              <a:spcBef>
                <a:spcPts val="0"/>
              </a:spcBef>
              <a:spcAft>
                <a:spcPts val="0"/>
              </a:spcAft>
              <a:buSzPts val="3500"/>
              <a:buNone/>
              <a:defRPr/>
            </a:lvl6pPr>
            <a:lvl7pPr lvl="6" algn="l" rtl="0">
              <a:lnSpc>
                <a:spcPct val="100000"/>
              </a:lnSpc>
              <a:spcBef>
                <a:spcPts val="0"/>
              </a:spcBef>
              <a:spcAft>
                <a:spcPts val="0"/>
              </a:spcAft>
              <a:buSzPts val="3500"/>
              <a:buNone/>
              <a:defRPr/>
            </a:lvl7pPr>
            <a:lvl8pPr lvl="7" algn="l" rtl="0">
              <a:lnSpc>
                <a:spcPct val="100000"/>
              </a:lnSpc>
              <a:spcBef>
                <a:spcPts val="0"/>
              </a:spcBef>
              <a:spcAft>
                <a:spcPts val="0"/>
              </a:spcAft>
              <a:buSzPts val="3500"/>
              <a:buNone/>
              <a:defRPr/>
            </a:lvl8pPr>
            <a:lvl9pPr lvl="8" algn="l" rtl="0">
              <a:lnSpc>
                <a:spcPct val="100000"/>
              </a:lnSpc>
              <a:spcBef>
                <a:spcPts val="0"/>
              </a:spcBef>
              <a:spcAft>
                <a:spcPts val="0"/>
              </a:spcAft>
              <a:buSzPts val="3500"/>
              <a:buNone/>
              <a:defRPr/>
            </a:lvl9pPr>
          </a:lstStyle>
          <a:p>
            <a:endParaRPr/>
          </a:p>
        </p:txBody>
      </p:sp>
      <p:sp>
        <p:nvSpPr>
          <p:cNvPr id="116" name="Google Shape;116;p19"/>
          <p:cNvSpPr txBox="1">
            <a:spLocks noGrp="1"/>
          </p:cNvSpPr>
          <p:nvPr>
            <p:ph type="subTitle" idx="5"/>
          </p:nvPr>
        </p:nvSpPr>
        <p:spPr>
          <a:xfrm>
            <a:off x="3403800" y="2330475"/>
            <a:ext cx="2336400" cy="7134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1pPr>
            <a:lvl2pPr lvl="1"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2pPr>
            <a:lvl3pPr lvl="2"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3pPr>
            <a:lvl4pPr lvl="3"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4pPr>
            <a:lvl5pPr lvl="4"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5pPr>
            <a:lvl6pPr lvl="5"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6pPr>
            <a:lvl7pPr lvl="6"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7pPr>
            <a:lvl8pPr lvl="7"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8pPr>
            <a:lvl9pPr lvl="8"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9pPr>
          </a:lstStyle>
          <a:p>
            <a:endParaRPr/>
          </a:p>
        </p:txBody>
      </p:sp>
      <p:sp>
        <p:nvSpPr>
          <p:cNvPr id="117" name="Google Shape;117;p19"/>
          <p:cNvSpPr txBox="1">
            <a:spLocks noGrp="1"/>
          </p:cNvSpPr>
          <p:nvPr>
            <p:ph type="subTitle" idx="6"/>
          </p:nvPr>
        </p:nvSpPr>
        <p:spPr>
          <a:xfrm>
            <a:off x="6087600" y="2330475"/>
            <a:ext cx="2336400" cy="7134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1pPr>
            <a:lvl2pPr lvl="1"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2pPr>
            <a:lvl3pPr lvl="2"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3pPr>
            <a:lvl4pPr lvl="3"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4pPr>
            <a:lvl5pPr lvl="4"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5pPr>
            <a:lvl6pPr lvl="5"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6pPr>
            <a:lvl7pPr lvl="6"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7pPr>
            <a:lvl8pPr lvl="7"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8pPr>
            <a:lvl9pPr lvl="8"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1">
  <p:cSld name="BLANK_1_1_1_2_1">
    <p:bg>
      <p:bgPr>
        <a:solidFill>
          <a:schemeClr val="dk1"/>
        </a:solidFill>
        <a:effectLst/>
      </p:bgPr>
    </p:bg>
    <p:spTree>
      <p:nvGrpSpPr>
        <p:cNvPr id="1" name="Shape 118"/>
        <p:cNvGrpSpPr/>
        <p:nvPr/>
      </p:nvGrpSpPr>
      <p:grpSpPr>
        <a:xfrm>
          <a:off x="0" y="0"/>
          <a:ext cx="0" cy="0"/>
          <a:chOff x="0" y="0"/>
          <a:chExt cx="0" cy="0"/>
        </a:xfrm>
      </p:grpSpPr>
      <p:sp>
        <p:nvSpPr>
          <p:cNvPr id="119" name="Google Shape;119;p20"/>
          <p:cNvSpPr/>
          <p:nvPr/>
        </p:nvSpPr>
        <p:spPr>
          <a:xfrm>
            <a:off x="-161559" y="-1507575"/>
            <a:ext cx="9467118" cy="7256708"/>
          </a:xfrm>
          <a:custGeom>
            <a:avLst/>
            <a:gdLst/>
            <a:ahLst/>
            <a:cxnLst/>
            <a:rect l="l" t="t" r="r" b="b"/>
            <a:pathLst>
              <a:path w="129487" h="99254" extrusionOk="0">
                <a:moveTo>
                  <a:pt x="56002" y="25805"/>
                </a:moveTo>
                <a:cubicBezTo>
                  <a:pt x="56006" y="25805"/>
                  <a:pt x="56005" y="25909"/>
                  <a:pt x="55990" y="26019"/>
                </a:cubicBezTo>
                <a:cubicBezTo>
                  <a:pt x="55994" y="25863"/>
                  <a:pt x="56000" y="25805"/>
                  <a:pt x="56002" y="25805"/>
                </a:cubicBezTo>
                <a:close/>
                <a:moveTo>
                  <a:pt x="129487" y="0"/>
                </a:moveTo>
                <a:cubicBezTo>
                  <a:pt x="124318" y="4664"/>
                  <a:pt x="119091" y="9270"/>
                  <a:pt x="113774" y="13775"/>
                </a:cubicBezTo>
                <a:cubicBezTo>
                  <a:pt x="105593" y="20707"/>
                  <a:pt x="97206" y="27405"/>
                  <a:pt x="88531" y="33721"/>
                </a:cubicBezTo>
                <a:cubicBezTo>
                  <a:pt x="87591" y="34407"/>
                  <a:pt x="86640" y="35246"/>
                  <a:pt x="85631" y="35846"/>
                </a:cubicBezTo>
                <a:cubicBezTo>
                  <a:pt x="85679" y="35818"/>
                  <a:pt x="85711" y="35801"/>
                  <a:pt x="85714" y="35801"/>
                </a:cubicBezTo>
                <a:lnTo>
                  <a:pt x="85714" y="35801"/>
                </a:lnTo>
                <a:cubicBezTo>
                  <a:pt x="85718" y="35801"/>
                  <a:pt x="85636" y="35849"/>
                  <a:pt x="85397" y="35979"/>
                </a:cubicBezTo>
                <a:cubicBezTo>
                  <a:pt x="85344" y="36011"/>
                  <a:pt x="85291" y="36053"/>
                  <a:pt x="85254" y="36080"/>
                </a:cubicBezTo>
                <a:cubicBezTo>
                  <a:pt x="85046" y="36245"/>
                  <a:pt x="84834" y="36409"/>
                  <a:pt x="84627" y="36574"/>
                </a:cubicBezTo>
                <a:cubicBezTo>
                  <a:pt x="83554" y="37445"/>
                  <a:pt x="82475" y="38322"/>
                  <a:pt x="81381" y="39177"/>
                </a:cubicBezTo>
                <a:cubicBezTo>
                  <a:pt x="78566" y="41381"/>
                  <a:pt x="75692" y="43559"/>
                  <a:pt x="72563" y="45312"/>
                </a:cubicBezTo>
                <a:cubicBezTo>
                  <a:pt x="69876" y="46823"/>
                  <a:pt x="66711" y="48301"/>
                  <a:pt x="63543" y="48301"/>
                </a:cubicBezTo>
                <a:cubicBezTo>
                  <a:pt x="63336" y="48301"/>
                  <a:pt x="63129" y="48295"/>
                  <a:pt x="62922" y="48282"/>
                </a:cubicBezTo>
                <a:cubicBezTo>
                  <a:pt x="58911" y="48037"/>
                  <a:pt x="55655" y="45201"/>
                  <a:pt x="54561" y="41365"/>
                </a:cubicBezTo>
                <a:cubicBezTo>
                  <a:pt x="53472" y="37551"/>
                  <a:pt x="54295" y="33371"/>
                  <a:pt x="55161" y="29599"/>
                </a:cubicBezTo>
                <a:cubicBezTo>
                  <a:pt x="55347" y="28781"/>
                  <a:pt x="55543" y="27968"/>
                  <a:pt x="55735" y="27156"/>
                </a:cubicBezTo>
                <a:cubicBezTo>
                  <a:pt x="55814" y="26816"/>
                  <a:pt x="55883" y="26465"/>
                  <a:pt x="55968" y="26125"/>
                </a:cubicBezTo>
                <a:cubicBezTo>
                  <a:pt x="55974" y="26093"/>
                  <a:pt x="55984" y="26051"/>
                  <a:pt x="55990" y="26019"/>
                </a:cubicBezTo>
                <a:lnTo>
                  <a:pt x="55990" y="26019"/>
                </a:lnTo>
                <a:cubicBezTo>
                  <a:pt x="55990" y="26083"/>
                  <a:pt x="55984" y="26162"/>
                  <a:pt x="55984" y="26263"/>
                </a:cubicBezTo>
                <a:cubicBezTo>
                  <a:pt x="55990" y="26051"/>
                  <a:pt x="56037" y="25812"/>
                  <a:pt x="56064" y="25599"/>
                </a:cubicBezTo>
                <a:cubicBezTo>
                  <a:pt x="56282" y="23628"/>
                  <a:pt x="56319" y="21684"/>
                  <a:pt x="56170" y="19703"/>
                </a:cubicBezTo>
                <a:lnTo>
                  <a:pt x="56170" y="19698"/>
                </a:lnTo>
                <a:cubicBezTo>
                  <a:pt x="56149" y="19570"/>
                  <a:pt x="56128" y="19443"/>
                  <a:pt x="56101" y="19320"/>
                </a:cubicBezTo>
                <a:cubicBezTo>
                  <a:pt x="56037" y="18980"/>
                  <a:pt x="55963" y="18646"/>
                  <a:pt x="55867" y="18316"/>
                </a:cubicBezTo>
                <a:cubicBezTo>
                  <a:pt x="55798" y="18056"/>
                  <a:pt x="55697" y="17806"/>
                  <a:pt x="55618" y="17546"/>
                </a:cubicBezTo>
                <a:cubicBezTo>
                  <a:pt x="55575" y="17466"/>
                  <a:pt x="55538" y="17382"/>
                  <a:pt x="55496" y="17302"/>
                </a:cubicBezTo>
                <a:cubicBezTo>
                  <a:pt x="55384" y="17089"/>
                  <a:pt x="55108" y="16802"/>
                  <a:pt x="55007" y="16569"/>
                </a:cubicBezTo>
                <a:lnTo>
                  <a:pt x="54986" y="16548"/>
                </a:lnTo>
                <a:cubicBezTo>
                  <a:pt x="54975" y="16537"/>
                  <a:pt x="54959" y="16532"/>
                  <a:pt x="54948" y="16516"/>
                </a:cubicBezTo>
                <a:cubicBezTo>
                  <a:pt x="54946" y="16519"/>
                  <a:pt x="54941" y="16521"/>
                  <a:pt x="54934" y="16521"/>
                </a:cubicBezTo>
                <a:cubicBezTo>
                  <a:pt x="54889" y="16521"/>
                  <a:pt x="54760" y="16441"/>
                  <a:pt x="54577" y="16202"/>
                </a:cubicBezTo>
                <a:cubicBezTo>
                  <a:pt x="54550" y="16186"/>
                  <a:pt x="54524" y="16170"/>
                  <a:pt x="54497" y="16149"/>
                </a:cubicBezTo>
                <a:cubicBezTo>
                  <a:pt x="54401" y="16096"/>
                  <a:pt x="54295" y="16053"/>
                  <a:pt x="54189" y="16000"/>
                </a:cubicBezTo>
                <a:cubicBezTo>
                  <a:pt x="54029" y="15947"/>
                  <a:pt x="53865" y="15894"/>
                  <a:pt x="53700" y="15846"/>
                </a:cubicBezTo>
                <a:cubicBezTo>
                  <a:pt x="53525" y="15799"/>
                  <a:pt x="53328" y="15788"/>
                  <a:pt x="53142" y="15751"/>
                </a:cubicBezTo>
                <a:cubicBezTo>
                  <a:pt x="53095" y="15745"/>
                  <a:pt x="53047" y="15745"/>
                  <a:pt x="52999" y="15740"/>
                </a:cubicBezTo>
                <a:cubicBezTo>
                  <a:pt x="52887" y="15735"/>
                  <a:pt x="52776" y="15733"/>
                  <a:pt x="52665" y="15733"/>
                </a:cubicBezTo>
                <a:cubicBezTo>
                  <a:pt x="52190" y="15733"/>
                  <a:pt x="51720" y="15773"/>
                  <a:pt x="51246" y="15799"/>
                </a:cubicBezTo>
                <a:cubicBezTo>
                  <a:pt x="51177" y="15814"/>
                  <a:pt x="51108" y="15820"/>
                  <a:pt x="51034" y="15830"/>
                </a:cubicBezTo>
                <a:cubicBezTo>
                  <a:pt x="50715" y="15894"/>
                  <a:pt x="50396" y="15953"/>
                  <a:pt x="50088" y="16027"/>
                </a:cubicBezTo>
                <a:cubicBezTo>
                  <a:pt x="48696" y="16346"/>
                  <a:pt x="47342" y="16802"/>
                  <a:pt x="46024" y="17328"/>
                </a:cubicBezTo>
                <a:cubicBezTo>
                  <a:pt x="45947" y="17357"/>
                  <a:pt x="45399" y="17569"/>
                  <a:pt x="45407" y="17569"/>
                </a:cubicBezTo>
                <a:cubicBezTo>
                  <a:pt x="45409" y="17569"/>
                  <a:pt x="45464" y="17549"/>
                  <a:pt x="45599" y="17498"/>
                </a:cubicBezTo>
                <a:cubicBezTo>
                  <a:pt x="45755" y="17439"/>
                  <a:pt x="45815" y="17417"/>
                  <a:pt x="45818" y="17417"/>
                </a:cubicBezTo>
                <a:lnTo>
                  <a:pt x="45818" y="17417"/>
                </a:lnTo>
                <a:cubicBezTo>
                  <a:pt x="45827" y="17417"/>
                  <a:pt x="45427" y="17576"/>
                  <a:pt x="45376" y="17599"/>
                </a:cubicBezTo>
                <a:cubicBezTo>
                  <a:pt x="45015" y="17759"/>
                  <a:pt x="44648" y="17923"/>
                  <a:pt x="44282" y="18099"/>
                </a:cubicBezTo>
                <a:cubicBezTo>
                  <a:pt x="43570" y="18428"/>
                  <a:pt x="42869" y="18779"/>
                  <a:pt x="42173" y="19140"/>
                </a:cubicBezTo>
                <a:cubicBezTo>
                  <a:pt x="38694" y="20941"/>
                  <a:pt x="35379" y="23002"/>
                  <a:pt x="32202" y="25296"/>
                </a:cubicBezTo>
                <a:cubicBezTo>
                  <a:pt x="31103" y="26093"/>
                  <a:pt x="30008" y="26917"/>
                  <a:pt x="28925" y="27740"/>
                </a:cubicBezTo>
                <a:cubicBezTo>
                  <a:pt x="28904" y="27756"/>
                  <a:pt x="28734" y="27883"/>
                  <a:pt x="28659" y="27942"/>
                </a:cubicBezTo>
                <a:lnTo>
                  <a:pt x="28022" y="28441"/>
                </a:lnTo>
                <a:cubicBezTo>
                  <a:pt x="27528" y="28829"/>
                  <a:pt x="27039" y="29211"/>
                  <a:pt x="26556" y="29605"/>
                </a:cubicBezTo>
                <a:cubicBezTo>
                  <a:pt x="24548" y="31209"/>
                  <a:pt x="22577" y="32850"/>
                  <a:pt x="20622" y="34529"/>
                </a:cubicBezTo>
                <a:cubicBezTo>
                  <a:pt x="16739" y="37870"/>
                  <a:pt x="12957" y="41323"/>
                  <a:pt x="9217" y="44824"/>
                </a:cubicBezTo>
                <a:cubicBezTo>
                  <a:pt x="6131" y="47729"/>
                  <a:pt x="3071" y="50646"/>
                  <a:pt x="1" y="53546"/>
                </a:cubicBezTo>
                <a:lnTo>
                  <a:pt x="1" y="98189"/>
                </a:lnTo>
                <a:cubicBezTo>
                  <a:pt x="5308" y="93774"/>
                  <a:pt x="10747" y="89530"/>
                  <a:pt x="16484" y="85684"/>
                </a:cubicBezTo>
                <a:cubicBezTo>
                  <a:pt x="21573" y="82274"/>
                  <a:pt x="26890" y="79416"/>
                  <a:pt x="32394" y="76717"/>
                </a:cubicBezTo>
                <a:cubicBezTo>
                  <a:pt x="35836" y="75023"/>
                  <a:pt x="39198" y="73254"/>
                  <a:pt x="42901" y="72165"/>
                </a:cubicBezTo>
                <a:cubicBezTo>
                  <a:pt x="44777" y="71614"/>
                  <a:pt x="46911" y="71173"/>
                  <a:pt x="48992" y="71173"/>
                </a:cubicBezTo>
                <a:cubicBezTo>
                  <a:pt x="51525" y="71173"/>
                  <a:pt x="53981" y="71825"/>
                  <a:pt x="55804" y="73726"/>
                </a:cubicBezTo>
                <a:cubicBezTo>
                  <a:pt x="59150" y="77232"/>
                  <a:pt x="58029" y="82305"/>
                  <a:pt x="56919" y="86518"/>
                </a:cubicBezTo>
                <a:cubicBezTo>
                  <a:pt x="56393" y="88499"/>
                  <a:pt x="55777" y="90465"/>
                  <a:pt x="55347" y="92473"/>
                </a:cubicBezTo>
                <a:cubicBezTo>
                  <a:pt x="55294" y="92712"/>
                  <a:pt x="55246" y="92956"/>
                  <a:pt x="55198" y="93200"/>
                </a:cubicBezTo>
                <a:cubicBezTo>
                  <a:pt x="55193" y="93227"/>
                  <a:pt x="55188" y="93270"/>
                  <a:pt x="55182" y="93317"/>
                </a:cubicBezTo>
                <a:cubicBezTo>
                  <a:pt x="55166" y="93413"/>
                  <a:pt x="55156" y="93530"/>
                  <a:pt x="55156" y="93583"/>
                </a:cubicBezTo>
                <a:cubicBezTo>
                  <a:pt x="55140" y="93748"/>
                  <a:pt x="55134" y="93918"/>
                  <a:pt x="55134" y="94088"/>
                </a:cubicBezTo>
                <a:cubicBezTo>
                  <a:pt x="55134" y="94444"/>
                  <a:pt x="55188" y="94794"/>
                  <a:pt x="55219" y="95155"/>
                </a:cubicBezTo>
                <a:cubicBezTo>
                  <a:pt x="55251" y="95325"/>
                  <a:pt x="55278" y="95501"/>
                  <a:pt x="55315" y="95671"/>
                </a:cubicBezTo>
                <a:cubicBezTo>
                  <a:pt x="55437" y="96287"/>
                  <a:pt x="55756" y="96919"/>
                  <a:pt x="55873" y="97535"/>
                </a:cubicBezTo>
                <a:cubicBezTo>
                  <a:pt x="55910" y="97625"/>
                  <a:pt x="55958" y="97705"/>
                  <a:pt x="56006" y="97785"/>
                </a:cubicBezTo>
                <a:cubicBezTo>
                  <a:pt x="56112" y="97971"/>
                  <a:pt x="56245" y="98141"/>
                  <a:pt x="56356" y="98327"/>
                </a:cubicBezTo>
                <a:cubicBezTo>
                  <a:pt x="56404" y="98380"/>
                  <a:pt x="56446" y="98433"/>
                  <a:pt x="56500" y="98486"/>
                </a:cubicBezTo>
                <a:cubicBezTo>
                  <a:pt x="56537" y="98523"/>
                  <a:pt x="56569" y="98555"/>
                  <a:pt x="56601" y="98582"/>
                </a:cubicBezTo>
                <a:cubicBezTo>
                  <a:pt x="56781" y="98693"/>
                  <a:pt x="56956" y="98853"/>
                  <a:pt x="57137" y="98948"/>
                </a:cubicBezTo>
                <a:cubicBezTo>
                  <a:pt x="57158" y="98953"/>
                  <a:pt x="57180" y="98964"/>
                  <a:pt x="57190" y="98975"/>
                </a:cubicBezTo>
                <a:cubicBezTo>
                  <a:pt x="57403" y="99033"/>
                  <a:pt x="57610" y="99113"/>
                  <a:pt x="57822" y="99166"/>
                </a:cubicBezTo>
                <a:cubicBezTo>
                  <a:pt x="57875" y="99177"/>
                  <a:pt x="57971" y="99198"/>
                  <a:pt x="58067" y="99214"/>
                </a:cubicBezTo>
                <a:cubicBezTo>
                  <a:pt x="58247" y="99224"/>
                  <a:pt x="58508" y="99251"/>
                  <a:pt x="58614" y="99251"/>
                </a:cubicBezTo>
                <a:cubicBezTo>
                  <a:pt x="58688" y="99252"/>
                  <a:pt x="58762" y="99253"/>
                  <a:pt x="58836" y="99253"/>
                </a:cubicBezTo>
                <a:cubicBezTo>
                  <a:pt x="59038" y="99253"/>
                  <a:pt x="59240" y="99248"/>
                  <a:pt x="59442" y="99240"/>
                </a:cubicBezTo>
                <a:cubicBezTo>
                  <a:pt x="59570" y="99230"/>
                  <a:pt x="59947" y="99192"/>
                  <a:pt x="60133" y="99171"/>
                </a:cubicBezTo>
                <a:cubicBezTo>
                  <a:pt x="60271" y="99150"/>
                  <a:pt x="60404" y="99123"/>
                  <a:pt x="60473" y="99113"/>
                </a:cubicBezTo>
                <a:cubicBezTo>
                  <a:pt x="61158" y="98980"/>
                  <a:pt x="61833" y="98805"/>
                  <a:pt x="62502" y="98603"/>
                </a:cubicBezTo>
                <a:cubicBezTo>
                  <a:pt x="63193" y="98396"/>
                  <a:pt x="63878" y="98157"/>
                  <a:pt x="64558" y="97891"/>
                </a:cubicBezTo>
                <a:cubicBezTo>
                  <a:pt x="64733" y="97822"/>
                  <a:pt x="64914" y="97753"/>
                  <a:pt x="65089" y="97679"/>
                </a:cubicBezTo>
                <a:cubicBezTo>
                  <a:pt x="65387" y="97546"/>
                  <a:pt x="65689" y="97413"/>
                  <a:pt x="65998" y="97275"/>
                </a:cubicBezTo>
                <a:cubicBezTo>
                  <a:pt x="67522" y="96568"/>
                  <a:pt x="69009" y="95777"/>
                  <a:pt x="70470" y="94938"/>
                </a:cubicBezTo>
                <a:cubicBezTo>
                  <a:pt x="73514" y="93190"/>
                  <a:pt x="76430" y="91235"/>
                  <a:pt x="79272" y="89185"/>
                </a:cubicBezTo>
                <a:cubicBezTo>
                  <a:pt x="80600" y="88228"/>
                  <a:pt x="81907" y="87240"/>
                  <a:pt x="83214" y="86242"/>
                </a:cubicBezTo>
                <a:lnTo>
                  <a:pt x="83655" y="85907"/>
                </a:lnTo>
                <a:cubicBezTo>
                  <a:pt x="83963" y="85657"/>
                  <a:pt x="84271" y="85418"/>
                  <a:pt x="84584" y="85174"/>
                </a:cubicBezTo>
                <a:cubicBezTo>
                  <a:pt x="85142" y="84728"/>
                  <a:pt x="85705" y="84287"/>
                  <a:pt x="86258" y="83835"/>
                </a:cubicBezTo>
                <a:cubicBezTo>
                  <a:pt x="92781" y="78539"/>
                  <a:pt x="99129" y="73009"/>
                  <a:pt x="105413" y="67432"/>
                </a:cubicBezTo>
                <a:cubicBezTo>
                  <a:pt x="113540" y="60207"/>
                  <a:pt x="121514" y="52818"/>
                  <a:pt x="129487" y="45429"/>
                </a:cubicBezTo>
                <a:lnTo>
                  <a:pt x="129487" y="0"/>
                </a:lnTo>
                <a:close/>
              </a:path>
            </a:pathLst>
          </a:custGeom>
          <a:solidFill>
            <a:srgbClr val="FFFFFF">
              <a:alpha val="12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0"/>
          <p:cNvSpPr/>
          <p:nvPr/>
        </p:nvSpPr>
        <p:spPr>
          <a:xfrm>
            <a:off x="217167" y="278723"/>
            <a:ext cx="8645699" cy="4586055"/>
          </a:xfrm>
          <a:custGeom>
            <a:avLst/>
            <a:gdLst/>
            <a:ahLst/>
            <a:cxnLst/>
            <a:rect l="l" t="t" r="r" b="b"/>
            <a:pathLst>
              <a:path w="118252" h="62726" extrusionOk="0">
                <a:moveTo>
                  <a:pt x="2503" y="2598"/>
                </a:moveTo>
                <a:cubicBezTo>
                  <a:pt x="2506" y="2598"/>
                  <a:pt x="2509" y="2598"/>
                  <a:pt x="2513" y="2598"/>
                </a:cubicBezTo>
                <a:cubicBezTo>
                  <a:pt x="2975" y="2598"/>
                  <a:pt x="3347" y="2986"/>
                  <a:pt x="3347" y="3448"/>
                </a:cubicBezTo>
                <a:cubicBezTo>
                  <a:pt x="3347" y="3916"/>
                  <a:pt x="2964" y="4287"/>
                  <a:pt x="2497" y="4287"/>
                </a:cubicBezTo>
                <a:cubicBezTo>
                  <a:pt x="2035" y="4287"/>
                  <a:pt x="1663" y="3900"/>
                  <a:pt x="1663" y="3437"/>
                </a:cubicBezTo>
                <a:cubicBezTo>
                  <a:pt x="1668" y="2973"/>
                  <a:pt x="2040" y="2598"/>
                  <a:pt x="2503" y="2598"/>
                </a:cubicBezTo>
                <a:close/>
                <a:moveTo>
                  <a:pt x="2544" y="6874"/>
                </a:moveTo>
                <a:cubicBezTo>
                  <a:pt x="3007" y="6874"/>
                  <a:pt x="3378" y="7257"/>
                  <a:pt x="3378" y="7724"/>
                </a:cubicBezTo>
                <a:cubicBezTo>
                  <a:pt x="3378" y="8192"/>
                  <a:pt x="3001" y="8558"/>
                  <a:pt x="2529" y="8558"/>
                </a:cubicBezTo>
                <a:cubicBezTo>
                  <a:pt x="2066" y="8558"/>
                  <a:pt x="1695" y="8176"/>
                  <a:pt x="1695" y="7708"/>
                </a:cubicBezTo>
                <a:cubicBezTo>
                  <a:pt x="1695" y="7246"/>
                  <a:pt x="2077" y="6874"/>
                  <a:pt x="2544" y="6874"/>
                </a:cubicBezTo>
                <a:close/>
                <a:moveTo>
                  <a:pt x="2582" y="11151"/>
                </a:moveTo>
                <a:cubicBezTo>
                  <a:pt x="3049" y="11151"/>
                  <a:pt x="3421" y="11538"/>
                  <a:pt x="3421" y="12001"/>
                </a:cubicBezTo>
                <a:cubicBezTo>
                  <a:pt x="3416" y="12468"/>
                  <a:pt x="3033" y="12840"/>
                  <a:pt x="2571" y="12840"/>
                </a:cubicBezTo>
                <a:cubicBezTo>
                  <a:pt x="2104" y="12840"/>
                  <a:pt x="1732" y="12452"/>
                  <a:pt x="1732" y="11990"/>
                </a:cubicBezTo>
                <a:cubicBezTo>
                  <a:pt x="1732" y="11522"/>
                  <a:pt x="2120" y="11151"/>
                  <a:pt x="2582" y="11151"/>
                </a:cubicBezTo>
                <a:close/>
                <a:moveTo>
                  <a:pt x="2619" y="15427"/>
                </a:moveTo>
                <a:cubicBezTo>
                  <a:pt x="3081" y="15427"/>
                  <a:pt x="3453" y="15815"/>
                  <a:pt x="3453" y="16277"/>
                </a:cubicBezTo>
                <a:cubicBezTo>
                  <a:pt x="3448" y="16741"/>
                  <a:pt x="3076" y="17116"/>
                  <a:pt x="2613" y="17116"/>
                </a:cubicBezTo>
                <a:cubicBezTo>
                  <a:pt x="2609" y="17116"/>
                  <a:pt x="2606" y="17116"/>
                  <a:pt x="2603" y="17116"/>
                </a:cubicBezTo>
                <a:cubicBezTo>
                  <a:pt x="2141" y="17116"/>
                  <a:pt x="1764" y="16728"/>
                  <a:pt x="1764" y="16266"/>
                </a:cubicBezTo>
                <a:cubicBezTo>
                  <a:pt x="1764" y="15799"/>
                  <a:pt x="2151" y="15427"/>
                  <a:pt x="2619" y="15427"/>
                </a:cubicBezTo>
                <a:close/>
                <a:moveTo>
                  <a:pt x="2656" y="19703"/>
                </a:moveTo>
                <a:cubicBezTo>
                  <a:pt x="3124" y="19703"/>
                  <a:pt x="3495" y="20091"/>
                  <a:pt x="3495" y="20553"/>
                </a:cubicBezTo>
                <a:cubicBezTo>
                  <a:pt x="3485" y="21017"/>
                  <a:pt x="3113" y="21392"/>
                  <a:pt x="2655" y="21392"/>
                </a:cubicBezTo>
                <a:cubicBezTo>
                  <a:pt x="2652" y="21392"/>
                  <a:pt x="2649" y="21392"/>
                  <a:pt x="2645" y="21392"/>
                </a:cubicBezTo>
                <a:cubicBezTo>
                  <a:pt x="2178" y="21392"/>
                  <a:pt x="1806" y="21004"/>
                  <a:pt x="1806" y="20542"/>
                </a:cubicBezTo>
                <a:cubicBezTo>
                  <a:pt x="1806" y="20075"/>
                  <a:pt x="2194" y="19703"/>
                  <a:pt x="2656" y="19703"/>
                </a:cubicBezTo>
                <a:close/>
                <a:moveTo>
                  <a:pt x="2688" y="23985"/>
                </a:moveTo>
                <a:cubicBezTo>
                  <a:pt x="3155" y="23985"/>
                  <a:pt x="3527" y="24372"/>
                  <a:pt x="3527" y="24834"/>
                </a:cubicBezTo>
                <a:cubicBezTo>
                  <a:pt x="3522" y="25302"/>
                  <a:pt x="3139" y="25674"/>
                  <a:pt x="2677" y="25674"/>
                </a:cubicBezTo>
                <a:cubicBezTo>
                  <a:pt x="2210" y="25674"/>
                  <a:pt x="1838" y="25286"/>
                  <a:pt x="1838" y="24824"/>
                </a:cubicBezTo>
                <a:cubicBezTo>
                  <a:pt x="1838" y="24356"/>
                  <a:pt x="2226" y="23985"/>
                  <a:pt x="2688" y="23985"/>
                </a:cubicBezTo>
                <a:close/>
                <a:moveTo>
                  <a:pt x="2720" y="28261"/>
                </a:moveTo>
                <a:cubicBezTo>
                  <a:pt x="3187" y="28271"/>
                  <a:pt x="3564" y="28649"/>
                  <a:pt x="3559" y="29111"/>
                </a:cubicBezTo>
                <a:cubicBezTo>
                  <a:pt x="3559" y="29578"/>
                  <a:pt x="3171" y="29950"/>
                  <a:pt x="2709" y="29950"/>
                </a:cubicBezTo>
                <a:cubicBezTo>
                  <a:pt x="2242" y="29950"/>
                  <a:pt x="1870" y="29562"/>
                  <a:pt x="1870" y="29100"/>
                </a:cubicBezTo>
                <a:cubicBezTo>
                  <a:pt x="1870" y="28633"/>
                  <a:pt x="2258" y="28261"/>
                  <a:pt x="2720" y="28261"/>
                </a:cubicBezTo>
                <a:close/>
                <a:moveTo>
                  <a:pt x="2493" y="32786"/>
                </a:moveTo>
                <a:cubicBezTo>
                  <a:pt x="2500" y="32786"/>
                  <a:pt x="2506" y="32786"/>
                  <a:pt x="2513" y="32787"/>
                </a:cubicBezTo>
                <a:cubicBezTo>
                  <a:pt x="2975" y="32787"/>
                  <a:pt x="3347" y="33169"/>
                  <a:pt x="3347" y="33637"/>
                </a:cubicBezTo>
                <a:cubicBezTo>
                  <a:pt x="3347" y="34099"/>
                  <a:pt x="2964" y="34471"/>
                  <a:pt x="2497" y="34471"/>
                </a:cubicBezTo>
                <a:cubicBezTo>
                  <a:pt x="2035" y="34471"/>
                  <a:pt x="1663" y="34088"/>
                  <a:pt x="1663" y="33621"/>
                </a:cubicBezTo>
                <a:cubicBezTo>
                  <a:pt x="1668" y="33154"/>
                  <a:pt x="2035" y="32786"/>
                  <a:pt x="2493" y="32786"/>
                </a:cubicBezTo>
                <a:close/>
                <a:moveTo>
                  <a:pt x="2525" y="37063"/>
                </a:moveTo>
                <a:cubicBezTo>
                  <a:pt x="2532" y="37063"/>
                  <a:pt x="2538" y="37063"/>
                  <a:pt x="2544" y="37063"/>
                </a:cubicBezTo>
                <a:cubicBezTo>
                  <a:pt x="3007" y="37063"/>
                  <a:pt x="3378" y="37445"/>
                  <a:pt x="3378" y="37913"/>
                </a:cubicBezTo>
                <a:cubicBezTo>
                  <a:pt x="3378" y="38375"/>
                  <a:pt x="2996" y="38747"/>
                  <a:pt x="2529" y="38747"/>
                </a:cubicBezTo>
                <a:cubicBezTo>
                  <a:pt x="2066" y="38747"/>
                  <a:pt x="1695" y="38364"/>
                  <a:pt x="1695" y="37897"/>
                </a:cubicBezTo>
                <a:cubicBezTo>
                  <a:pt x="1700" y="37441"/>
                  <a:pt x="2067" y="37063"/>
                  <a:pt x="2525" y="37063"/>
                </a:cubicBezTo>
                <a:close/>
                <a:moveTo>
                  <a:pt x="2582" y="41339"/>
                </a:moveTo>
                <a:cubicBezTo>
                  <a:pt x="3049" y="41339"/>
                  <a:pt x="3421" y="41721"/>
                  <a:pt x="3421" y="42189"/>
                </a:cubicBezTo>
                <a:cubicBezTo>
                  <a:pt x="3421" y="42651"/>
                  <a:pt x="3033" y="43023"/>
                  <a:pt x="2571" y="43023"/>
                </a:cubicBezTo>
                <a:cubicBezTo>
                  <a:pt x="2104" y="43023"/>
                  <a:pt x="1732" y="42640"/>
                  <a:pt x="1732" y="42173"/>
                </a:cubicBezTo>
                <a:cubicBezTo>
                  <a:pt x="1732" y="41711"/>
                  <a:pt x="2120" y="41339"/>
                  <a:pt x="2582" y="41339"/>
                </a:cubicBezTo>
                <a:close/>
                <a:moveTo>
                  <a:pt x="2619" y="45615"/>
                </a:moveTo>
                <a:cubicBezTo>
                  <a:pt x="3081" y="45615"/>
                  <a:pt x="3453" y="45998"/>
                  <a:pt x="3453" y="46465"/>
                </a:cubicBezTo>
                <a:cubicBezTo>
                  <a:pt x="3453" y="46927"/>
                  <a:pt x="3070" y="47299"/>
                  <a:pt x="2603" y="47299"/>
                </a:cubicBezTo>
                <a:cubicBezTo>
                  <a:pt x="2141" y="47299"/>
                  <a:pt x="1764" y="46917"/>
                  <a:pt x="1764" y="46449"/>
                </a:cubicBezTo>
                <a:cubicBezTo>
                  <a:pt x="1764" y="45987"/>
                  <a:pt x="2151" y="45615"/>
                  <a:pt x="2619" y="45615"/>
                </a:cubicBezTo>
                <a:close/>
                <a:moveTo>
                  <a:pt x="2651" y="49891"/>
                </a:moveTo>
                <a:cubicBezTo>
                  <a:pt x="3113" y="49891"/>
                  <a:pt x="3485" y="50274"/>
                  <a:pt x="3485" y="50736"/>
                </a:cubicBezTo>
                <a:cubicBezTo>
                  <a:pt x="3485" y="51204"/>
                  <a:pt x="3102" y="51575"/>
                  <a:pt x="2635" y="51575"/>
                </a:cubicBezTo>
                <a:cubicBezTo>
                  <a:pt x="2173" y="51575"/>
                  <a:pt x="1801" y="51193"/>
                  <a:pt x="1801" y="50725"/>
                </a:cubicBezTo>
                <a:cubicBezTo>
                  <a:pt x="1806" y="50263"/>
                  <a:pt x="2183" y="49891"/>
                  <a:pt x="2651" y="49891"/>
                </a:cubicBezTo>
                <a:close/>
                <a:moveTo>
                  <a:pt x="2678" y="54173"/>
                </a:moveTo>
                <a:cubicBezTo>
                  <a:pt x="2681" y="54173"/>
                  <a:pt x="2685" y="54173"/>
                  <a:pt x="2688" y="54173"/>
                </a:cubicBezTo>
                <a:cubicBezTo>
                  <a:pt x="3155" y="54173"/>
                  <a:pt x="3527" y="54555"/>
                  <a:pt x="3527" y="55023"/>
                </a:cubicBezTo>
                <a:cubicBezTo>
                  <a:pt x="3527" y="55485"/>
                  <a:pt x="3139" y="55857"/>
                  <a:pt x="2677" y="55857"/>
                </a:cubicBezTo>
                <a:cubicBezTo>
                  <a:pt x="2210" y="55857"/>
                  <a:pt x="1838" y="55474"/>
                  <a:pt x="1838" y="55007"/>
                </a:cubicBezTo>
                <a:cubicBezTo>
                  <a:pt x="1838" y="54548"/>
                  <a:pt x="2220" y="54173"/>
                  <a:pt x="2678" y="54173"/>
                </a:cubicBezTo>
                <a:close/>
                <a:moveTo>
                  <a:pt x="2725" y="58449"/>
                </a:moveTo>
                <a:cubicBezTo>
                  <a:pt x="3187" y="58449"/>
                  <a:pt x="3559" y="58832"/>
                  <a:pt x="3559" y="59299"/>
                </a:cubicBezTo>
                <a:cubicBezTo>
                  <a:pt x="3559" y="59761"/>
                  <a:pt x="3177" y="60133"/>
                  <a:pt x="2709" y="60133"/>
                </a:cubicBezTo>
                <a:cubicBezTo>
                  <a:pt x="2247" y="60133"/>
                  <a:pt x="1875" y="59751"/>
                  <a:pt x="1875" y="59283"/>
                </a:cubicBezTo>
                <a:cubicBezTo>
                  <a:pt x="1875" y="58821"/>
                  <a:pt x="2258" y="58449"/>
                  <a:pt x="2725" y="58449"/>
                </a:cubicBezTo>
                <a:close/>
                <a:moveTo>
                  <a:pt x="0" y="1"/>
                </a:moveTo>
                <a:lnTo>
                  <a:pt x="0" y="30189"/>
                </a:lnTo>
                <a:lnTo>
                  <a:pt x="0" y="32537"/>
                </a:lnTo>
                <a:lnTo>
                  <a:pt x="0" y="62725"/>
                </a:lnTo>
                <a:lnTo>
                  <a:pt x="118251" y="62725"/>
                </a:lnTo>
                <a:lnTo>
                  <a:pt x="118251" y="32537"/>
                </a:lnTo>
                <a:lnTo>
                  <a:pt x="118251" y="30189"/>
                </a:lnTo>
                <a:lnTo>
                  <a:pt x="118251" y="1"/>
                </a:lnTo>
                <a:close/>
              </a:path>
            </a:pathLst>
          </a:custGeom>
          <a:solidFill>
            <a:schemeClr val="l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0"/>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3500"/>
              <a:buNone/>
              <a:defRPr/>
            </a:lvl1pPr>
            <a:lvl2pPr lvl="1" algn="l" rtl="0">
              <a:lnSpc>
                <a:spcPct val="100000"/>
              </a:lnSpc>
              <a:spcBef>
                <a:spcPts val="0"/>
              </a:spcBef>
              <a:spcAft>
                <a:spcPts val="0"/>
              </a:spcAft>
              <a:buSzPts val="3500"/>
              <a:buNone/>
              <a:defRPr/>
            </a:lvl2pPr>
            <a:lvl3pPr lvl="2" algn="l" rtl="0">
              <a:lnSpc>
                <a:spcPct val="100000"/>
              </a:lnSpc>
              <a:spcBef>
                <a:spcPts val="0"/>
              </a:spcBef>
              <a:spcAft>
                <a:spcPts val="0"/>
              </a:spcAft>
              <a:buSzPts val="3500"/>
              <a:buNone/>
              <a:defRPr/>
            </a:lvl3pPr>
            <a:lvl4pPr lvl="3" algn="l" rtl="0">
              <a:lnSpc>
                <a:spcPct val="100000"/>
              </a:lnSpc>
              <a:spcBef>
                <a:spcPts val="0"/>
              </a:spcBef>
              <a:spcAft>
                <a:spcPts val="0"/>
              </a:spcAft>
              <a:buSzPts val="3500"/>
              <a:buNone/>
              <a:defRPr/>
            </a:lvl4pPr>
            <a:lvl5pPr lvl="4" algn="l" rtl="0">
              <a:lnSpc>
                <a:spcPct val="100000"/>
              </a:lnSpc>
              <a:spcBef>
                <a:spcPts val="0"/>
              </a:spcBef>
              <a:spcAft>
                <a:spcPts val="0"/>
              </a:spcAft>
              <a:buSzPts val="3500"/>
              <a:buNone/>
              <a:defRPr/>
            </a:lvl5pPr>
            <a:lvl6pPr lvl="5" algn="l" rtl="0">
              <a:lnSpc>
                <a:spcPct val="100000"/>
              </a:lnSpc>
              <a:spcBef>
                <a:spcPts val="0"/>
              </a:spcBef>
              <a:spcAft>
                <a:spcPts val="0"/>
              </a:spcAft>
              <a:buSzPts val="3500"/>
              <a:buNone/>
              <a:defRPr/>
            </a:lvl6pPr>
            <a:lvl7pPr lvl="6" algn="l" rtl="0">
              <a:lnSpc>
                <a:spcPct val="100000"/>
              </a:lnSpc>
              <a:spcBef>
                <a:spcPts val="0"/>
              </a:spcBef>
              <a:spcAft>
                <a:spcPts val="0"/>
              </a:spcAft>
              <a:buSzPts val="3500"/>
              <a:buNone/>
              <a:defRPr/>
            </a:lvl7pPr>
            <a:lvl8pPr lvl="7" algn="l" rtl="0">
              <a:lnSpc>
                <a:spcPct val="100000"/>
              </a:lnSpc>
              <a:spcBef>
                <a:spcPts val="0"/>
              </a:spcBef>
              <a:spcAft>
                <a:spcPts val="0"/>
              </a:spcAft>
              <a:buSzPts val="3500"/>
              <a:buNone/>
              <a:defRPr/>
            </a:lvl8pPr>
            <a:lvl9pPr lvl="8" algn="l" rtl="0">
              <a:lnSpc>
                <a:spcPct val="100000"/>
              </a:lnSpc>
              <a:spcBef>
                <a:spcPts val="0"/>
              </a:spcBef>
              <a:spcAft>
                <a:spcPts val="0"/>
              </a:spcAft>
              <a:buSzPts val="3500"/>
              <a:buNone/>
              <a:defRPr/>
            </a:lvl9pPr>
          </a:lstStyle>
          <a:p>
            <a:endParaRPr/>
          </a:p>
        </p:txBody>
      </p:sp>
      <p:sp>
        <p:nvSpPr>
          <p:cNvPr id="122" name="Google Shape;122;p20"/>
          <p:cNvSpPr txBox="1">
            <a:spLocks noGrp="1"/>
          </p:cNvSpPr>
          <p:nvPr>
            <p:ph type="subTitle" idx="1"/>
          </p:nvPr>
        </p:nvSpPr>
        <p:spPr>
          <a:xfrm>
            <a:off x="720000" y="2330475"/>
            <a:ext cx="2336400" cy="7134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1pPr>
            <a:lvl2pPr lvl="1"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2pPr>
            <a:lvl3pPr lvl="2"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3pPr>
            <a:lvl4pPr lvl="3"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4pPr>
            <a:lvl5pPr lvl="4"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5pPr>
            <a:lvl6pPr lvl="5"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6pPr>
            <a:lvl7pPr lvl="6"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7pPr>
            <a:lvl8pPr lvl="7"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8pPr>
            <a:lvl9pPr lvl="8"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9pPr>
          </a:lstStyle>
          <a:p>
            <a:endParaRPr/>
          </a:p>
        </p:txBody>
      </p:sp>
      <p:sp>
        <p:nvSpPr>
          <p:cNvPr id="123" name="Google Shape;123;p20"/>
          <p:cNvSpPr txBox="1">
            <a:spLocks noGrp="1"/>
          </p:cNvSpPr>
          <p:nvPr>
            <p:ph type="subTitle" idx="2"/>
          </p:nvPr>
        </p:nvSpPr>
        <p:spPr>
          <a:xfrm>
            <a:off x="720000" y="3009838"/>
            <a:ext cx="2336400" cy="4848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4" name="Google Shape;124;p20"/>
          <p:cNvSpPr txBox="1">
            <a:spLocks noGrp="1"/>
          </p:cNvSpPr>
          <p:nvPr>
            <p:ph type="subTitle" idx="3"/>
          </p:nvPr>
        </p:nvSpPr>
        <p:spPr>
          <a:xfrm>
            <a:off x="3403800" y="3009838"/>
            <a:ext cx="2336400" cy="4848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5" name="Google Shape;125;p20"/>
          <p:cNvSpPr txBox="1">
            <a:spLocks noGrp="1"/>
          </p:cNvSpPr>
          <p:nvPr>
            <p:ph type="subTitle" idx="4"/>
          </p:nvPr>
        </p:nvSpPr>
        <p:spPr>
          <a:xfrm>
            <a:off x="6087600" y="3009838"/>
            <a:ext cx="2336400" cy="4848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6" name="Google Shape;126;p20"/>
          <p:cNvSpPr txBox="1">
            <a:spLocks noGrp="1"/>
          </p:cNvSpPr>
          <p:nvPr>
            <p:ph type="subTitle" idx="5"/>
          </p:nvPr>
        </p:nvSpPr>
        <p:spPr>
          <a:xfrm>
            <a:off x="3403800" y="2330475"/>
            <a:ext cx="2336400" cy="7134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1pPr>
            <a:lvl2pPr lvl="1"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2pPr>
            <a:lvl3pPr lvl="2"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3pPr>
            <a:lvl4pPr lvl="3"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4pPr>
            <a:lvl5pPr lvl="4"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5pPr>
            <a:lvl6pPr lvl="5"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6pPr>
            <a:lvl7pPr lvl="6"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7pPr>
            <a:lvl8pPr lvl="7"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8pPr>
            <a:lvl9pPr lvl="8"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9pPr>
          </a:lstStyle>
          <a:p>
            <a:endParaRPr/>
          </a:p>
        </p:txBody>
      </p:sp>
      <p:sp>
        <p:nvSpPr>
          <p:cNvPr id="127" name="Google Shape;127;p20"/>
          <p:cNvSpPr txBox="1">
            <a:spLocks noGrp="1"/>
          </p:cNvSpPr>
          <p:nvPr>
            <p:ph type="subTitle" idx="6"/>
          </p:nvPr>
        </p:nvSpPr>
        <p:spPr>
          <a:xfrm>
            <a:off x="6087600" y="2330475"/>
            <a:ext cx="2336400" cy="7134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1pPr>
            <a:lvl2pPr lvl="1"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2pPr>
            <a:lvl3pPr lvl="2"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3pPr>
            <a:lvl4pPr lvl="3"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4pPr>
            <a:lvl5pPr lvl="4"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5pPr>
            <a:lvl6pPr lvl="5"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6pPr>
            <a:lvl7pPr lvl="6"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7pPr>
            <a:lvl8pPr lvl="7"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8pPr>
            <a:lvl9pPr lvl="8" algn="ctr" rtl="0">
              <a:lnSpc>
                <a:spcPct val="100000"/>
              </a:lnSpc>
              <a:spcBef>
                <a:spcPts val="0"/>
              </a:spcBef>
              <a:spcAft>
                <a:spcPts val="0"/>
              </a:spcAft>
              <a:buSzPts val="2800"/>
              <a:buFont typeface="Fredoka One"/>
              <a:buNone/>
              <a:defRPr sz="2800">
                <a:latin typeface="Fredoka One"/>
                <a:ea typeface="Fredoka One"/>
                <a:cs typeface="Fredoka One"/>
                <a:sym typeface="Fredoka 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six columns">
  <p:cSld name="BLANK_1_1_1_1_1">
    <p:bg>
      <p:bgPr>
        <a:solidFill>
          <a:schemeClr val="dk1"/>
        </a:solidFill>
        <a:effectLst/>
      </p:bgPr>
    </p:bg>
    <p:spTree>
      <p:nvGrpSpPr>
        <p:cNvPr id="1" name="Shape 140"/>
        <p:cNvGrpSpPr/>
        <p:nvPr/>
      </p:nvGrpSpPr>
      <p:grpSpPr>
        <a:xfrm>
          <a:off x="0" y="0"/>
          <a:ext cx="0" cy="0"/>
          <a:chOff x="0" y="0"/>
          <a:chExt cx="0" cy="0"/>
        </a:xfrm>
      </p:grpSpPr>
      <p:sp>
        <p:nvSpPr>
          <p:cNvPr id="141" name="Google Shape;141;p22"/>
          <p:cNvSpPr/>
          <p:nvPr/>
        </p:nvSpPr>
        <p:spPr>
          <a:xfrm>
            <a:off x="-161559" y="-1507575"/>
            <a:ext cx="9467118" cy="7256708"/>
          </a:xfrm>
          <a:custGeom>
            <a:avLst/>
            <a:gdLst/>
            <a:ahLst/>
            <a:cxnLst/>
            <a:rect l="l" t="t" r="r" b="b"/>
            <a:pathLst>
              <a:path w="129487" h="99254" extrusionOk="0">
                <a:moveTo>
                  <a:pt x="56002" y="25805"/>
                </a:moveTo>
                <a:cubicBezTo>
                  <a:pt x="56006" y="25805"/>
                  <a:pt x="56005" y="25909"/>
                  <a:pt x="55990" y="26019"/>
                </a:cubicBezTo>
                <a:cubicBezTo>
                  <a:pt x="55994" y="25863"/>
                  <a:pt x="56000" y="25805"/>
                  <a:pt x="56002" y="25805"/>
                </a:cubicBezTo>
                <a:close/>
                <a:moveTo>
                  <a:pt x="129487" y="0"/>
                </a:moveTo>
                <a:cubicBezTo>
                  <a:pt x="124318" y="4664"/>
                  <a:pt x="119091" y="9270"/>
                  <a:pt x="113774" y="13775"/>
                </a:cubicBezTo>
                <a:cubicBezTo>
                  <a:pt x="105593" y="20707"/>
                  <a:pt x="97206" y="27405"/>
                  <a:pt x="88531" y="33721"/>
                </a:cubicBezTo>
                <a:cubicBezTo>
                  <a:pt x="87591" y="34407"/>
                  <a:pt x="86640" y="35246"/>
                  <a:pt x="85631" y="35846"/>
                </a:cubicBezTo>
                <a:cubicBezTo>
                  <a:pt x="85679" y="35818"/>
                  <a:pt x="85711" y="35801"/>
                  <a:pt x="85714" y="35801"/>
                </a:cubicBezTo>
                <a:lnTo>
                  <a:pt x="85714" y="35801"/>
                </a:lnTo>
                <a:cubicBezTo>
                  <a:pt x="85718" y="35801"/>
                  <a:pt x="85636" y="35849"/>
                  <a:pt x="85397" y="35979"/>
                </a:cubicBezTo>
                <a:cubicBezTo>
                  <a:pt x="85344" y="36011"/>
                  <a:pt x="85291" y="36053"/>
                  <a:pt x="85254" y="36080"/>
                </a:cubicBezTo>
                <a:cubicBezTo>
                  <a:pt x="85046" y="36245"/>
                  <a:pt x="84834" y="36409"/>
                  <a:pt x="84627" y="36574"/>
                </a:cubicBezTo>
                <a:cubicBezTo>
                  <a:pt x="83554" y="37445"/>
                  <a:pt x="82475" y="38322"/>
                  <a:pt x="81381" y="39177"/>
                </a:cubicBezTo>
                <a:cubicBezTo>
                  <a:pt x="78566" y="41381"/>
                  <a:pt x="75692" y="43559"/>
                  <a:pt x="72563" y="45312"/>
                </a:cubicBezTo>
                <a:cubicBezTo>
                  <a:pt x="69876" y="46823"/>
                  <a:pt x="66711" y="48301"/>
                  <a:pt x="63543" y="48301"/>
                </a:cubicBezTo>
                <a:cubicBezTo>
                  <a:pt x="63336" y="48301"/>
                  <a:pt x="63129" y="48295"/>
                  <a:pt x="62922" y="48282"/>
                </a:cubicBezTo>
                <a:cubicBezTo>
                  <a:pt x="58911" y="48037"/>
                  <a:pt x="55655" y="45201"/>
                  <a:pt x="54561" y="41365"/>
                </a:cubicBezTo>
                <a:cubicBezTo>
                  <a:pt x="53472" y="37551"/>
                  <a:pt x="54295" y="33371"/>
                  <a:pt x="55161" y="29599"/>
                </a:cubicBezTo>
                <a:cubicBezTo>
                  <a:pt x="55347" y="28781"/>
                  <a:pt x="55543" y="27968"/>
                  <a:pt x="55735" y="27156"/>
                </a:cubicBezTo>
                <a:cubicBezTo>
                  <a:pt x="55814" y="26816"/>
                  <a:pt x="55883" y="26465"/>
                  <a:pt x="55968" y="26125"/>
                </a:cubicBezTo>
                <a:cubicBezTo>
                  <a:pt x="55974" y="26093"/>
                  <a:pt x="55984" y="26051"/>
                  <a:pt x="55990" y="26019"/>
                </a:cubicBezTo>
                <a:lnTo>
                  <a:pt x="55990" y="26019"/>
                </a:lnTo>
                <a:cubicBezTo>
                  <a:pt x="55990" y="26083"/>
                  <a:pt x="55984" y="26162"/>
                  <a:pt x="55984" y="26263"/>
                </a:cubicBezTo>
                <a:cubicBezTo>
                  <a:pt x="55990" y="26051"/>
                  <a:pt x="56037" y="25812"/>
                  <a:pt x="56064" y="25599"/>
                </a:cubicBezTo>
                <a:cubicBezTo>
                  <a:pt x="56282" y="23628"/>
                  <a:pt x="56319" y="21684"/>
                  <a:pt x="56170" y="19703"/>
                </a:cubicBezTo>
                <a:lnTo>
                  <a:pt x="56170" y="19698"/>
                </a:lnTo>
                <a:cubicBezTo>
                  <a:pt x="56149" y="19570"/>
                  <a:pt x="56128" y="19443"/>
                  <a:pt x="56101" y="19320"/>
                </a:cubicBezTo>
                <a:cubicBezTo>
                  <a:pt x="56037" y="18980"/>
                  <a:pt x="55963" y="18646"/>
                  <a:pt x="55867" y="18316"/>
                </a:cubicBezTo>
                <a:cubicBezTo>
                  <a:pt x="55798" y="18056"/>
                  <a:pt x="55697" y="17806"/>
                  <a:pt x="55618" y="17546"/>
                </a:cubicBezTo>
                <a:cubicBezTo>
                  <a:pt x="55575" y="17466"/>
                  <a:pt x="55538" y="17382"/>
                  <a:pt x="55496" y="17302"/>
                </a:cubicBezTo>
                <a:cubicBezTo>
                  <a:pt x="55384" y="17089"/>
                  <a:pt x="55108" y="16802"/>
                  <a:pt x="55007" y="16569"/>
                </a:cubicBezTo>
                <a:lnTo>
                  <a:pt x="54986" y="16548"/>
                </a:lnTo>
                <a:cubicBezTo>
                  <a:pt x="54975" y="16537"/>
                  <a:pt x="54959" y="16532"/>
                  <a:pt x="54948" y="16516"/>
                </a:cubicBezTo>
                <a:cubicBezTo>
                  <a:pt x="54946" y="16519"/>
                  <a:pt x="54941" y="16521"/>
                  <a:pt x="54934" y="16521"/>
                </a:cubicBezTo>
                <a:cubicBezTo>
                  <a:pt x="54889" y="16521"/>
                  <a:pt x="54760" y="16441"/>
                  <a:pt x="54577" y="16202"/>
                </a:cubicBezTo>
                <a:cubicBezTo>
                  <a:pt x="54550" y="16186"/>
                  <a:pt x="54524" y="16170"/>
                  <a:pt x="54497" y="16149"/>
                </a:cubicBezTo>
                <a:cubicBezTo>
                  <a:pt x="54401" y="16096"/>
                  <a:pt x="54295" y="16053"/>
                  <a:pt x="54189" y="16000"/>
                </a:cubicBezTo>
                <a:cubicBezTo>
                  <a:pt x="54029" y="15947"/>
                  <a:pt x="53865" y="15894"/>
                  <a:pt x="53700" y="15846"/>
                </a:cubicBezTo>
                <a:cubicBezTo>
                  <a:pt x="53525" y="15799"/>
                  <a:pt x="53328" y="15788"/>
                  <a:pt x="53142" y="15751"/>
                </a:cubicBezTo>
                <a:cubicBezTo>
                  <a:pt x="53095" y="15745"/>
                  <a:pt x="53047" y="15745"/>
                  <a:pt x="52999" y="15740"/>
                </a:cubicBezTo>
                <a:cubicBezTo>
                  <a:pt x="52887" y="15735"/>
                  <a:pt x="52776" y="15733"/>
                  <a:pt x="52665" y="15733"/>
                </a:cubicBezTo>
                <a:cubicBezTo>
                  <a:pt x="52190" y="15733"/>
                  <a:pt x="51720" y="15773"/>
                  <a:pt x="51246" y="15799"/>
                </a:cubicBezTo>
                <a:cubicBezTo>
                  <a:pt x="51177" y="15814"/>
                  <a:pt x="51108" y="15820"/>
                  <a:pt x="51034" y="15830"/>
                </a:cubicBezTo>
                <a:cubicBezTo>
                  <a:pt x="50715" y="15894"/>
                  <a:pt x="50396" y="15953"/>
                  <a:pt x="50088" y="16027"/>
                </a:cubicBezTo>
                <a:cubicBezTo>
                  <a:pt x="48696" y="16346"/>
                  <a:pt x="47342" y="16802"/>
                  <a:pt x="46024" y="17328"/>
                </a:cubicBezTo>
                <a:cubicBezTo>
                  <a:pt x="45947" y="17357"/>
                  <a:pt x="45399" y="17569"/>
                  <a:pt x="45407" y="17569"/>
                </a:cubicBezTo>
                <a:cubicBezTo>
                  <a:pt x="45409" y="17569"/>
                  <a:pt x="45464" y="17549"/>
                  <a:pt x="45599" y="17498"/>
                </a:cubicBezTo>
                <a:cubicBezTo>
                  <a:pt x="45755" y="17439"/>
                  <a:pt x="45815" y="17417"/>
                  <a:pt x="45818" y="17417"/>
                </a:cubicBezTo>
                <a:lnTo>
                  <a:pt x="45818" y="17417"/>
                </a:lnTo>
                <a:cubicBezTo>
                  <a:pt x="45827" y="17417"/>
                  <a:pt x="45427" y="17576"/>
                  <a:pt x="45376" y="17599"/>
                </a:cubicBezTo>
                <a:cubicBezTo>
                  <a:pt x="45015" y="17759"/>
                  <a:pt x="44648" y="17923"/>
                  <a:pt x="44282" y="18099"/>
                </a:cubicBezTo>
                <a:cubicBezTo>
                  <a:pt x="43570" y="18428"/>
                  <a:pt x="42869" y="18779"/>
                  <a:pt x="42173" y="19140"/>
                </a:cubicBezTo>
                <a:cubicBezTo>
                  <a:pt x="38694" y="20941"/>
                  <a:pt x="35379" y="23002"/>
                  <a:pt x="32202" y="25296"/>
                </a:cubicBezTo>
                <a:cubicBezTo>
                  <a:pt x="31103" y="26093"/>
                  <a:pt x="30008" y="26917"/>
                  <a:pt x="28925" y="27740"/>
                </a:cubicBezTo>
                <a:cubicBezTo>
                  <a:pt x="28904" y="27756"/>
                  <a:pt x="28734" y="27883"/>
                  <a:pt x="28659" y="27942"/>
                </a:cubicBezTo>
                <a:lnTo>
                  <a:pt x="28022" y="28441"/>
                </a:lnTo>
                <a:cubicBezTo>
                  <a:pt x="27528" y="28829"/>
                  <a:pt x="27039" y="29211"/>
                  <a:pt x="26556" y="29605"/>
                </a:cubicBezTo>
                <a:cubicBezTo>
                  <a:pt x="24548" y="31209"/>
                  <a:pt x="22577" y="32850"/>
                  <a:pt x="20622" y="34529"/>
                </a:cubicBezTo>
                <a:cubicBezTo>
                  <a:pt x="16739" y="37870"/>
                  <a:pt x="12957" y="41323"/>
                  <a:pt x="9217" y="44824"/>
                </a:cubicBezTo>
                <a:cubicBezTo>
                  <a:pt x="6131" y="47729"/>
                  <a:pt x="3071" y="50646"/>
                  <a:pt x="1" y="53546"/>
                </a:cubicBezTo>
                <a:lnTo>
                  <a:pt x="1" y="98189"/>
                </a:lnTo>
                <a:cubicBezTo>
                  <a:pt x="5308" y="93774"/>
                  <a:pt x="10747" y="89530"/>
                  <a:pt x="16484" y="85684"/>
                </a:cubicBezTo>
                <a:cubicBezTo>
                  <a:pt x="21573" y="82274"/>
                  <a:pt x="26890" y="79416"/>
                  <a:pt x="32394" y="76717"/>
                </a:cubicBezTo>
                <a:cubicBezTo>
                  <a:pt x="35836" y="75023"/>
                  <a:pt x="39198" y="73254"/>
                  <a:pt x="42901" y="72165"/>
                </a:cubicBezTo>
                <a:cubicBezTo>
                  <a:pt x="44777" y="71614"/>
                  <a:pt x="46911" y="71173"/>
                  <a:pt x="48992" y="71173"/>
                </a:cubicBezTo>
                <a:cubicBezTo>
                  <a:pt x="51525" y="71173"/>
                  <a:pt x="53981" y="71825"/>
                  <a:pt x="55804" y="73726"/>
                </a:cubicBezTo>
                <a:cubicBezTo>
                  <a:pt x="59150" y="77232"/>
                  <a:pt x="58029" y="82305"/>
                  <a:pt x="56919" y="86518"/>
                </a:cubicBezTo>
                <a:cubicBezTo>
                  <a:pt x="56393" y="88499"/>
                  <a:pt x="55777" y="90465"/>
                  <a:pt x="55347" y="92473"/>
                </a:cubicBezTo>
                <a:cubicBezTo>
                  <a:pt x="55294" y="92712"/>
                  <a:pt x="55246" y="92956"/>
                  <a:pt x="55198" y="93200"/>
                </a:cubicBezTo>
                <a:cubicBezTo>
                  <a:pt x="55193" y="93227"/>
                  <a:pt x="55188" y="93270"/>
                  <a:pt x="55182" y="93317"/>
                </a:cubicBezTo>
                <a:cubicBezTo>
                  <a:pt x="55166" y="93413"/>
                  <a:pt x="55156" y="93530"/>
                  <a:pt x="55156" y="93583"/>
                </a:cubicBezTo>
                <a:cubicBezTo>
                  <a:pt x="55140" y="93748"/>
                  <a:pt x="55134" y="93918"/>
                  <a:pt x="55134" y="94088"/>
                </a:cubicBezTo>
                <a:cubicBezTo>
                  <a:pt x="55134" y="94444"/>
                  <a:pt x="55188" y="94794"/>
                  <a:pt x="55219" y="95155"/>
                </a:cubicBezTo>
                <a:cubicBezTo>
                  <a:pt x="55251" y="95325"/>
                  <a:pt x="55278" y="95501"/>
                  <a:pt x="55315" y="95671"/>
                </a:cubicBezTo>
                <a:cubicBezTo>
                  <a:pt x="55437" y="96287"/>
                  <a:pt x="55756" y="96919"/>
                  <a:pt x="55873" y="97535"/>
                </a:cubicBezTo>
                <a:cubicBezTo>
                  <a:pt x="55910" y="97625"/>
                  <a:pt x="55958" y="97705"/>
                  <a:pt x="56006" y="97785"/>
                </a:cubicBezTo>
                <a:cubicBezTo>
                  <a:pt x="56112" y="97971"/>
                  <a:pt x="56245" y="98141"/>
                  <a:pt x="56356" y="98327"/>
                </a:cubicBezTo>
                <a:cubicBezTo>
                  <a:pt x="56404" y="98380"/>
                  <a:pt x="56446" y="98433"/>
                  <a:pt x="56500" y="98486"/>
                </a:cubicBezTo>
                <a:cubicBezTo>
                  <a:pt x="56537" y="98523"/>
                  <a:pt x="56569" y="98555"/>
                  <a:pt x="56601" y="98582"/>
                </a:cubicBezTo>
                <a:cubicBezTo>
                  <a:pt x="56781" y="98693"/>
                  <a:pt x="56956" y="98853"/>
                  <a:pt x="57137" y="98948"/>
                </a:cubicBezTo>
                <a:cubicBezTo>
                  <a:pt x="57158" y="98953"/>
                  <a:pt x="57180" y="98964"/>
                  <a:pt x="57190" y="98975"/>
                </a:cubicBezTo>
                <a:cubicBezTo>
                  <a:pt x="57403" y="99033"/>
                  <a:pt x="57610" y="99113"/>
                  <a:pt x="57822" y="99166"/>
                </a:cubicBezTo>
                <a:cubicBezTo>
                  <a:pt x="57875" y="99177"/>
                  <a:pt x="57971" y="99198"/>
                  <a:pt x="58067" y="99214"/>
                </a:cubicBezTo>
                <a:cubicBezTo>
                  <a:pt x="58247" y="99224"/>
                  <a:pt x="58508" y="99251"/>
                  <a:pt x="58614" y="99251"/>
                </a:cubicBezTo>
                <a:cubicBezTo>
                  <a:pt x="58688" y="99252"/>
                  <a:pt x="58762" y="99253"/>
                  <a:pt x="58836" y="99253"/>
                </a:cubicBezTo>
                <a:cubicBezTo>
                  <a:pt x="59038" y="99253"/>
                  <a:pt x="59240" y="99248"/>
                  <a:pt x="59442" y="99240"/>
                </a:cubicBezTo>
                <a:cubicBezTo>
                  <a:pt x="59570" y="99230"/>
                  <a:pt x="59947" y="99192"/>
                  <a:pt x="60133" y="99171"/>
                </a:cubicBezTo>
                <a:cubicBezTo>
                  <a:pt x="60271" y="99150"/>
                  <a:pt x="60404" y="99123"/>
                  <a:pt x="60473" y="99113"/>
                </a:cubicBezTo>
                <a:cubicBezTo>
                  <a:pt x="61158" y="98980"/>
                  <a:pt x="61833" y="98805"/>
                  <a:pt x="62502" y="98603"/>
                </a:cubicBezTo>
                <a:cubicBezTo>
                  <a:pt x="63193" y="98396"/>
                  <a:pt x="63878" y="98157"/>
                  <a:pt x="64558" y="97891"/>
                </a:cubicBezTo>
                <a:cubicBezTo>
                  <a:pt x="64733" y="97822"/>
                  <a:pt x="64914" y="97753"/>
                  <a:pt x="65089" y="97679"/>
                </a:cubicBezTo>
                <a:cubicBezTo>
                  <a:pt x="65387" y="97546"/>
                  <a:pt x="65689" y="97413"/>
                  <a:pt x="65998" y="97275"/>
                </a:cubicBezTo>
                <a:cubicBezTo>
                  <a:pt x="67522" y="96568"/>
                  <a:pt x="69009" y="95777"/>
                  <a:pt x="70470" y="94938"/>
                </a:cubicBezTo>
                <a:cubicBezTo>
                  <a:pt x="73514" y="93190"/>
                  <a:pt x="76430" y="91235"/>
                  <a:pt x="79272" y="89185"/>
                </a:cubicBezTo>
                <a:cubicBezTo>
                  <a:pt x="80600" y="88228"/>
                  <a:pt x="81907" y="87240"/>
                  <a:pt x="83214" y="86242"/>
                </a:cubicBezTo>
                <a:lnTo>
                  <a:pt x="83655" y="85907"/>
                </a:lnTo>
                <a:cubicBezTo>
                  <a:pt x="83963" y="85657"/>
                  <a:pt x="84271" y="85418"/>
                  <a:pt x="84584" y="85174"/>
                </a:cubicBezTo>
                <a:cubicBezTo>
                  <a:pt x="85142" y="84728"/>
                  <a:pt x="85705" y="84287"/>
                  <a:pt x="86258" y="83835"/>
                </a:cubicBezTo>
                <a:cubicBezTo>
                  <a:pt x="92781" y="78539"/>
                  <a:pt x="99129" y="73009"/>
                  <a:pt x="105413" y="67432"/>
                </a:cubicBezTo>
                <a:cubicBezTo>
                  <a:pt x="113540" y="60207"/>
                  <a:pt x="121514" y="52818"/>
                  <a:pt x="129487" y="45429"/>
                </a:cubicBezTo>
                <a:lnTo>
                  <a:pt x="129487" y="0"/>
                </a:lnTo>
                <a:close/>
              </a:path>
            </a:pathLst>
          </a:custGeom>
          <a:solidFill>
            <a:srgbClr val="FFFFFF">
              <a:alpha val="12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2"/>
          <p:cNvSpPr/>
          <p:nvPr/>
        </p:nvSpPr>
        <p:spPr>
          <a:xfrm>
            <a:off x="217167" y="278723"/>
            <a:ext cx="8645699" cy="4586055"/>
          </a:xfrm>
          <a:custGeom>
            <a:avLst/>
            <a:gdLst/>
            <a:ahLst/>
            <a:cxnLst/>
            <a:rect l="l" t="t" r="r" b="b"/>
            <a:pathLst>
              <a:path w="118252" h="62726" extrusionOk="0">
                <a:moveTo>
                  <a:pt x="2503" y="2598"/>
                </a:moveTo>
                <a:cubicBezTo>
                  <a:pt x="2506" y="2598"/>
                  <a:pt x="2509" y="2598"/>
                  <a:pt x="2513" y="2598"/>
                </a:cubicBezTo>
                <a:cubicBezTo>
                  <a:pt x="2975" y="2598"/>
                  <a:pt x="3347" y="2986"/>
                  <a:pt x="3347" y="3448"/>
                </a:cubicBezTo>
                <a:cubicBezTo>
                  <a:pt x="3347" y="3916"/>
                  <a:pt x="2964" y="4287"/>
                  <a:pt x="2497" y="4287"/>
                </a:cubicBezTo>
                <a:cubicBezTo>
                  <a:pt x="2035" y="4287"/>
                  <a:pt x="1663" y="3900"/>
                  <a:pt x="1663" y="3437"/>
                </a:cubicBezTo>
                <a:cubicBezTo>
                  <a:pt x="1668" y="2973"/>
                  <a:pt x="2040" y="2598"/>
                  <a:pt x="2503" y="2598"/>
                </a:cubicBezTo>
                <a:close/>
                <a:moveTo>
                  <a:pt x="2544" y="6874"/>
                </a:moveTo>
                <a:cubicBezTo>
                  <a:pt x="3007" y="6874"/>
                  <a:pt x="3378" y="7257"/>
                  <a:pt x="3378" y="7724"/>
                </a:cubicBezTo>
                <a:cubicBezTo>
                  <a:pt x="3378" y="8192"/>
                  <a:pt x="3001" y="8558"/>
                  <a:pt x="2529" y="8558"/>
                </a:cubicBezTo>
                <a:cubicBezTo>
                  <a:pt x="2066" y="8558"/>
                  <a:pt x="1695" y="8176"/>
                  <a:pt x="1695" y="7708"/>
                </a:cubicBezTo>
                <a:cubicBezTo>
                  <a:pt x="1695" y="7246"/>
                  <a:pt x="2077" y="6874"/>
                  <a:pt x="2544" y="6874"/>
                </a:cubicBezTo>
                <a:close/>
                <a:moveTo>
                  <a:pt x="2582" y="11151"/>
                </a:moveTo>
                <a:cubicBezTo>
                  <a:pt x="3049" y="11151"/>
                  <a:pt x="3421" y="11538"/>
                  <a:pt x="3421" y="12001"/>
                </a:cubicBezTo>
                <a:cubicBezTo>
                  <a:pt x="3416" y="12468"/>
                  <a:pt x="3033" y="12840"/>
                  <a:pt x="2571" y="12840"/>
                </a:cubicBezTo>
                <a:cubicBezTo>
                  <a:pt x="2104" y="12840"/>
                  <a:pt x="1732" y="12452"/>
                  <a:pt x="1732" y="11990"/>
                </a:cubicBezTo>
                <a:cubicBezTo>
                  <a:pt x="1732" y="11522"/>
                  <a:pt x="2120" y="11151"/>
                  <a:pt x="2582" y="11151"/>
                </a:cubicBezTo>
                <a:close/>
                <a:moveTo>
                  <a:pt x="2619" y="15427"/>
                </a:moveTo>
                <a:cubicBezTo>
                  <a:pt x="3081" y="15427"/>
                  <a:pt x="3453" y="15815"/>
                  <a:pt x="3453" y="16277"/>
                </a:cubicBezTo>
                <a:cubicBezTo>
                  <a:pt x="3448" y="16741"/>
                  <a:pt x="3076" y="17116"/>
                  <a:pt x="2613" y="17116"/>
                </a:cubicBezTo>
                <a:cubicBezTo>
                  <a:pt x="2609" y="17116"/>
                  <a:pt x="2606" y="17116"/>
                  <a:pt x="2603" y="17116"/>
                </a:cubicBezTo>
                <a:cubicBezTo>
                  <a:pt x="2141" y="17116"/>
                  <a:pt x="1764" y="16728"/>
                  <a:pt x="1764" y="16266"/>
                </a:cubicBezTo>
                <a:cubicBezTo>
                  <a:pt x="1764" y="15799"/>
                  <a:pt x="2151" y="15427"/>
                  <a:pt x="2619" y="15427"/>
                </a:cubicBezTo>
                <a:close/>
                <a:moveTo>
                  <a:pt x="2656" y="19703"/>
                </a:moveTo>
                <a:cubicBezTo>
                  <a:pt x="3124" y="19703"/>
                  <a:pt x="3495" y="20091"/>
                  <a:pt x="3495" y="20553"/>
                </a:cubicBezTo>
                <a:cubicBezTo>
                  <a:pt x="3485" y="21017"/>
                  <a:pt x="3113" y="21392"/>
                  <a:pt x="2655" y="21392"/>
                </a:cubicBezTo>
                <a:cubicBezTo>
                  <a:pt x="2652" y="21392"/>
                  <a:pt x="2649" y="21392"/>
                  <a:pt x="2645" y="21392"/>
                </a:cubicBezTo>
                <a:cubicBezTo>
                  <a:pt x="2178" y="21392"/>
                  <a:pt x="1806" y="21004"/>
                  <a:pt x="1806" y="20542"/>
                </a:cubicBezTo>
                <a:cubicBezTo>
                  <a:pt x="1806" y="20075"/>
                  <a:pt x="2194" y="19703"/>
                  <a:pt x="2656" y="19703"/>
                </a:cubicBezTo>
                <a:close/>
                <a:moveTo>
                  <a:pt x="2688" y="23985"/>
                </a:moveTo>
                <a:cubicBezTo>
                  <a:pt x="3155" y="23985"/>
                  <a:pt x="3527" y="24372"/>
                  <a:pt x="3527" y="24834"/>
                </a:cubicBezTo>
                <a:cubicBezTo>
                  <a:pt x="3522" y="25302"/>
                  <a:pt x="3139" y="25674"/>
                  <a:pt x="2677" y="25674"/>
                </a:cubicBezTo>
                <a:cubicBezTo>
                  <a:pt x="2210" y="25674"/>
                  <a:pt x="1838" y="25286"/>
                  <a:pt x="1838" y="24824"/>
                </a:cubicBezTo>
                <a:cubicBezTo>
                  <a:pt x="1838" y="24356"/>
                  <a:pt x="2226" y="23985"/>
                  <a:pt x="2688" y="23985"/>
                </a:cubicBezTo>
                <a:close/>
                <a:moveTo>
                  <a:pt x="2720" y="28261"/>
                </a:moveTo>
                <a:cubicBezTo>
                  <a:pt x="3187" y="28271"/>
                  <a:pt x="3564" y="28649"/>
                  <a:pt x="3559" y="29111"/>
                </a:cubicBezTo>
                <a:cubicBezTo>
                  <a:pt x="3559" y="29578"/>
                  <a:pt x="3171" y="29950"/>
                  <a:pt x="2709" y="29950"/>
                </a:cubicBezTo>
                <a:cubicBezTo>
                  <a:pt x="2242" y="29950"/>
                  <a:pt x="1870" y="29562"/>
                  <a:pt x="1870" y="29100"/>
                </a:cubicBezTo>
                <a:cubicBezTo>
                  <a:pt x="1870" y="28633"/>
                  <a:pt x="2258" y="28261"/>
                  <a:pt x="2720" y="28261"/>
                </a:cubicBezTo>
                <a:close/>
                <a:moveTo>
                  <a:pt x="2493" y="32786"/>
                </a:moveTo>
                <a:cubicBezTo>
                  <a:pt x="2500" y="32786"/>
                  <a:pt x="2506" y="32786"/>
                  <a:pt x="2513" y="32787"/>
                </a:cubicBezTo>
                <a:cubicBezTo>
                  <a:pt x="2975" y="32787"/>
                  <a:pt x="3347" y="33169"/>
                  <a:pt x="3347" y="33637"/>
                </a:cubicBezTo>
                <a:cubicBezTo>
                  <a:pt x="3347" y="34099"/>
                  <a:pt x="2964" y="34471"/>
                  <a:pt x="2497" y="34471"/>
                </a:cubicBezTo>
                <a:cubicBezTo>
                  <a:pt x="2035" y="34471"/>
                  <a:pt x="1663" y="34088"/>
                  <a:pt x="1663" y="33621"/>
                </a:cubicBezTo>
                <a:cubicBezTo>
                  <a:pt x="1668" y="33154"/>
                  <a:pt x="2035" y="32786"/>
                  <a:pt x="2493" y="32786"/>
                </a:cubicBezTo>
                <a:close/>
                <a:moveTo>
                  <a:pt x="2525" y="37063"/>
                </a:moveTo>
                <a:cubicBezTo>
                  <a:pt x="2532" y="37063"/>
                  <a:pt x="2538" y="37063"/>
                  <a:pt x="2544" y="37063"/>
                </a:cubicBezTo>
                <a:cubicBezTo>
                  <a:pt x="3007" y="37063"/>
                  <a:pt x="3378" y="37445"/>
                  <a:pt x="3378" y="37913"/>
                </a:cubicBezTo>
                <a:cubicBezTo>
                  <a:pt x="3378" y="38375"/>
                  <a:pt x="2996" y="38747"/>
                  <a:pt x="2529" y="38747"/>
                </a:cubicBezTo>
                <a:cubicBezTo>
                  <a:pt x="2066" y="38747"/>
                  <a:pt x="1695" y="38364"/>
                  <a:pt x="1695" y="37897"/>
                </a:cubicBezTo>
                <a:cubicBezTo>
                  <a:pt x="1700" y="37441"/>
                  <a:pt x="2067" y="37063"/>
                  <a:pt x="2525" y="37063"/>
                </a:cubicBezTo>
                <a:close/>
                <a:moveTo>
                  <a:pt x="2582" y="41339"/>
                </a:moveTo>
                <a:cubicBezTo>
                  <a:pt x="3049" y="41339"/>
                  <a:pt x="3421" y="41721"/>
                  <a:pt x="3421" y="42189"/>
                </a:cubicBezTo>
                <a:cubicBezTo>
                  <a:pt x="3421" y="42651"/>
                  <a:pt x="3033" y="43023"/>
                  <a:pt x="2571" y="43023"/>
                </a:cubicBezTo>
                <a:cubicBezTo>
                  <a:pt x="2104" y="43023"/>
                  <a:pt x="1732" y="42640"/>
                  <a:pt x="1732" y="42173"/>
                </a:cubicBezTo>
                <a:cubicBezTo>
                  <a:pt x="1732" y="41711"/>
                  <a:pt x="2120" y="41339"/>
                  <a:pt x="2582" y="41339"/>
                </a:cubicBezTo>
                <a:close/>
                <a:moveTo>
                  <a:pt x="2619" y="45615"/>
                </a:moveTo>
                <a:cubicBezTo>
                  <a:pt x="3081" y="45615"/>
                  <a:pt x="3453" y="45998"/>
                  <a:pt x="3453" y="46465"/>
                </a:cubicBezTo>
                <a:cubicBezTo>
                  <a:pt x="3453" y="46927"/>
                  <a:pt x="3070" y="47299"/>
                  <a:pt x="2603" y="47299"/>
                </a:cubicBezTo>
                <a:cubicBezTo>
                  <a:pt x="2141" y="47299"/>
                  <a:pt x="1764" y="46917"/>
                  <a:pt x="1764" y="46449"/>
                </a:cubicBezTo>
                <a:cubicBezTo>
                  <a:pt x="1764" y="45987"/>
                  <a:pt x="2151" y="45615"/>
                  <a:pt x="2619" y="45615"/>
                </a:cubicBezTo>
                <a:close/>
                <a:moveTo>
                  <a:pt x="2651" y="49891"/>
                </a:moveTo>
                <a:cubicBezTo>
                  <a:pt x="3113" y="49891"/>
                  <a:pt x="3485" y="50274"/>
                  <a:pt x="3485" y="50736"/>
                </a:cubicBezTo>
                <a:cubicBezTo>
                  <a:pt x="3485" y="51204"/>
                  <a:pt x="3102" y="51575"/>
                  <a:pt x="2635" y="51575"/>
                </a:cubicBezTo>
                <a:cubicBezTo>
                  <a:pt x="2173" y="51575"/>
                  <a:pt x="1801" y="51193"/>
                  <a:pt x="1801" y="50725"/>
                </a:cubicBezTo>
                <a:cubicBezTo>
                  <a:pt x="1806" y="50263"/>
                  <a:pt x="2183" y="49891"/>
                  <a:pt x="2651" y="49891"/>
                </a:cubicBezTo>
                <a:close/>
                <a:moveTo>
                  <a:pt x="2678" y="54173"/>
                </a:moveTo>
                <a:cubicBezTo>
                  <a:pt x="2681" y="54173"/>
                  <a:pt x="2685" y="54173"/>
                  <a:pt x="2688" y="54173"/>
                </a:cubicBezTo>
                <a:cubicBezTo>
                  <a:pt x="3155" y="54173"/>
                  <a:pt x="3527" y="54555"/>
                  <a:pt x="3527" y="55023"/>
                </a:cubicBezTo>
                <a:cubicBezTo>
                  <a:pt x="3527" y="55485"/>
                  <a:pt x="3139" y="55857"/>
                  <a:pt x="2677" y="55857"/>
                </a:cubicBezTo>
                <a:cubicBezTo>
                  <a:pt x="2210" y="55857"/>
                  <a:pt x="1838" y="55474"/>
                  <a:pt x="1838" y="55007"/>
                </a:cubicBezTo>
                <a:cubicBezTo>
                  <a:pt x="1838" y="54548"/>
                  <a:pt x="2220" y="54173"/>
                  <a:pt x="2678" y="54173"/>
                </a:cubicBezTo>
                <a:close/>
                <a:moveTo>
                  <a:pt x="2725" y="58449"/>
                </a:moveTo>
                <a:cubicBezTo>
                  <a:pt x="3187" y="58449"/>
                  <a:pt x="3559" y="58832"/>
                  <a:pt x="3559" y="59299"/>
                </a:cubicBezTo>
                <a:cubicBezTo>
                  <a:pt x="3559" y="59761"/>
                  <a:pt x="3177" y="60133"/>
                  <a:pt x="2709" y="60133"/>
                </a:cubicBezTo>
                <a:cubicBezTo>
                  <a:pt x="2247" y="60133"/>
                  <a:pt x="1875" y="59751"/>
                  <a:pt x="1875" y="59283"/>
                </a:cubicBezTo>
                <a:cubicBezTo>
                  <a:pt x="1875" y="58821"/>
                  <a:pt x="2258" y="58449"/>
                  <a:pt x="2725" y="58449"/>
                </a:cubicBezTo>
                <a:close/>
                <a:moveTo>
                  <a:pt x="0" y="1"/>
                </a:moveTo>
                <a:lnTo>
                  <a:pt x="0" y="30189"/>
                </a:lnTo>
                <a:lnTo>
                  <a:pt x="0" y="32537"/>
                </a:lnTo>
                <a:lnTo>
                  <a:pt x="0" y="62725"/>
                </a:lnTo>
                <a:lnTo>
                  <a:pt x="118251" y="62725"/>
                </a:lnTo>
                <a:lnTo>
                  <a:pt x="118251" y="32537"/>
                </a:lnTo>
                <a:lnTo>
                  <a:pt x="118251" y="30189"/>
                </a:lnTo>
                <a:lnTo>
                  <a:pt x="118251" y="1"/>
                </a:lnTo>
                <a:close/>
              </a:path>
            </a:pathLst>
          </a:custGeom>
          <a:solidFill>
            <a:schemeClr val="l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2"/>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3500"/>
              <a:buNone/>
              <a:defRPr/>
            </a:lvl1pPr>
            <a:lvl2pPr lvl="1" algn="l" rtl="0">
              <a:lnSpc>
                <a:spcPct val="100000"/>
              </a:lnSpc>
              <a:spcBef>
                <a:spcPts val="0"/>
              </a:spcBef>
              <a:spcAft>
                <a:spcPts val="0"/>
              </a:spcAft>
              <a:buSzPts val="3500"/>
              <a:buNone/>
              <a:defRPr/>
            </a:lvl2pPr>
            <a:lvl3pPr lvl="2" algn="l" rtl="0">
              <a:lnSpc>
                <a:spcPct val="100000"/>
              </a:lnSpc>
              <a:spcBef>
                <a:spcPts val="0"/>
              </a:spcBef>
              <a:spcAft>
                <a:spcPts val="0"/>
              </a:spcAft>
              <a:buSzPts val="3500"/>
              <a:buNone/>
              <a:defRPr/>
            </a:lvl3pPr>
            <a:lvl4pPr lvl="3" algn="l" rtl="0">
              <a:lnSpc>
                <a:spcPct val="100000"/>
              </a:lnSpc>
              <a:spcBef>
                <a:spcPts val="0"/>
              </a:spcBef>
              <a:spcAft>
                <a:spcPts val="0"/>
              </a:spcAft>
              <a:buSzPts val="3500"/>
              <a:buNone/>
              <a:defRPr/>
            </a:lvl4pPr>
            <a:lvl5pPr lvl="4" algn="l" rtl="0">
              <a:lnSpc>
                <a:spcPct val="100000"/>
              </a:lnSpc>
              <a:spcBef>
                <a:spcPts val="0"/>
              </a:spcBef>
              <a:spcAft>
                <a:spcPts val="0"/>
              </a:spcAft>
              <a:buSzPts val="3500"/>
              <a:buNone/>
              <a:defRPr/>
            </a:lvl5pPr>
            <a:lvl6pPr lvl="5" algn="l" rtl="0">
              <a:lnSpc>
                <a:spcPct val="100000"/>
              </a:lnSpc>
              <a:spcBef>
                <a:spcPts val="0"/>
              </a:spcBef>
              <a:spcAft>
                <a:spcPts val="0"/>
              </a:spcAft>
              <a:buSzPts val="3500"/>
              <a:buNone/>
              <a:defRPr/>
            </a:lvl6pPr>
            <a:lvl7pPr lvl="6" algn="l" rtl="0">
              <a:lnSpc>
                <a:spcPct val="100000"/>
              </a:lnSpc>
              <a:spcBef>
                <a:spcPts val="0"/>
              </a:spcBef>
              <a:spcAft>
                <a:spcPts val="0"/>
              </a:spcAft>
              <a:buSzPts val="3500"/>
              <a:buNone/>
              <a:defRPr/>
            </a:lvl7pPr>
            <a:lvl8pPr lvl="7" algn="l" rtl="0">
              <a:lnSpc>
                <a:spcPct val="100000"/>
              </a:lnSpc>
              <a:spcBef>
                <a:spcPts val="0"/>
              </a:spcBef>
              <a:spcAft>
                <a:spcPts val="0"/>
              </a:spcAft>
              <a:buSzPts val="3500"/>
              <a:buNone/>
              <a:defRPr/>
            </a:lvl8pPr>
            <a:lvl9pPr lvl="8" algn="l" rtl="0">
              <a:lnSpc>
                <a:spcPct val="100000"/>
              </a:lnSpc>
              <a:spcBef>
                <a:spcPts val="0"/>
              </a:spcBef>
              <a:spcAft>
                <a:spcPts val="0"/>
              </a:spcAft>
              <a:buSzPts val="3500"/>
              <a:buNone/>
              <a:defRPr/>
            </a:lvl9pPr>
          </a:lstStyle>
          <a:p>
            <a:endParaRPr/>
          </a:p>
        </p:txBody>
      </p:sp>
      <p:sp>
        <p:nvSpPr>
          <p:cNvPr id="144" name="Google Shape;144;p22"/>
          <p:cNvSpPr txBox="1">
            <a:spLocks noGrp="1"/>
          </p:cNvSpPr>
          <p:nvPr>
            <p:ph type="subTitle" idx="1"/>
          </p:nvPr>
        </p:nvSpPr>
        <p:spPr>
          <a:xfrm>
            <a:off x="720000" y="2196486"/>
            <a:ext cx="2336400" cy="4848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5" name="Google Shape;145;p22"/>
          <p:cNvSpPr txBox="1">
            <a:spLocks noGrp="1"/>
          </p:cNvSpPr>
          <p:nvPr>
            <p:ph type="subTitle" idx="2"/>
          </p:nvPr>
        </p:nvSpPr>
        <p:spPr>
          <a:xfrm>
            <a:off x="3403800" y="2196486"/>
            <a:ext cx="2336400" cy="4848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6" name="Google Shape;146;p22"/>
          <p:cNvSpPr txBox="1">
            <a:spLocks noGrp="1"/>
          </p:cNvSpPr>
          <p:nvPr>
            <p:ph type="subTitle" idx="3"/>
          </p:nvPr>
        </p:nvSpPr>
        <p:spPr>
          <a:xfrm>
            <a:off x="6087600" y="2196486"/>
            <a:ext cx="2336400" cy="4848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7" name="Google Shape;147;p22"/>
          <p:cNvSpPr txBox="1">
            <a:spLocks noGrp="1"/>
          </p:cNvSpPr>
          <p:nvPr>
            <p:ph type="subTitle" idx="4"/>
          </p:nvPr>
        </p:nvSpPr>
        <p:spPr>
          <a:xfrm>
            <a:off x="720000" y="3851103"/>
            <a:ext cx="2336400" cy="4848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8" name="Google Shape;148;p22"/>
          <p:cNvSpPr txBox="1">
            <a:spLocks noGrp="1"/>
          </p:cNvSpPr>
          <p:nvPr>
            <p:ph type="subTitle" idx="5"/>
          </p:nvPr>
        </p:nvSpPr>
        <p:spPr>
          <a:xfrm>
            <a:off x="3403800" y="3851103"/>
            <a:ext cx="2336400" cy="4848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9" name="Google Shape;149;p22"/>
          <p:cNvSpPr txBox="1">
            <a:spLocks noGrp="1"/>
          </p:cNvSpPr>
          <p:nvPr>
            <p:ph type="subTitle" idx="6"/>
          </p:nvPr>
        </p:nvSpPr>
        <p:spPr>
          <a:xfrm>
            <a:off x="6087600" y="3851103"/>
            <a:ext cx="2336400" cy="4848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0" name="Google Shape;150;p22"/>
          <p:cNvSpPr txBox="1">
            <a:spLocks noGrp="1"/>
          </p:cNvSpPr>
          <p:nvPr>
            <p:ph type="subTitle" idx="7"/>
          </p:nvPr>
        </p:nvSpPr>
        <p:spPr>
          <a:xfrm>
            <a:off x="715100" y="1485525"/>
            <a:ext cx="2336400" cy="7134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1pPr>
            <a:lvl2pPr lvl="1"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2pPr>
            <a:lvl3pPr lvl="2"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3pPr>
            <a:lvl4pPr lvl="3"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4pPr>
            <a:lvl5pPr lvl="4"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5pPr>
            <a:lvl6pPr lvl="5"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6pPr>
            <a:lvl7pPr lvl="6"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7pPr>
            <a:lvl8pPr lvl="7"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8pPr>
            <a:lvl9pPr lvl="8"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9pPr>
          </a:lstStyle>
          <a:p>
            <a:endParaRPr/>
          </a:p>
        </p:txBody>
      </p:sp>
      <p:sp>
        <p:nvSpPr>
          <p:cNvPr id="151" name="Google Shape;151;p22"/>
          <p:cNvSpPr txBox="1">
            <a:spLocks noGrp="1"/>
          </p:cNvSpPr>
          <p:nvPr>
            <p:ph type="subTitle" idx="8"/>
          </p:nvPr>
        </p:nvSpPr>
        <p:spPr>
          <a:xfrm>
            <a:off x="3403800" y="1485525"/>
            <a:ext cx="2336400" cy="7134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1pPr>
            <a:lvl2pPr lvl="1"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2pPr>
            <a:lvl3pPr lvl="2"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3pPr>
            <a:lvl4pPr lvl="3"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4pPr>
            <a:lvl5pPr lvl="4"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5pPr>
            <a:lvl6pPr lvl="5"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6pPr>
            <a:lvl7pPr lvl="6"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7pPr>
            <a:lvl8pPr lvl="7"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8pPr>
            <a:lvl9pPr lvl="8"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9pPr>
          </a:lstStyle>
          <a:p>
            <a:endParaRPr/>
          </a:p>
        </p:txBody>
      </p:sp>
      <p:sp>
        <p:nvSpPr>
          <p:cNvPr id="152" name="Google Shape;152;p22"/>
          <p:cNvSpPr txBox="1">
            <a:spLocks noGrp="1"/>
          </p:cNvSpPr>
          <p:nvPr>
            <p:ph type="subTitle" idx="9"/>
          </p:nvPr>
        </p:nvSpPr>
        <p:spPr>
          <a:xfrm>
            <a:off x="6092500" y="1485525"/>
            <a:ext cx="2336400" cy="7134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1pPr>
            <a:lvl2pPr lvl="1"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2pPr>
            <a:lvl3pPr lvl="2"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3pPr>
            <a:lvl4pPr lvl="3"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4pPr>
            <a:lvl5pPr lvl="4"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5pPr>
            <a:lvl6pPr lvl="5"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6pPr>
            <a:lvl7pPr lvl="6"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7pPr>
            <a:lvl8pPr lvl="7"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8pPr>
            <a:lvl9pPr lvl="8"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9pPr>
          </a:lstStyle>
          <a:p>
            <a:endParaRPr/>
          </a:p>
        </p:txBody>
      </p:sp>
      <p:sp>
        <p:nvSpPr>
          <p:cNvPr id="153" name="Google Shape;153;p22"/>
          <p:cNvSpPr txBox="1">
            <a:spLocks noGrp="1"/>
          </p:cNvSpPr>
          <p:nvPr>
            <p:ph type="subTitle" idx="13"/>
          </p:nvPr>
        </p:nvSpPr>
        <p:spPr>
          <a:xfrm>
            <a:off x="715100" y="3135600"/>
            <a:ext cx="2336400" cy="7134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1pPr>
            <a:lvl2pPr lvl="1"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2pPr>
            <a:lvl3pPr lvl="2"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3pPr>
            <a:lvl4pPr lvl="3"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4pPr>
            <a:lvl5pPr lvl="4"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5pPr>
            <a:lvl6pPr lvl="5"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6pPr>
            <a:lvl7pPr lvl="6"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7pPr>
            <a:lvl8pPr lvl="7"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8pPr>
            <a:lvl9pPr lvl="8"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9pPr>
          </a:lstStyle>
          <a:p>
            <a:endParaRPr/>
          </a:p>
        </p:txBody>
      </p:sp>
      <p:sp>
        <p:nvSpPr>
          <p:cNvPr id="154" name="Google Shape;154;p22"/>
          <p:cNvSpPr txBox="1">
            <a:spLocks noGrp="1"/>
          </p:cNvSpPr>
          <p:nvPr>
            <p:ph type="subTitle" idx="14"/>
          </p:nvPr>
        </p:nvSpPr>
        <p:spPr>
          <a:xfrm>
            <a:off x="3403800" y="3135600"/>
            <a:ext cx="2336400" cy="7134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1pPr>
            <a:lvl2pPr lvl="1"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2pPr>
            <a:lvl3pPr lvl="2"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3pPr>
            <a:lvl4pPr lvl="3"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4pPr>
            <a:lvl5pPr lvl="4"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5pPr>
            <a:lvl6pPr lvl="5"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6pPr>
            <a:lvl7pPr lvl="6"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7pPr>
            <a:lvl8pPr lvl="7"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8pPr>
            <a:lvl9pPr lvl="8"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9pPr>
          </a:lstStyle>
          <a:p>
            <a:endParaRPr/>
          </a:p>
        </p:txBody>
      </p:sp>
      <p:sp>
        <p:nvSpPr>
          <p:cNvPr id="155" name="Google Shape;155;p22"/>
          <p:cNvSpPr txBox="1">
            <a:spLocks noGrp="1"/>
          </p:cNvSpPr>
          <p:nvPr>
            <p:ph type="subTitle" idx="15"/>
          </p:nvPr>
        </p:nvSpPr>
        <p:spPr>
          <a:xfrm>
            <a:off x="6092500" y="3135600"/>
            <a:ext cx="2336400" cy="7134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1pPr>
            <a:lvl2pPr lvl="1"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2pPr>
            <a:lvl3pPr lvl="2"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3pPr>
            <a:lvl4pPr lvl="3"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4pPr>
            <a:lvl5pPr lvl="4"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5pPr>
            <a:lvl6pPr lvl="5"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6pPr>
            <a:lvl7pPr lvl="6"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7pPr>
            <a:lvl8pPr lvl="7"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8pPr>
            <a:lvl9pPr lvl="8" algn="ctr" rtl="0">
              <a:lnSpc>
                <a:spcPct val="100000"/>
              </a:lnSpc>
              <a:spcBef>
                <a:spcPts val="0"/>
              </a:spcBef>
              <a:spcAft>
                <a:spcPts val="0"/>
              </a:spcAft>
              <a:buSzPts val="2400"/>
              <a:buFont typeface="Fredoka One"/>
              <a:buNone/>
              <a:defRPr sz="2400">
                <a:latin typeface="Fredoka One"/>
                <a:ea typeface="Fredoka One"/>
                <a:cs typeface="Fredoka One"/>
                <a:sym typeface="Fredoka 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Numbers and text">
  <p:cSld name="BLANK_1_1_1_1_1_1">
    <p:bg>
      <p:bgPr>
        <a:solidFill>
          <a:schemeClr val="dk1"/>
        </a:solidFill>
        <a:effectLst/>
      </p:bgPr>
    </p:bg>
    <p:spTree>
      <p:nvGrpSpPr>
        <p:cNvPr id="1" name="Shape 156"/>
        <p:cNvGrpSpPr/>
        <p:nvPr/>
      </p:nvGrpSpPr>
      <p:grpSpPr>
        <a:xfrm>
          <a:off x="0" y="0"/>
          <a:ext cx="0" cy="0"/>
          <a:chOff x="0" y="0"/>
          <a:chExt cx="0" cy="0"/>
        </a:xfrm>
      </p:grpSpPr>
      <p:sp>
        <p:nvSpPr>
          <p:cNvPr id="157" name="Google Shape;157;p23"/>
          <p:cNvSpPr/>
          <p:nvPr/>
        </p:nvSpPr>
        <p:spPr>
          <a:xfrm>
            <a:off x="-161559" y="-1507575"/>
            <a:ext cx="9467118" cy="7256708"/>
          </a:xfrm>
          <a:custGeom>
            <a:avLst/>
            <a:gdLst/>
            <a:ahLst/>
            <a:cxnLst/>
            <a:rect l="l" t="t" r="r" b="b"/>
            <a:pathLst>
              <a:path w="129487" h="99254" extrusionOk="0">
                <a:moveTo>
                  <a:pt x="56002" y="25805"/>
                </a:moveTo>
                <a:cubicBezTo>
                  <a:pt x="56006" y="25805"/>
                  <a:pt x="56005" y="25909"/>
                  <a:pt x="55990" y="26019"/>
                </a:cubicBezTo>
                <a:cubicBezTo>
                  <a:pt x="55994" y="25863"/>
                  <a:pt x="56000" y="25805"/>
                  <a:pt x="56002" y="25805"/>
                </a:cubicBezTo>
                <a:close/>
                <a:moveTo>
                  <a:pt x="129487" y="0"/>
                </a:moveTo>
                <a:cubicBezTo>
                  <a:pt x="124318" y="4664"/>
                  <a:pt x="119091" y="9270"/>
                  <a:pt x="113774" y="13775"/>
                </a:cubicBezTo>
                <a:cubicBezTo>
                  <a:pt x="105593" y="20707"/>
                  <a:pt x="97206" y="27405"/>
                  <a:pt x="88531" y="33721"/>
                </a:cubicBezTo>
                <a:cubicBezTo>
                  <a:pt x="87591" y="34407"/>
                  <a:pt x="86640" y="35246"/>
                  <a:pt x="85631" y="35846"/>
                </a:cubicBezTo>
                <a:cubicBezTo>
                  <a:pt x="85679" y="35818"/>
                  <a:pt x="85711" y="35801"/>
                  <a:pt x="85714" y="35801"/>
                </a:cubicBezTo>
                <a:lnTo>
                  <a:pt x="85714" y="35801"/>
                </a:lnTo>
                <a:cubicBezTo>
                  <a:pt x="85718" y="35801"/>
                  <a:pt x="85636" y="35849"/>
                  <a:pt x="85397" y="35979"/>
                </a:cubicBezTo>
                <a:cubicBezTo>
                  <a:pt x="85344" y="36011"/>
                  <a:pt x="85291" y="36053"/>
                  <a:pt x="85254" y="36080"/>
                </a:cubicBezTo>
                <a:cubicBezTo>
                  <a:pt x="85046" y="36245"/>
                  <a:pt x="84834" y="36409"/>
                  <a:pt x="84627" y="36574"/>
                </a:cubicBezTo>
                <a:cubicBezTo>
                  <a:pt x="83554" y="37445"/>
                  <a:pt x="82475" y="38322"/>
                  <a:pt x="81381" y="39177"/>
                </a:cubicBezTo>
                <a:cubicBezTo>
                  <a:pt x="78566" y="41381"/>
                  <a:pt x="75692" y="43559"/>
                  <a:pt x="72563" y="45312"/>
                </a:cubicBezTo>
                <a:cubicBezTo>
                  <a:pt x="69876" y="46823"/>
                  <a:pt x="66711" y="48301"/>
                  <a:pt x="63543" y="48301"/>
                </a:cubicBezTo>
                <a:cubicBezTo>
                  <a:pt x="63336" y="48301"/>
                  <a:pt x="63129" y="48295"/>
                  <a:pt x="62922" y="48282"/>
                </a:cubicBezTo>
                <a:cubicBezTo>
                  <a:pt x="58911" y="48037"/>
                  <a:pt x="55655" y="45201"/>
                  <a:pt x="54561" y="41365"/>
                </a:cubicBezTo>
                <a:cubicBezTo>
                  <a:pt x="53472" y="37551"/>
                  <a:pt x="54295" y="33371"/>
                  <a:pt x="55161" y="29599"/>
                </a:cubicBezTo>
                <a:cubicBezTo>
                  <a:pt x="55347" y="28781"/>
                  <a:pt x="55543" y="27968"/>
                  <a:pt x="55735" y="27156"/>
                </a:cubicBezTo>
                <a:cubicBezTo>
                  <a:pt x="55814" y="26816"/>
                  <a:pt x="55883" y="26465"/>
                  <a:pt x="55968" y="26125"/>
                </a:cubicBezTo>
                <a:cubicBezTo>
                  <a:pt x="55974" y="26093"/>
                  <a:pt x="55984" y="26051"/>
                  <a:pt x="55990" y="26019"/>
                </a:cubicBezTo>
                <a:lnTo>
                  <a:pt x="55990" y="26019"/>
                </a:lnTo>
                <a:cubicBezTo>
                  <a:pt x="55990" y="26083"/>
                  <a:pt x="55984" y="26162"/>
                  <a:pt x="55984" y="26263"/>
                </a:cubicBezTo>
                <a:cubicBezTo>
                  <a:pt x="55990" y="26051"/>
                  <a:pt x="56037" y="25812"/>
                  <a:pt x="56064" y="25599"/>
                </a:cubicBezTo>
                <a:cubicBezTo>
                  <a:pt x="56282" y="23628"/>
                  <a:pt x="56319" y="21684"/>
                  <a:pt x="56170" y="19703"/>
                </a:cubicBezTo>
                <a:lnTo>
                  <a:pt x="56170" y="19698"/>
                </a:lnTo>
                <a:cubicBezTo>
                  <a:pt x="56149" y="19570"/>
                  <a:pt x="56128" y="19443"/>
                  <a:pt x="56101" y="19320"/>
                </a:cubicBezTo>
                <a:cubicBezTo>
                  <a:pt x="56037" y="18980"/>
                  <a:pt x="55963" y="18646"/>
                  <a:pt x="55867" y="18316"/>
                </a:cubicBezTo>
                <a:cubicBezTo>
                  <a:pt x="55798" y="18056"/>
                  <a:pt x="55697" y="17806"/>
                  <a:pt x="55618" y="17546"/>
                </a:cubicBezTo>
                <a:cubicBezTo>
                  <a:pt x="55575" y="17466"/>
                  <a:pt x="55538" y="17382"/>
                  <a:pt x="55496" y="17302"/>
                </a:cubicBezTo>
                <a:cubicBezTo>
                  <a:pt x="55384" y="17089"/>
                  <a:pt x="55108" y="16802"/>
                  <a:pt x="55007" y="16569"/>
                </a:cubicBezTo>
                <a:lnTo>
                  <a:pt x="54986" y="16548"/>
                </a:lnTo>
                <a:cubicBezTo>
                  <a:pt x="54975" y="16537"/>
                  <a:pt x="54959" y="16532"/>
                  <a:pt x="54948" y="16516"/>
                </a:cubicBezTo>
                <a:cubicBezTo>
                  <a:pt x="54946" y="16519"/>
                  <a:pt x="54941" y="16521"/>
                  <a:pt x="54934" y="16521"/>
                </a:cubicBezTo>
                <a:cubicBezTo>
                  <a:pt x="54889" y="16521"/>
                  <a:pt x="54760" y="16441"/>
                  <a:pt x="54577" y="16202"/>
                </a:cubicBezTo>
                <a:cubicBezTo>
                  <a:pt x="54550" y="16186"/>
                  <a:pt x="54524" y="16170"/>
                  <a:pt x="54497" y="16149"/>
                </a:cubicBezTo>
                <a:cubicBezTo>
                  <a:pt x="54401" y="16096"/>
                  <a:pt x="54295" y="16053"/>
                  <a:pt x="54189" y="16000"/>
                </a:cubicBezTo>
                <a:cubicBezTo>
                  <a:pt x="54029" y="15947"/>
                  <a:pt x="53865" y="15894"/>
                  <a:pt x="53700" y="15846"/>
                </a:cubicBezTo>
                <a:cubicBezTo>
                  <a:pt x="53525" y="15799"/>
                  <a:pt x="53328" y="15788"/>
                  <a:pt x="53142" y="15751"/>
                </a:cubicBezTo>
                <a:cubicBezTo>
                  <a:pt x="53095" y="15745"/>
                  <a:pt x="53047" y="15745"/>
                  <a:pt x="52999" y="15740"/>
                </a:cubicBezTo>
                <a:cubicBezTo>
                  <a:pt x="52887" y="15735"/>
                  <a:pt x="52776" y="15733"/>
                  <a:pt x="52665" y="15733"/>
                </a:cubicBezTo>
                <a:cubicBezTo>
                  <a:pt x="52190" y="15733"/>
                  <a:pt x="51720" y="15773"/>
                  <a:pt x="51246" y="15799"/>
                </a:cubicBezTo>
                <a:cubicBezTo>
                  <a:pt x="51177" y="15814"/>
                  <a:pt x="51108" y="15820"/>
                  <a:pt x="51034" y="15830"/>
                </a:cubicBezTo>
                <a:cubicBezTo>
                  <a:pt x="50715" y="15894"/>
                  <a:pt x="50396" y="15953"/>
                  <a:pt x="50088" y="16027"/>
                </a:cubicBezTo>
                <a:cubicBezTo>
                  <a:pt x="48696" y="16346"/>
                  <a:pt x="47342" y="16802"/>
                  <a:pt x="46024" y="17328"/>
                </a:cubicBezTo>
                <a:cubicBezTo>
                  <a:pt x="45947" y="17357"/>
                  <a:pt x="45399" y="17569"/>
                  <a:pt x="45407" y="17569"/>
                </a:cubicBezTo>
                <a:cubicBezTo>
                  <a:pt x="45409" y="17569"/>
                  <a:pt x="45464" y="17549"/>
                  <a:pt x="45599" y="17498"/>
                </a:cubicBezTo>
                <a:cubicBezTo>
                  <a:pt x="45755" y="17439"/>
                  <a:pt x="45815" y="17417"/>
                  <a:pt x="45818" y="17417"/>
                </a:cubicBezTo>
                <a:lnTo>
                  <a:pt x="45818" y="17417"/>
                </a:lnTo>
                <a:cubicBezTo>
                  <a:pt x="45827" y="17417"/>
                  <a:pt x="45427" y="17576"/>
                  <a:pt x="45376" y="17599"/>
                </a:cubicBezTo>
                <a:cubicBezTo>
                  <a:pt x="45015" y="17759"/>
                  <a:pt x="44648" y="17923"/>
                  <a:pt x="44282" y="18099"/>
                </a:cubicBezTo>
                <a:cubicBezTo>
                  <a:pt x="43570" y="18428"/>
                  <a:pt x="42869" y="18779"/>
                  <a:pt x="42173" y="19140"/>
                </a:cubicBezTo>
                <a:cubicBezTo>
                  <a:pt x="38694" y="20941"/>
                  <a:pt x="35379" y="23002"/>
                  <a:pt x="32202" y="25296"/>
                </a:cubicBezTo>
                <a:cubicBezTo>
                  <a:pt x="31103" y="26093"/>
                  <a:pt x="30008" y="26917"/>
                  <a:pt x="28925" y="27740"/>
                </a:cubicBezTo>
                <a:cubicBezTo>
                  <a:pt x="28904" y="27756"/>
                  <a:pt x="28734" y="27883"/>
                  <a:pt x="28659" y="27942"/>
                </a:cubicBezTo>
                <a:lnTo>
                  <a:pt x="28022" y="28441"/>
                </a:lnTo>
                <a:cubicBezTo>
                  <a:pt x="27528" y="28829"/>
                  <a:pt x="27039" y="29211"/>
                  <a:pt x="26556" y="29605"/>
                </a:cubicBezTo>
                <a:cubicBezTo>
                  <a:pt x="24548" y="31209"/>
                  <a:pt x="22577" y="32850"/>
                  <a:pt x="20622" y="34529"/>
                </a:cubicBezTo>
                <a:cubicBezTo>
                  <a:pt x="16739" y="37870"/>
                  <a:pt x="12957" y="41323"/>
                  <a:pt x="9217" y="44824"/>
                </a:cubicBezTo>
                <a:cubicBezTo>
                  <a:pt x="6131" y="47729"/>
                  <a:pt x="3071" y="50646"/>
                  <a:pt x="1" y="53546"/>
                </a:cubicBezTo>
                <a:lnTo>
                  <a:pt x="1" y="98189"/>
                </a:lnTo>
                <a:cubicBezTo>
                  <a:pt x="5308" y="93774"/>
                  <a:pt x="10747" y="89530"/>
                  <a:pt x="16484" y="85684"/>
                </a:cubicBezTo>
                <a:cubicBezTo>
                  <a:pt x="21573" y="82274"/>
                  <a:pt x="26890" y="79416"/>
                  <a:pt x="32394" y="76717"/>
                </a:cubicBezTo>
                <a:cubicBezTo>
                  <a:pt x="35836" y="75023"/>
                  <a:pt x="39198" y="73254"/>
                  <a:pt x="42901" y="72165"/>
                </a:cubicBezTo>
                <a:cubicBezTo>
                  <a:pt x="44777" y="71614"/>
                  <a:pt x="46911" y="71173"/>
                  <a:pt x="48992" y="71173"/>
                </a:cubicBezTo>
                <a:cubicBezTo>
                  <a:pt x="51525" y="71173"/>
                  <a:pt x="53981" y="71825"/>
                  <a:pt x="55804" y="73726"/>
                </a:cubicBezTo>
                <a:cubicBezTo>
                  <a:pt x="59150" y="77232"/>
                  <a:pt x="58029" y="82305"/>
                  <a:pt x="56919" y="86518"/>
                </a:cubicBezTo>
                <a:cubicBezTo>
                  <a:pt x="56393" y="88499"/>
                  <a:pt x="55777" y="90465"/>
                  <a:pt x="55347" y="92473"/>
                </a:cubicBezTo>
                <a:cubicBezTo>
                  <a:pt x="55294" y="92712"/>
                  <a:pt x="55246" y="92956"/>
                  <a:pt x="55198" y="93200"/>
                </a:cubicBezTo>
                <a:cubicBezTo>
                  <a:pt x="55193" y="93227"/>
                  <a:pt x="55188" y="93270"/>
                  <a:pt x="55182" y="93317"/>
                </a:cubicBezTo>
                <a:cubicBezTo>
                  <a:pt x="55166" y="93413"/>
                  <a:pt x="55156" y="93530"/>
                  <a:pt x="55156" y="93583"/>
                </a:cubicBezTo>
                <a:cubicBezTo>
                  <a:pt x="55140" y="93748"/>
                  <a:pt x="55134" y="93918"/>
                  <a:pt x="55134" y="94088"/>
                </a:cubicBezTo>
                <a:cubicBezTo>
                  <a:pt x="55134" y="94444"/>
                  <a:pt x="55188" y="94794"/>
                  <a:pt x="55219" y="95155"/>
                </a:cubicBezTo>
                <a:cubicBezTo>
                  <a:pt x="55251" y="95325"/>
                  <a:pt x="55278" y="95501"/>
                  <a:pt x="55315" y="95671"/>
                </a:cubicBezTo>
                <a:cubicBezTo>
                  <a:pt x="55437" y="96287"/>
                  <a:pt x="55756" y="96919"/>
                  <a:pt x="55873" y="97535"/>
                </a:cubicBezTo>
                <a:cubicBezTo>
                  <a:pt x="55910" y="97625"/>
                  <a:pt x="55958" y="97705"/>
                  <a:pt x="56006" y="97785"/>
                </a:cubicBezTo>
                <a:cubicBezTo>
                  <a:pt x="56112" y="97971"/>
                  <a:pt x="56245" y="98141"/>
                  <a:pt x="56356" y="98327"/>
                </a:cubicBezTo>
                <a:cubicBezTo>
                  <a:pt x="56404" y="98380"/>
                  <a:pt x="56446" y="98433"/>
                  <a:pt x="56500" y="98486"/>
                </a:cubicBezTo>
                <a:cubicBezTo>
                  <a:pt x="56537" y="98523"/>
                  <a:pt x="56569" y="98555"/>
                  <a:pt x="56601" y="98582"/>
                </a:cubicBezTo>
                <a:cubicBezTo>
                  <a:pt x="56781" y="98693"/>
                  <a:pt x="56956" y="98853"/>
                  <a:pt x="57137" y="98948"/>
                </a:cubicBezTo>
                <a:cubicBezTo>
                  <a:pt x="57158" y="98953"/>
                  <a:pt x="57180" y="98964"/>
                  <a:pt x="57190" y="98975"/>
                </a:cubicBezTo>
                <a:cubicBezTo>
                  <a:pt x="57403" y="99033"/>
                  <a:pt x="57610" y="99113"/>
                  <a:pt x="57822" y="99166"/>
                </a:cubicBezTo>
                <a:cubicBezTo>
                  <a:pt x="57875" y="99177"/>
                  <a:pt x="57971" y="99198"/>
                  <a:pt x="58067" y="99214"/>
                </a:cubicBezTo>
                <a:cubicBezTo>
                  <a:pt x="58247" y="99224"/>
                  <a:pt x="58508" y="99251"/>
                  <a:pt x="58614" y="99251"/>
                </a:cubicBezTo>
                <a:cubicBezTo>
                  <a:pt x="58688" y="99252"/>
                  <a:pt x="58762" y="99253"/>
                  <a:pt x="58836" y="99253"/>
                </a:cubicBezTo>
                <a:cubicBezTo>
                  <a:pt x="59038" y="99253"/>
                  <a:pt x="59240" y="99248"/>
                  <a:pt x="59442" y="99240"/>
                </a:cubicBezTo>
                <a:cubicBezTo>
                  <a:pt x="59570" y="99230"/>
                  <a:pt x="59947" y="99192"/>
                  <a:pt x="60133" y="99171"/>
                </a:cubicBezTo>
                <a:cubicBezTo>
                  <a:pt x="60271" y="99150"/>
                  <a:pt x="60404" y="99123"/>
                  <a:pt x="60473" y="99113"/>
                </a:cubicBezTo>
                <a:cubicBezTo>
                  <a:pt x="61158" y="98980"/>
                  <a:pt x="61833" y="98805"/>
                  <a:pt x="62502" y="98603"/>
                </a:cubicBezTo>
                <a:cubicBezTo>
                  <a:pt x="63193" y="98396"/>
                  <a:pt x="63878" y="98157"/>
                  <a:pt x="64558" y="97891"/>
                </a:cubicBezTo>
                <a:cubicBezTo>
                  <a:pt x="64733" y="97822"/>
                  <a:pt x="64914" y="97753"/>
                  <a:pt x="65089" y="97679"/>
                </a:cubicBezTo>
                <a:cubicBezTo>
                  <a:pt x="65387" y="97546"/>
                  <a:pt x="65689" y="97413"/>
                  <a:pt x="65998" y="97275"/>
                </a:cubicBezTo>
                <a:cubicBezTo>
                  <a:pt x="67522" y="96568"/>
                  <a:pt x="69009" y="95777"/>
                  <a:pt x="70470" y="94938"/>
                </a:cubicBezTo>
                <a:cubicBezTo>
                  <a:pt x="73514" y="93190"/>
                  <a:pt x="76430" y="91235"/>
                  <a:pt x="79272" y="89185"/>
                </a:cubicBezTo>
                <a:cubicBezTo>
                  <a:pt x="80600" y="88228"/>
                  <a:pt x="81907" y="87240"/>
                  <a:pt x="83214" y="86242"/>
                </a:cubicBezTo>
                <a:lnTo>
                  <a:pt x="83655" y="85907"/>
                </a:lnTo>
                <a:cubicBezTo>
                  <a:pt x="83963" y="85657"/>
                  <a:pt x="84271" y="85418"/>
                  <a:pt x="84584" y="85174"/>
                </a:cubicBezTo>
                <a:cubicBezTo>
                  <a:pt x="85142" y="84728"/>
                  <a:pt x="85705" y="84287"/>
                  <a:pt x="86258" y="83835"/>
                </a:cubicBezTo>
                <a:cubicBezTo>
                  <a:pt x="92781" y="78539"/>
                  <a:pt x="99129" y="73009"/>
                  <a:pt x="105413" y="67432"/>
                </a:cubicBezTo>
                <a:cubicBezTo>
                  <a:pt x="113540" y="60207"/>
                  <a:pt x="121514" y="52818"/>
                  <a:pt x="129487" y="45429"/>
                </a:cubicBezTo>
                <a:lnTo>
                  <a:pt x="129487" y="0"/>
                </a:lnTo>
                <a:close/>
              </a:path>
            </a:pathLst>
          </a:custGeom>
          <a:solidFill>
            <a:srgbClr val="FFFFFF">
              <a:alpha val="12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3"/>
          <p:cNvSpPr/>
          <p:nvPr/>
        </p:nvSpPr>
        <p:spPr>
          <a:xfrm>
            <a:off x="217167" y="278723"/>
            <a:ext cx="8645699" cy="4586055"/>
          </a:xfrm>
          <a:custGeom>
            <a:avLst/>
            <a:gdLst/>
            <a:ahLst/>
            <a:cxnLst/>
            <a:rect l="l" t="t" r="r" b="b"/>
            <a:pathLst>
              <a:path w="118252" h="62726" extrusionOk="0">
                <a:moveTo>
                  <a:pt x="2503" y="2598"/>
                </a:moveTo>
                <a:cubicBezTo>
                  <a:pt x="2506" y="2598"/>
                  <a:pt x="2509" y="2598"/>
                  <a:pt x="2513" y="2598"/>
                </a:cubicBezTo>
                <a:cubicBezTo>
                  <a:pt x="2975" y="2598"/>
                  <a:pt x="3347" y="2986"/>
                  <a:pt x="3347" y="3448"/>
                </a:cubicBezTo>
                <a:cubicBezTo>
                  <a:pt x="3347" y="3916"/>
                  <a:pt x="2964" y="4287"/>
                  <a:pt x="2497" y="4287"/>
                </a:cubicBezTo>
                <a:cubicBezTo>
                  <a:pt x="2035" y="4287"/>
                  <a:pt x="1663" y="3900"/>
                  <a:pt x="1663" y="3437"/>
                </a:cubicBezTo>
                <a:cubicBezTo>
                  <a:pt x="1668" y="2973"/>
                  <a:pt x="2040" y="2598"/>
                  <a:pt x="2503" y="2598"/>
                </a:cubicBezTo>
                <a:close/>
                <a:moveTo>
                  <a:pt x="2544" y="6874"/>
                </a:moveTo>
                <a:cubicBezTo>
                  <a:pt x="3007" y="6874"/>
                  <a:pt x="3378" y="7257"/>
                  <a:pt x="3378" y="7724"/>
                </a:cubicBezTo>
                <a:cubicBezTo>
                  <a:pt x="3378" y="8192"/>
                  <a:pt x="3001" y="8558"/>
                  <a:pt x="2529" y="8558"/>
                </a:cubicBezTo>
                <a:cubicBezTo>
                  <a:pt x="2066" y="8558"/>
                  <a:pt x="1695" y="8176"/>
                  <a:pt x="1695" y="7708"/>
                </a:cubicBezTo>
                <a:cubicBezTo>
                  <a:pt x="1695" y="7246"/>
                  <a:pt x="2077" y="6874"/>
                  <a:pt x="2544" y="6874"/>
                </a:cubicBezTo>
                <a:close/>
                <a:moveTo>
                  <a:pt x="2582" y="11151"/>
                </a:moveTo>
                <a:cubicBezTo>
                  <a:pt x="3049" y="11151"/>
                  <a:pt x="3421" y="11538"/>
                  <a:pt x="3421" y="12001"/>
                </a:cubicBezTo>
                <a:cubicBezTo>
                  <a:pt x="3416" y="12468"/>
                  <a:pt x="3033" y="12840"/>
                  <a:pt x="2571" y="12840"/>
                </a:cubicBezTo>
                <a:cubicBezTo>
                  <a:pt x="2104" y="12840"/>
                  <a:pt x="1732" y="12452"/>
                  <a:pt x="1732" y="11990"/>
                </a:cubicBezTo>
                <a:cubicBezTo>
                  <a:pt x="1732" y="11522"/>
                  <a:pt x="2120" y="11151"/>
                  <a:pt x="2582" y="11151"/>
                </a:cubicBezTo>
                <a:close/>
                <a:moveTo>
                  <a:pt x="2619" y="15427"/>
                </a:moveTo>
                <a:cubicBezTo>
                  <a:pt x="3081" y="15427"/>
                  <a:pt x="3453" y="15815"/>
                  <a:pt x="3453" y="16277"/>
                </a:cubicBezTo>
                <a:cubicBezTo>
                  <a:pt x="3448" y="16741"/>
                  <a:pt x="3076" y="17116"/>
                  <a:pt x="2613" y="17116"/>
                </a:cubicBezTo>
                <a:cubicBezTo>
                  <a:pt x="2609" y="17116"/>
                  <a:pt x="2606" y="17116"/>
                  <a:pt x="2603" y="17116"/>
                </a:cubicBezTo>
                <a:cubicBezTo>
                  <a:pt x="2141" y="17116"/>
                  <a:pt x="1764" y="16728"/>
                  <a:pt x="1764" y="16266"/>
                </a:cubicBezTo>
                <a:cubicBezTo>
                  <a:pt x="1764" y="15799"/>
                  <a:pt x="2151" y="15427"/>
                  <a:pt x="2619" y="15427"/>
                </a:cubicBezTo>
                <a:close/>
                <a:moveTo>
                  <a:pt x="2656" y="19703"/>
                </a:moveTo>
                <a:cubicBezTo>
                  <a:pt x="3124" y="19703"/>
                  <a:pt x="3495" y="20091"/>
                  <a:pt x="3495" y="20553"/>
                </a:cubicBezTo>
                <a:cubicBezTo>
                  <a:pt x="3485" y="21017"/>
                  <a:pt x="3113" y="21392"/>
                  <a:pt x="2655" y="21392"/>
                </a:cubicBezTo>
                <a:cubicBezTo>
                  <a:pt x="2652" y="21392"/>
                  <a:pt x="2649" y="21392"/>
                  <a:pt x="2645" y="21392"/>
                </a:cubicBezTo>
                <a:cubicBezTo>
                  <a:pt x="2178" y="21392"/>
                  <a:pt x="1806" y="21004"/>
                  <a:pt x="1806" y="20542"/>
                </a:cubicBezTo>
                <a:cubicBezTo>
                  <a:pt x="1806" y="20075"/>
                  <a:pt x="2194" y="19703"/>
                  <a:pt x="2656" y="19703"/>
                </a:cubicBezTo>
                <a:close/>
                <a:moveTo>
                  <a:pt x="2688" y="23985"/>
                </a:moveTo>
                <a:cubicBezTo>
                  <a:pt x="3155" y="23985"/>
                  <a:pt x="3527" y="24372"/>
                  <a:pt x="3527" y="24834"/>
                </a:cubicBezTo>
                <a:cubicBezTo>
                  <a:pt x="3522" y="25302"/>
                  <a:pt x="3139" y="25674"/>
                  <a:pt x="2677" y="25674"/>
                </a:cubicBezTo>
                <a:cubicBezTo>
                  <a:pt x="2210" y="25674"/>
                  <a:pt x="1838" y="25286"/>
                  <a:pt x="1838" y="24824"/>
                </a:cubicBezTo>
                <a:cubicBezTo>
                  <a:pt x="1838" y="24356"/>
                  <a:pt x="2226" y="23985"/>
                  <a:pt x="2688" y="23985"/>
                </a:cubicBezTo>
                <a:close/>
                <a:moveTo>
                  <a:pt x="2720" y="28261"/>
                </a:moveTo>
                <a:cubicBezTo>
                  <a:pt x="3187" y="28271"/>
                  <a:pt x="3564" y="28649"/>
                  <a:pt x="3559" y="29111"/>
                </a:cubicBezTo>
                <a:cubicBezTo>
                  <a:pt x="3559" y="29578"/>
                  <a:pt x="3171" y="29950"/>
                  <a:pt x="2709" y="29950"/>
                </a:cubicBezTo>
                <a:cubicBezTo>
                  <a:pt x="2242" y="29950"/>
                  <a:pt x="1870" y="29562"/>
                  <a:pt x="1870" y="29100"/>
                </a:cubicBezTo>
                <a:cubicBezTo>
                  <a:pt x="1870" y="28633"/>
                  <a:pt x="2258" y="28261"/>
                  <a:pt x="2720" y="28261"/>
                </a:cubicBezTo>
                <a:close/>
                <a:moveTo>
                  <a:pt x="2493" y="32786"/>
                </a:moveTo>
                <a:cubicBezTo>
                  <a:pt x="2500" y="32786"/>
                  <a:pt x="2506" y="32786"/>
                  <a:pt x="2513" y="32787"/>
                </a:cubicBezTo>
                <a:cubicBezTo>
                  <a:pt x="2975" y="32787"/>
                  <a:pt x="3347" y="33169"/>
                  <a:pt x="3347" y="33637"/>
                </a:cubicBezTo>
                <a:cubicBezTo>
                  <a:pt x="3347" y="34099"/>
                  <a:pt x="2964" y="34471"/>
                  <a:pt x="2497" y="34471"/>
                </a:cubicBezTo>
                <a:cubicBezTo>
                  <a:pt x="2035" y="34471"/>
                  <a:pt x="1663" y="34088"/>
                  <a:pt x="1663" y="33621"/>
                </a:cubicBezTo>
                <a:cubicBezTo>
                  <a:pt x="1668" y="33154"/>
                  <a:pt x="2035" y="32786"/>
                  <a:pt x="2493" y="32786"/>
                </a:cubicBezTo>
                <a:close/>
                <a:moveTo>
                  <a:pt x="2525" y="37063"/>
                </a:moveTo>
                <a:cubicBezTo>
                  <a:pt x="2532" y="37063"/>
                  <a:pt x="2538" y="37063"/>
                  <a:pt x="2544" y="37063"/>
                </a:cubicBezTo>
                <a:cubicBezTo>
                  <a:pt x="3007" y="37063"/>
                  <a:pt x="3378" y="37445"/>
                  <a:pt x="3378" y="37913"/>
                </a:cubicBezTo>
                <a:cubicBezTo>
                  <a:pt x="3378" y="38375"/>
                  <a:pt x="2996" y="38747"/>
                  <a:pt x="2529" y="38747"/>
                </a:cubicBezTo>
                <a:cubicBezTo>
                  <a:pt x="2066" y="38747"/>
                  <a:pt x="1695" y="38364"/>
                  <a:pt x="1695" y="37897"/>
                </a:cubicBezTo>
                <a:cubicBezTo>
                  <a:pt x="1700" y="37441"/>
                  <a:pt x="2067" y="37063"/>
                  <a:pt x="2525" y="37063"/>
                </a:cubicBezTo>
                <a:close/>
                <a:moveTo>
                  <a:pt x="2582" y="41339"/>
                </a:moveTo>
                <a:cubicBezTo>
                  <a:pt x="3049" y="41339"/>
                  <a:pt x="3421" y="41721"/>
                  <a:pt x="3421" y="42189"/>
                </a:cubicBezTo>
                <a:cubicBezTo>
                  <a:pt x="3421" y="42651"/>
                  <a:pt x="3033" y="43023"/>
                  <a:pt x="2571" y="43023"/>
                </a:cubicBezTo>
                <a:cubicBezTo>
                  <a:pt x="2104" y="43023"/>
                  <a:pt x="1732" y="42640"/>
                  <a:pt x="1732" y="42173"/>
                </a:cubicBezTo>
                <a:cubicBezTo>
                  <a:pt x="1732" y="41711"/>
                  <a:pt x="2120" y="41339"/>
                  <a:pt x="2582" y="41339"/>
                </a:cubicBezTo>
                <a:close/>
                <a:moveTo>
                  <a:pt x="2619" y="45615"/>
                </a:moveTo>
                <a:cubicBezTo>
                  <a:pt x="3081" y="45615"/>
                  <a:pt x="3453" y="45998"/>
                  <a:pt x="3453" y="46465"/>
                </a:cubicBezTo>
                <a:cubicBezTo>
                  <a:pt x="3453" y="46927"/>
                  <a:pt x="3070" y="47299"/>
                  <a:pt x="2603" y="47299"/>
                </a:cubicBezTo>
                <a:cubicBezTo>
                  <a:pt x="2141" y="47299"/>
                  <a:pt x="1764" y="46917"/>
                  <a:pt x="1764" y="46449"/>
                </a:cubicBezTo>
                <a:cubicBezTo>
                  <a:pt x="1764" y="45987"/>
                  <a:pt x="2151" y="45615"/>
                  <a:pt x="2619" y="45615"/>
                </a:cubicBezTo>
                <a:close/>
                <a:moveTo>
                  <a:pt x="2651" y="49891"/>
                </a:moveTo>
                <a:cubicBezTo>
                  <a:pt x="3113" y="49891"/>
                  <a:pt x="3485" y="50274"/>
                  <a:pt x="3485" y="50736"/>
                </a:cubicBezTo>
                <a:cubicBezTo>
                  <a:pt x="3485" y="51204"/>
                  <a:pt x="3102" y="51575"/>
                  <a:pt x="2635" y="51575"/>
                </a:cubicBezTo>
                <a:cubicBezTo>
                  <a:pt x="2173" y="51575"/>
                  <a:pt x="1801" y="51193"/>
                  <a:pt x="1801" y="50725"/>
                </a:cubicBezTo>
                <a:cubicBezTo>
                  <a:pt x="1806" y="50263"/>
                  <a:pt x="2183" y="49891"/>
                  <a:pt x="2651" y="49891"/>
                </a:cubicBezTo>
                <a:close/>
                <a:moveTo>
                  <a:pt x="2678" y="54173"/>
                </a:moveTo>
                <a:cubicBezTo>
                  <a:pt x="2681" y="54173"/>
                  <a:pt x="2685" y="54173"/>
                  <a:pt x="2688" y="54173"/>
                </a:cubicBezTo>
                <a:cubicBezTo>
                  <a:pt x="3155" y="54173"/>
                  <a:pt x="3527" y="54555"/>
                  <a:pt x="3527" y="55023"/>
                </a:cubicBezTo>
                <a:cubicBezTo>
                  <a:pt x="3527" y="55485"/>
                  <a:pt x="3139" y="55857"/>
                  <a:pt x="2677" y="55857"/>
                </a:cubicBezTo>
                <a:cubicBezTo>
                  <a:pt x="2210" y="55857"/>
                  <a:pt x="1838" y="55474"/>
                  <a:pt x="1838" y="55007"/>
                </a:cubicBezTo>
                <a:cubicBezTo>
                  <a:pt x="1838" y="54548"/>
                  <a:pt x="2220" y="54173"/>
                  <a:pt x="2678" y="54173"/>
                </a:cubicBezTo>
                <a:close/>
                <a:moveTo>
                  <a:pt x="2725" y="58449"/>
                </a:moveTo>
                <a:cubicBezTo>
                  <a:pt x="3187" y="58449"/>
                  <a:pt x="3559" y="58832"/>
                  <a:pt x="3559" y="59299"/>
                </a:cubicBezTo>
                <a:cubicBezTo>
                  <a:pt x="3559" y="59761"/>
                  <a:pt x="3177" y="60133"/>
                  <a:pt x="2709" y="60133"/>
                </a:cubicBezTo>
                <a:cubicBezTo>
                  <a:pt x="2247" y="60133"/>
                  <a:pt x="1875" y="59751"/>
                  <a:pt x="1875" y="59283"/>
                </a:cubicBezTo>
                <a:cubicBezTo>
                  <a:pt x="1875" y="58821"/>
                  <a:pt x="2258" y="58449"/>
                  <a:pt x="2725" y="58449"/>
                </a:cubicBezTo>
                <a:close/>
                <a:moveTo>
                  <a:pt x="0" y="1"/>
                </a:moveTo>
                <a:lnTo>
                  <a:pt x="0" y="30189"/>
                </a:lnTo>
                <a:lnTo>
                  <a:pt x="0" y="32537"/>
                </a:lnTo>
                <a:lnTo>
                  <a:pt x="0" y="62725"/>
                </a:lnTo>
                <a:lnTo>
                  <a:pt x="118251" y="62725"/>
                </a:lnTo>
                <a:lnTo>
                  <a:pt x="118251" y="32537"/>
                </a:lnTo>
                <a:lnTo>
                  <a:pt x="118251" y="30189"/>
                </a:lnTo>
                <a:lnTo>
                  <a:pt x="118251" y="1"/>
                </a:lnTo>
                <a:close/>
              </a:path>
            </a:pathLst>
          </a:custGeom>
          <a:solidFill>
            <a:schemeClr val="l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3"/>
          <p:cNvSpPr txBox="1">
            <a:spLocks noGrp="1"/>
          </p:cNvSpPr>
          <p:nvPr>
            <p:ph type="subTitle" idx="1"/>
          </p:nvPr>
        </p:nvSpPr>
        <p:spPr>
          <a:xfrm>
            <a:off x="1284000" y="1246025"/>
            <a:ext cx="6576000" cy="4452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0" name="Google Shape;160;p23"/>
          <p:cNvSpPr txBox="1">
            <a:spLocks noGrp="1"/>
          </p:cNvSpPr>
          <p:nvPr>
            <p:ph type="subTitle" idx="2"/>
          </p:nvPr>
        </p:nvSpPr>
        <p:spPr>
          <a:xfrm>
            <a:off x="1284000" y="2702163"/>
            <a:ext cx="6576000" cy="4452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1" name="Google Shape;161;p23"/>
          <p:cNvSpPr txBox="1">
            <a:spLocks noGrp="1"/>
          </p:cNvSpPr>
          <p:nvPr>
            <p:ph type="subTitle" idx="3"/>
          </p:nvPr>
        </p:nvSpPr>
        <p:spPr>
          <a:xfrm>
            <a:off x="1284000" y="4158313"/>
            <a:ext cx="6576000" cy="4452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2" name="Google Shape;162;p23"/>
          <p:cNvSpPr txBox="1">
            <a:spLocks noGrp="1"/>
          </p:cNvSpPr>
          <p:nvPr>
            <p:ph type="title" hasCustomPrompt="1"/>
          </p:nvPr>
        </p:nvSpPr>
        <p:spPr>
          <a:xfrm>
            <a:off x="1284000" y="1558475"/>
            <a:ext cx="6576000" cy="15111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lt2"/>
              </a:buClr>
              <a:buSzPts val="9600"/>
              <a:buNone/>
              <a:defRPr sz="9600">
                <a:solidFill>
                  <a:schemeClr val="lt2"/>
                </a:solidFill>
              </a:defRPr>
            </a:lvl1pPr>
            <a:lvl2pPr lvl="1" algn="ctr" rtl="0">
              <a:lnSpc>
                <a:spcPct val="100000"/>
              </a:lnSpc>
              <a:spcBef>
                <a:spcPts val="0"/>
              </a:spcBef>
              <a:spcAft>
                <a:spcPts val="0"/>
              </a:spcAft>
              <a:buClr>
                <a:schemeClr val="lt2"/>
              </a:buClr>
              <a:buSzPts val="9600"/>
              <a:buNone/>
              <a:defRPr sz="9600">
                <a:solidFill>
                  <a:schemeClr val="lt2"/>
                </a:solidFill>
              </a:defRPr>
            </a:lvl2pPr>
            <a:lvl3pPr lvl="2" algn="ctr" rtl="0">
              <a:lnSpc>
                <a:spcPct val="100000"/>
              </a:lnSpc>
              <a:spcBef>
                <a:spcPts val="0"/>
              </a:spcBef>
              <a:spcAft>
                <a:spcPts val="0"/>
              </a:spcAft>
              <a:buClr>
                <a:schemeClr val="lt2"/>
              </a:buClr>
              <a:buSzPts val="9600"/>
              <a:buNone/>
              <a:defRPr sz="9600">
                <a:solidFill>
                  <a:schemeClr val="lt2"/>
                </a:solidFill>
              </a:defRPr>
            </a:lvl3pPr>
            <a:lvl4pPr lvl="3" algn="ctr" rtl="0">
              <a:lnSpc>
                <a:spcPct val="100000"/>
              </a:lnSpc>
              <a:spcBef>
                <a:spcPts val="0"/>
              </a:spcBef>
              <a:spcAft>
                <a:spcPts val="0"/>
              </a:spcAft>
              <a:buClr>
                <a:schemeClr val="lt2"/>
              </a:buClr>
              <a:buSzPts val="9600"/>
              <a:buNone/>
              <a:defRPr sz="9600">
                <a:solidFill>
                  <a:schemeClr val="lt2"/>
                </a:solidFill>
              </a:defRPr>
            </a:lvl4pPr>
            <a:lvl5pPr lvl="4" algn="ctr" rtl="0">
              <a:lnSpc>
                <a:spcPct val="100000"/>
              </a:lnSpc>
              <a:spcBef>
                <a:spcPts val="0"/>
              </a:spcBef>
              <a:spcAft>
                <a:spcPts val="0"/>
              </a:spcAft>
              <a:buClr>
                <a:schemeClr val="lt2"/>
              </a:buClr>
              <a:buSzPts val="9600"/>
              <a:buNone/>
              <a:defRPr sz="9600">
                <a:solidFill>
                  <a:schemeClr val="lt2"/>
                </a:solidFill>
              </a:defRPr>
            </a:lvl5pPr>
            <a:lvl6pPr lvl="5" algn="ctr" rtl="0">
              <a:lnSpc>
                <a:spcPct val="100000"/>
              </a:lnSpc>
              <a:spcBef>
                <a:spcPts val="0"/>
              </a:spcBef>
              <a:spcAft>
                <a:spcPts val="0"/>
              </a:spcAft>
              <a:buClr>
                <a:schemeClr val="lt2"/>
              </a:buClr>
              <a:buSzPts val="9600"/>
              <a:buNone/>
              <a:defRPr sz="9600">
                <a:solidFill>
                  <a:schemeClr val="lt2"/>
                </a:solidFill>
              </a:defRPr>
            </a:lvl6pPr>
            <a:lvl7pPr lvl="6" algn="ctr" rtl="0">
              <a:lnSpc>
                <a:spcPct val="100000"/>
              </a:lnSpc>
              <a:spcBef>
                <a:spcPts val="0"/>
              </a:spcBef>
              <a:spcAft>
                <a:spcPts val="0"/>
              </a:spcAft>
              <a:buClr>
                <a:schemeClr val="lt2"/>
              </a:buClr>
              <a:buSzPts val="9600"/>
              <a:buNone/>
              <a:defRPr sz="9600">
                <a:solidFill>
                  <a:schemeClr val="lt2"/>
                </a:solidFill>
              </a:defRPr>
            </a:lvl7pPr>
            <a:lvl8pPr lvl="7" algn="ctr" rtl="0">
              <a:lnSpc>
                <a:spcPct val="100000"/>
              </a:lnSpc>
              <a:spcBef>
                <a:spcPts val="0"/>
              </a:spcBef>
              <a:spcAft>
                <a:spcPts val="0"/>
              </a:spcAft>
              <a:buClr>
                <a:schemeClr val="lt2"/>
              </a:buClr>
              <a:buSzPts val="9600"/>
              <a:buNone/>
              <a:defRPr sz="9600">
                <a:solidFill>
                  <a:schemeClr val="lt2"/>
                </a:solidFill>
              </a:defRPr>
            </a:lvl8pPr>
            <a:lvl9pPr lvl="8" algn="ctr" rtl="0">
              <a:lnSpc>
                <a:spcPct val="100000"/>
              </a:lnSpc>
              <a:spcBef>
                <a:spcPts val="0"/>
              </a:spcBef>
              <a:spcAft>
                <a:spcPts val="0"/>
              </a:spcAft>
              <a:buClr>
                <a:schemeClr val="lt2"/>
              </a:buClr>
              <a:buSzPts val="9600"/>
              <a:buNone/>
              <a:defRPr sz="9600">
                <a:solidFill>
                  <a:schemeClr val="lt2"/>
                </a:solidFill>
              </a:defRPr>
            </a:lvl9pPr>
          </a:lstStyle>
          <a:p>
            <a:r>
              <a:t>xx%</a:t>
            </a:r>
          </a:p>
        </p:txBody>
      </p:sp>
      <p:sp>
        <p:nvSpPr>
          <p:cNvPr id="163" name="Google Shape;163;p23"/>
          <p:cNvSpPr txBox="1">
            <a:spLocks noGrp="1"/>
          </p:cNvSpPr>
          <p:nvPr>
            <p:ph type="title" idx="4" hasCustomPrompt="1"/>
          </p:nvPr>
        </p:nvSpPr>
        <p:spPr>
          <a:xfrm>
            <a:off x="1284000" y="3006325"/>
            <a:ext cx="6576000" cy="15111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lt2"/>
              </a:buClr>
              <a:buSzPts val="9600"/>
              <a:buNone/>
              <a:defRPr sz="9600">
                <a:solidFill>
                  <a:schemeClr val="lt2"/>
                </a:solidFill>
              </a:defRPr>
            </a:lvl1pPr>
            <a:lvl2pPr lvl="1" algn="ctr" rtl="0">
              <a:lnSpc>
                <a:spcPct val="100000"/>
              </a:lnSpc>
              <a:spcBef>
                <a:spcPts val="0"/>
              </a:spcBef>
              <a:spcAft>
                <a:spcPts val="0"/>
              </a:spcAft>
              <a:buClr>
                <a:schemeClr val="lt2"/>
              </a:buClr>
              <a:buSzPts val="9600"/>
              <a:buNone/>
              <a:defRPr sz="9600">
                <a:solidFill>
                  <a:schemeClr val="lt2"/>
                </a:solidFill>
              </a:defRPr>
            </a:lvl2pPr>
            <a:lvl3pPr lvl="2" algn="ctr" rtl="0">
              <a:lnSpc>
                <a:spcPct val="100000"/>
              </a:lnSpc>
              <a:spcBef>
                <a:spcPts val="0"/>
              </a:spcBef>
              <a:spcAft>
                <a:spcPts val="0"/>
              </a:spcAft>
              <a:buClr>
                <a:schemeClr val="lt2"/>
              </a:buClr>
              <a:buSzPts val="9600"/>
              <a:buNone/>
              <a:defRPr sz="9600">
                <a:solidFill>
                  <a:schemeClr val="lt2"/>
                </a:solidFill>
              </a:defRPr>
            </a:lvl3pPr>
            <a:lvl4pPr lvl="3" algn="ctr" rtl="0">
              <a:lnSpc>
                <a:spcPct val="100000"/>
              </a:lnSpc>
              <a:spcBef>
                <a:spcPts val="0"/>
              </a:spcBef>
              <a:spcAft>
                <a:spcPts val="0"/>
              </a:spcAft>
              <a:buClr>
                <a:schemeClr val="lt2"/>
              </a:buClr>
              <a:buSzPts val="9600"/>
              <a:buNone/>
              <a:defRPr sz="9600">
                <a:solidFill>
                  <a:schemeClr val="lt2"/>
                </a:solidFill>
              </a:defRPr>
            </a:lvl4pPr>
            <a:lvl5pPr lvl="4" algn="ctr" rtl="0">
              <a:lnSpc>
                <a:spcPct val="100000"/>
              </a:lnSpc>
              <a:spcBef>
                <a:spcPts val="0"/>
              </a:spcBef>
              <a:spcAft>
                <a:spcPts val="0"/>
              </a:spcAft>
              <a:buClr>
                <a:schemeClr val="lt2"/>
              </a:buClr>
              <a:buSzPts val="9600"/>
              <a:buNone/>
              <a:defRPr sz="9600">
                <a:solidFill>
                  <a:schemeClr val="lt2"/>
                </a:solidFill>
              </a:defRPr>
            </a:lvl5pPr>
            <a:lvl6pPr lvl="5" algn="ctr" rtl="0">
              <a:lnSpc>
                <a:spcPct val="100000"/>
              </a:lnSpc>
              <a:spcBef>
                <a:spcPts val="0"/>
              </a:spcBef>
              <a:spcAft>
                <a:spcPts val="0"/>
              </a:spcAft>
              <a:buClr>
                <a:schemeClr val="lt2"/>
              </a:buClr>
              <a:buSzPts val="9600"/>
              <a:buNone/>
              <a:defRPr sz="9600">
                <a:solidFill>
                  <a:schemeClr val="lt2"/>
                </a:solidFill>
              </a:defRPr>
            </a:lvl6pPr>
            <a:lvl7pPr lvl="6" algn="ctr" rtl="0">
              <a:lnSpc>
                <a:spcPct val="100000"/>
              </a:lnSpc>
              <a:spcBef>
                <a:spcPts val="0"/>
              </a:spcBef>
              <a:spcAft>
                <a:spcPts val="0"/>
              </a:spcAft>
              <a:buClr>
                <a:schemeClr val="lt2"/>
              </a:buClr>
              <a:buSzPts val="9600"/>
              <a:buNone/>
              <a:defRPr sz="9600">
                <a:solidFill>
                  <a:schemeClr val="lt2"/>
                </a:solidFill>
              </a:defRPr>
            </a:lvl7pPr>
            <a:lvl8pPr lvl="7" algn="ctr" rtl="0">
              <a:lnSpc>
                <a:spcPct val="100000"/>
              </a:lnSpc>
              <a:spcBef>
                <a:spcPts val="0"/>
              </a:spcBef>
              <a:spcAft>
                <a:spcPts val="0"/>
              </a:spcAft>
              <a:buClr>
                <a:schemeClr val="lt2"/>
              </a:buClr>
              <a:buSzPts val="9600"/>
              <a:buNone/>
              <a:defRPr sz="9600">
                <a:solidFill>
                  <a:schemeClr val="lt2"/>
                </a:solidFill>
              </a:defRPr>
            </a:lvl8pPr>
            <a:lvl9pPr lvl="8" algn="ctr" rtl="0">
              <a:lnSpc>
                <a:spcPct val="100000"/>
              </a:lnSpc>
              <a:spcBef>
                <a:spcPts val="0"/>
              </a:spcBef>
              <a:spcAft>
                <a:spcPts val="0"/>
              </a:spcAft>
              <a:buClr>
                <a:schemeClr val="lt2"/>
              </a:buClr>
              <a:buSzPts val="9600"/>
              <a:buNone/>
              <a:defRPr sz="9600">
                <a:solidFill>
                  <a:schemeClr val="lt2"/>
                </a:solidFill>
              </a:defRPr>
            </a:lvl9pPr>
          </a:lstStyle>
          <a:p>
            <a:r>
              <a:t>xx%</a:t>
            </a:r>
          </a:p>
        </p:txBody>
      </p:sp>
      <p:sp>
        <p:nvSpPr>
          <p:cNvPr id="164" name="Google Shape;164;p23"/>
          <p:cNvSpPr txBox="1">
            <a:spLocks noGrp="1"/>
          </p:cNvSpPr>
          <p:nvPr>
            <p:ph type="title" idx="5" hasCustomPrompt="1"/>
          </p:nvPr>
        </p:nvSpPr>
        <p:spPr>
          <a:xfrm>
            <a:off x="1284000" y="47375"/>
            <a:ext cx="6576000" cy="15111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lt2"/>
              </a:buClr>
              <a:buSzPts val="9600"/>
              <a:buNone/>
              <a:defRPr sz="9600">
                <a:solidFill>
                  <a:schemeClr val="lt2"/>
                </a:solidFill>
              </a:defRPr>
            </a:lvl1pPr>
            <a:lvl2pPr lvl="1" algn="ctr" rtl="0">
              <a:lnSpc>
                <a:spcPct val="100000"/>
              </a:lnSpc>
              <a:spcBef>
                <a:spcPts val="0"/>
              </a:spcBef>
              <a:spcAft>
                <a:spcPts val="0"/>
              </a:spcAft>
              <a:buClr>
                <a:schemeClr val="lt2"/>
              </a:buClr>
              <a:buSzPts val="9600"/>
              <a:buNone/>
              <a:defRPr sz="9600">
                <a:solidFill>
                  <a:schemeClr val="lt2"/>
                </a:solidFill>
              </a:defRPr>
            </a:lvl2pPr>
            <a:lvl3pPr lvl="2" algn="ctr" rtl="0">
              <a:lnSpc>
                <a:spcPct val="100000"/>
              </a:lnSpc>
              <a:spcBef>
                <a:spcPts val="0"/>
              </a:spcBef>
              <a:spcAft>
                <a:spcPts val="0"/>
              </a:spcAft>
              <a:buClr>
                <a:schemeClr val="lt2"/>
              </a:buClr>
              <a:buSzPts val="9600"/>
              <a:buNone/>
              <a:defRPr sz="9600">
                <a:solidFill>
                  <a:schemeClr val="lt2"/>
                </a:solidFill>
              </a:defRPr>
            </a:lvl3pPr>
            <a:lvl4pPr lvl="3" algn="ctr" rtl="0">
              <a:lnSpc>
                <a:spcPct val="100000"/>
              </a:lnSpc>
              <a:spcBef>
                <a:spcPts val="0"/>
              </a:spcBef>
              <a:spcAft>
                <a:spcPts val="0"/>
              </a:spcAft>
              <a:buClr>
                <a:schemeClr val="lt2"/>
              </a:buClr>
              <a:buSzPts val="9600"/>
              <a:buNone/>
              <a:defRPr sz="9600">
                <a:solidFill>
                  <a:schemeClr val="lt2"/>
                </a:solidFill>
              </a:defRPr>
            </a:lvl4pPr>
            <a:lvl5pPr lvl="4" algn="ctr" rtl="0">
              <a:lnSpc>
                <a:spcPct val="100000"/>
              </a:lnSpc>
              <a:spcBef>
                <a:spcPts val="0"/>
              </a:spcBef>
              <a:spcAft>
                <a:spcPts val="0"/>
              </a:spcAft>
              <a:buClr>
                <a:schemeClr val="lt2"/>
              </a:buClr>
              <a:buSzPts val="9600"/>
              <a:buNone/>
              <a:defRPr sz="9600">
                <a:solidFill>
                  <a:schemeClr val="lt2"/>
                </a:solidFill>
              </a:defRPr>
            </a:lvl5pPr>
            <a:lvl6pPr lvl="5" algn="ctr" rtl="0">
              <a:lnSpc>
                <a:spcPct val="100000"/>
              </a:lnSpc>
              <a:spcBef>
                <a:spcPts val="0"/>
              </a:spcBef>
              <a:spcAft>
                <a:spcPts val="0"/>
              </a:spcAft>
              <a:buClr>
                <a:schemeClr val="lt2"/>
              </a:buClr>
              <a:buSzPts val="9600"/>
              <a:buNone/>
              <a:defRPr sz="9600">
                <a:solidFill>
                  <a:schemeClr val="lt2"/>
                </a:solidFill>
              </a:defRPr>
            </a:lvl6pPr>
            <a:lvl7pPr lvl="6" algn="ctr" rtl="0">
              <a:lnSpc>
                <a:spcPct val="100000"/>
              </a:lnSpc>
              <a:spcBef>
                <a:spcPts val="0"/>
              </a:spcBef>
              <a:spcAft>
                <a:spcPts val="0"/>
              </a:spcAft>
              <a:buClr>
                <a:schemeClr val="lt2"/>
              </a:buClr>
              <a:buSzPts val="9600"/>
              <a:buNone/>
              <a:defRPr sz="9600">
                <a:solidFill>
                  <a:schemeClr val="lt2"/>
                </a:solidFill>
              </a:defRPr>
            </a:lvl7pPr>
            <a:lvl8pPr lvl="7" algn="ctr" rtl="0">
              <a:lnSpc>
                <a:spcPct val="100000"/>
              </a:lnSpc>
              <a:spcBef>
                <a:spcPts val="0"/>
              </a:spcBef>
              <a:spcAft>
                <a:spcPts val="0"/>
              </a:spcAft>
              <a:buClr>
                <a:schemeClr val="lt2"/>
              </a:buClr>
              <a:buSzPts val="9600"/>
              <a:buNone/>
              <a:defRPr sz="9600">
                <a:solidFill>
                  <a:schemeClr val="lt2"/>
                </a:solidFill>
              </a:defRPr>
            </a:lvl8pPr>
            <a:lvl9pPr lvl="8" algn="ctr" rtl="0">
              <a:lnSpc>
                <a:spcPct val="100000"/>
              </a:lnSpc>
              <a:spcBef>
                <a:spcPts val="0"/>
              </a:spcBef>
              <a:spcAft>
                <a:spcPts val="0"/>
              </a:spcAft>
              <a:buClr>
                <a:schemeClr val="lt2"/>
              </a:buClr>
              <a:buSzPts val="9600"/>
              <a:buNone/>
              <a:defRPr sz="9600">
                <a:solidFill>
                  <a:schemeClr val="lt2"/>
                </a:solidFill>
              </a:defRPr>
            </a:lvl9pPr>
          </a:lstStyle>
          <a:p>
            <a:r>
              <a:t>xx%</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1">
  <p:cSld name="CUSTOM_1">
    <p:bg>
      <p:bgPr>
        <a:solidFill>
          <a:schemeClr val="dk1"/>
        </a:solidFill>
        <a:effectLst/>
      </p:bgPr>
    </p:bg>
    <p:spTree>
      <p:nvGrpSpPr>
        <p:cNvPr id="1" name="Shape 178"/>
        <p:cNvGrpSpPr/>
        <p:nvPr/>
      </p:nvGrpSpPr>
      <p:grpSpPr>
        <a:xfrm>
          <a:off x="0" y="0"/>
          <a:ext cx="0" cy="0"/>
          <a:chOff x="0" y="0"/>
          <a:chExt cx="0" cy="0"/>
        </a:xfrm>
      </p:grpSpPr>
      <p:sp>
        <p:nvSpPr>
          <p:cNvPr id="179" name="Google Shape;179;p26"/>
          <p:cNvSpPr/>
          <p:nvPr/>
        </p:nvSpPr>
        <p:spPr>
          <a:xfrm>
            <a:off x="-161559" y="-1507575"/>
            <a:ext cx="9467118" cy="7256708"/>
          </a:xfrm>
          <a:custGeom>
            <a:avLst/>
            <a:gdLst/>
            <a:ahLst/>
            <a:cxnLst/>
            <a:rect l="l" t="t" r="r" b="b"/>
            <a:pathLst>
              <a:path w="129487" h="99254" extrusionOk="0">
                <a:moveTo>
                  <a:pt x="56002" y="25805"/>
                </a:moveTo>
                <a:cubicBezTo>
                  <a:pt x="56006" y="25805"/>
                  <a:pt x="56005" y="25909"/>
                  <a:pt x="55990" y="26019"/>
                </a:cubicBezTo>
                <a:cubicBezTo>
                  <a:pt x="55994" y="25863"/>
                  <a:pt x="56000" y="25805"/>
                  <a:pt x="56002" y="25805"/>
                </a:cubicBezTo>
                <a:close/>
                <a:moveTo>
                  <a:pt x="129487" y="0"/>
                </a:moveTo>
                <a:cubicBezTo>
                  <a:pt x="124318" y="4664"/>
                  <a:pt x="119091" y="9270"/>
                  <a:pt x="113774" y="13775"/>
                </a:cubicBezTo>
                <a:cubicBezTo>
                  <a:pt x="105593" y="20707"/>
                  <a:pt x="97206" y="27405"/>
                  <a:pt x="88531" y="33721"/>
                </a:cubicBezTo>
                <a:cubicBezTo>
                  <a:pt x="87591" y="34407"/>
                  <a:pt x="86640" y="35246"/>
                  <a:pt x="85631" y="35846"/>
                </a:cubicBezTo>
                <a:cubicBezTo>
                  <a:pt x="85679" y="35818"/>
                  <a:pt x="85711" y="35801"/>
                  <a:pt x="85714" y="35801"/>
                </a:cubicBezTo>
                <a:lnTo>
                  <a:pt x="85714" y="35801"/>
                </a:lnTo>
                <a:cubicBezTo>
                  <a:pt x="85718" y="35801"/>
                  <a:pt x="85636" y="35849"/>
                  <a:pt x="85397" y="35979"/>
                </a:cubicBezTo>
                <a:cubicBezTo>
                  <a:pt x="85344" y="36011"/>
                  <a:pt x="85291" y="36053"/>
                  <a:pt x="85254" y="36080"/>
                </a:cubicBezTo>
                <a:cubicBezTo>
                  <a:pt x="85046" y="36245"/>
                  <a:pt x="84834" y="36409"/>
                  <a:pt x="84627" y="36574"/>
                </a:cubicBezTo>
                <a:cubicBezTo>
                  <a:pt x="83554" y="37445"/>
                  <a:pt x="82475" y="38322"/>
                  <a:pt x="81381" y="39177"/>
                </a:cubicBezTo>
                <a:cubicBezTo>
                  <a:pt x="78566" y="41381"/>
                  <a:pt x="75692" y="43559"/>
                  <a:pt x="72563" y="45312"/>
                </a:cubicBezTo>
                <a:cubicBezTo>
                  <a:pt x="69876" y="46823"/>
                  <a:pt x="66711" y="48301"/>
                  <a:pt x="63543" y="48301"/>
                </a:cubicBezTo>
                <a:cubicBezTo>
                  <a:pt x="63336" y="48301"/>
                  <a:pt x="63129" y="48295"/>
                  <a:pt x="62922" y="48282"/>
                </a:cubicBezTo>
                <a:cubicBezTo>
                  <a:pt x="58911" y="48037"/>
                  <a:pt x="55655" y="45201"/>
                  <a:pt x="54561" y="41365"/>
                </a:cubicBezTo>
                <a:cubicBezTo>
                  <a:pt x="53472" y="37551"/>
                  <a:pt x="54295" y="33371"/>
                  <a:pt x="55161" y="29599"/>
                </a:cubicBezTo>
                <a:cubicBezTo>
                  <a:pt x="55347" y="28781"/>
                  <a:pt x="55543" y="27968"/>
                  <a:pt x="55735" y="27156"/>
                </a:cubicBezTo>
                <a:cubicBezTo>
                  <a:pt x="55814" y="26816"/>
                  <a:pt x="55883" y="26465"/>
                  <a:pt x="55968" y="26125"/>
                </a:cubicBezTo>
                <a:cubicBezTo>
                  <a:pt x="55974" y="26093"/>
                  <a:pt x="55984" y="26051"/>
                  <a:pt x="55990" y="26019"/>
                </a:cubicBezTo>
                <a:lnTo>
                  <a:pt x="55990" y="26019"/>
                </a:lnTo>
                <a:cubicBezTo>
                  <a:pt x="55990" y="26083"/>
                  <a:pt x="55984" y="26162"/>
                  <a:pt x="55984" y="26263"/>
                </a:cubicBezTo>
                <a:cubicBezTo>
                  <a:pt x="55990" y="26051"/>
                  <a:pt x="56037" y="25812"/>
                  <a:pt x="56064" y="25599"/>
                </a:cubicBezTo>
                <a:cubicBezTo>
                  <a:pt x="56282" y="23628"/>
                  <a:pt x="56319" y="21684"/>
                  <a:pt x="56170" y="19703"/>
                </a:cubicBezTo>
                <a:lnTo>
                  <a:pt x="56170" y="19698"/>
                </a:lnTo>
                <a:cubicBezTo>
                  <a:pt x="56149" y="19570"/>
                  <a:pt x="56128" y="19443"/>
                  <a:pt x="56101" y="19320"/>
                </a:cubicBezTo>
                <a:cubicBezTo>
                  <a:pt x="56037" y="18980"/>
                  <a:pt x="55963" y="18646"/>
                  <a:pt x="55867" y="18316"/>
                </a:cubicBezTo>
                <a:cubicBezTo>
                  <a:pt x="55798" y="18056"/>
                  <a:pt x="55697" y="17806"/>
                  <a:pt x="55618" y="17546"/>
                </a:cubicBezTo>
                <a:cubicBezTo>
                  <a:pt x="55575" y="17466"/>
                  <a:pt x="55538" y="17382"/>
                  <a:pt x="55496" y="17302"/>
                </a:cubicBezTo>
                <a:cubicBezTo>
                  <a:pt x="55384" y="17089"/>
                  <a:pt x="55108" y="16802"/>
                  <a:pt x="55007" y="16569"/>
                </a:cubicBezTo>
                <a:lnTo>
                  <a:pt x="54986" y="16548"/>
                </a:lnTo>
                <a:cubicBezTo>
                  <a:pt x="54975" y="16537"/>
                  <a:pt x="54959" y="16532"/>
                  <a:pt x="54948" y="16516"/>
                </a:cubicBezTo>
                <a:cubicBezTo>
                  <a:pt x="54946" y="16519"/>
                  <a:pt x="54941" y="16521"/>
                  <a:pt x="54934" y="16521"/>
                </a:cubicBezTo>
                <a:cubicBezTo>
                  <a:pt x="54889" y="16521"/>
                  <a:pt x="54760" y="16441"/>
                  <a:pt x="54577" y="16202"/>
                </a:cubicBezTo>
                <a:cubicBezTo>
                  <a:pt x="54550" y="16186"/>
                  <a:pt x="54524" y="16170"/>
                  <a:pt x="54497" y="16149"/>
                </a:cubicBezTo>
                <a:cubicBezTo>
                  <a:pt x="54401" y="16096"/>
                  <a:pt x="54295" y="16053"/>
                  <a:pt x="54189" y="16000"/>
                </a:cubicBezTo>
                <a:cubicBezTo>
                  <a:pt x="54029" y="15947"/>
                  <a:pt x="53865" y="15894"/>
                  <a:pt x="53700" y="15846"/>
                </a:cubicBezTo>
                <a:cubicBezTo>
                  <a:pt x="53525" y="15799"/>
                  <a:pt x="53328" y="15788"/>
                  <a:pt x="53142" y="15751"/>
                </a:cubicBezTo>
                <a:cubicBezTo>
                  <a:pt x="53095" y="15745"/>
                  <a:pt x="53047" y="15745"/>
                  <a:pt x="52999" y="15740"/>
                </a:cubicBezTo>
                <a:cubicBezTo>
                  <a:pt x="52887" y="15735"/>
                  <a:pt x="52776" y="15733"/>
                  <a:pt x="52665" y="15733"/>
                </a:cubicBezTo>
                <a:cubicBezTo>
                  <a:pt x="52190" y="15733"/>
                  <a:pt x="51720" y="15773"/>
                  <a:pt x="51246" y="15799"/>
                </a:cubicBezTo>
                <a:cubicBezTo>
                  <a:pt x="51177" y="15814"/>
                  <a:pt x="51108" y="15820"/>
                  <a:pt x="51034" y="15830"/>
                </a:cubicBezTo>
                <a:cubicBezTo>
                  <a:pt x="50715" y="15894"/>
                  <a:pt x="50396" y="15953"/>
                  <a:pt x="50088" y="16027"/>
                </a:cubicBezTo>
                <a:cubicBezTo>
                  <a:pt x="48696" y="16346"/>
                  <a:pt x="47342" y="16802"/>
                  <a:pt x="46024" y="17328"/>
                </a:cubicBezTo>
                <a:cubicBezTo>
                  <a:pt x="45947" y="17357"/>
                  <a:pt x="45399" y="17569"/>
                  <a:pt x="45407" y="17569"/>
                </a:cubicBezTo>
                <a:cubicBezTo>
                  <a:pt x="45409" y="17569"/>
                  <a:pt x="45464" y="17549"/>
                  <a:pt x="45599" y="17498"/>
                </a:cubicBezTo>
                <a:cubicBezTo>
                  <a:pt x="45755" y="17439"/>
                  <a:pt x="45815" y="17417"/>
                  <a:pt x="45818" y="17417"/>
                </a:cubicBezTo>
                <a:lnTo>
                  <a:pt x="45818" y="17417"/>
                </a:lnTo>
                <a:cubicBezTo>
                  <a:pt x="45827" y="17417"/>
                  <a:pt x="45427" y="17576"/>
                  <a:pt x="45376" y="17599"/>
                </a:cubicBezTo>
                <a:cubicBezTo>
                  <a:pt x="45015" y="17759"/>
                  <a:pt x="44648" y="17923"/>
                  <a:pt x="44282" y="18099"/>
                </a:cubicBezTo>
                <a:cubicBezTo>
                  <a:pt x="43570" y="18428"/>
                  <a:pt x="42869" y="18779"/>
                  <a:pt x="42173" y="19140"/>
                </a:cubicBezTo>
                <a:cubicBezTo>
                  <a:pt x="38694" y="20941"/>
                  <a:pt x="35379" y="23002"/>
                  <a:pt x="32202" y="25296"/>
                </a:cubicBezTo>
                <a:cubicBezTo>
                  <a:pt x="31103" y="26093"/>
                  <a:pt x="30008" y="26917"/>
                  <a:pt x="28925" y="27740"/>
                </a:cubicBezTo>
                <a:cubicBezTo>
                  <a:pt x="28904" y="27756"/>
                  <a:pt x="28734" y="27883"/>
                  <a:pt x="28659" y="27942"/>
                </a:cubicBezTo>
                <a:lnTo>
                  <a:pt x="28022" y="28441"/>
                </a:lnTo>
                <a:cubicBezTo>
                  <a:pt x="27528" y="28829"/>
                  <a:pt x="27039" y="29211"/>
                  <a:pt x="26556" y="29605"/>
                </a:cubicBezTo>
                <a:cubicBezTo>
                  <a:pt x="24548" y="31209"/>
                  <a:pt x="22577" y="32850"/>
                  <a:pt x="20622" y="34529"/>
                </a:cubicBezTo>
                <a:cubicBezTo>
                  <a:pt x="16739" y="37870"/>
                  <a:pt x="12957" y="41323"/>
                  <a:pt x="9217" y="44824"/>
                </a:cubicBezTo>
                <a:cubicBezTo>
                  <a:pt x="6131" y="47729"/>
                  <a:pt x="3071" y="50646"/>
                  <a:pt x="1" y="53546"/>
                </a:cubicBezTo>
                <a:lnTo>
                  <a:pt x="1" y="98189"/>
                </a:lnTo>
                <a:cubicBezTo>
                  <a:pt x="5308" y="93774"/>
                  <a:pt x="10747" y="89530"/>
                  <a:pt x="16484" y="85684"/>
                </a:cubicBezTo>
                <a:cubicBezTo>
                  <a:pt x="21573" y="82274"/>
                  <a:pt x="26890" y="79416"/>
                  <a:pt x="32394" y="76717"/>
                </a:cubicBezTo>
                <a:cubicBezTo>
                  <a:pt x="35836" y="75023"/>
                  <a:pt x="39198" y="73254"/>
                  <a:pt x="42901" y="72165"/>
                </a:cubicBezTo>
                <a:cubicBezTo>
                  <a:pt x="44777" y="71614"/>
                  <a:pt x="46911" y="71173"/>
                  <a:pt x="48992" y="71173"/>
                </a:cubicBezTo>
                <a:cubicBezTo>
                  <a:pt x="51525" y="71173"/>
                  <a:pt x="53981" y="71825"/>
                  <a:pt x="55804" y="73726"/>
                </a:cubicBezTo>
                <a:cubicBezTo>
                  <a:pt x="59150" y="77232"/>
                  <a:pt x="58029" y="82305"/>
                  <a:pt x="56919" y="86518"/>
                </a:cubicBezTo>
                <a:cubicBezTo>
                  <a:pt x="56393" y="88499"/>
                  <a:pt x="55777" y="90465"/>
                  <a:pt x="55347" y="92473"/>
                </a:cubicBezTo>
                <a:cubicBezTo>
                  <a:pt x="55294" y="92712"/>
                  <a:pt x="55246" y="92956"/>
                  <a:pt x="55198" y="93200"/>
                </a:cubicBezTo>
                <a:cubicBezTo>
                  <a:pt x="55193" y="93227"/>
                  <a:pt x="55188" y="93270"/>
                  <a:pt x="55182" y="93317"/>
                </a:cubicBezTo>
                <a:cubicBezTo>
                  <a:pt x="55166" y="93413"/>
                  <a:pt x="55156" y="93530"/>
                  <a:pt x="55156" y="93583"/>
                </a:cubicBezTo>
                <a:cubicBezTo>
                  <a:pt x="55140" y="93748"/>
                  <a:pt x="55134" y="93918"/>
                  <a:pt x="55134" y="94088"/>
                </a:cubicBezTo>
                <a:cubicBezTo>
                  <a:pt x="55134" y="94444"/>
                  <a:pt x="55188" y="94794"/>
                  <a:pt x="55219" y="95155"/>
                </a:cubicBezTo>
                <a:cubicBezTo>
                  <a:pt x="55251" y="95325"/>
                  <a:pt x="55278" y="95501"/>
                  <a:pt x="55315" y="95671"/>
                </a:cubicBezTo>
                <a:cubicBezTo>
                  <a:pt x="55437" y="96287"/>
                  <a:pt x="55756" y="96919"/>
                  <a:pt x="55873" y="97535"/>
                </a:cubicBezTo>
                <a:cubicBezTo>
                  <a:pt x="55910" y="97625"/>
                  <a:pt x="55958" y="97705"/>
                  <a:pt x="56006" y="97785"/>
                </a:cubicBezTo>
                <a:cubicBezTo>
                  <a:pt x="56112" y="97971"/>
                  <a:pt x="56245" y="98141"/>
                  <a:pt x="56356" y="98327"/>
                </a:cubicBezTo>
                <a:cubicBezTo>
                  <a:pt x="56404" y="98380"/>
                  <a:pt x="56446" y="98433"/>
                  <a:pt x="56500" y="98486"/>
                </a:cubicBezTo>
                <a:cubicBezTo>
                  <a:pt x="56537" y="98523"/>
                  <a:pt x="56569" y="98555"/>
                  <a:pt x="56601" y="98582"/>
                </a:cubicBezTo>
                <a:cubicBezTo>
                  <a:pt x="56781" y="98693"/>
                  <a:pt x="56956" y="98853"/>
                  <a:pt x="57137" y="98948"/>
                </a:cubicBezTo>
                <a:cubicBezTo>
                  <a:pt x="57158" y="98953"/>
                  <a:pt x="57180" y="98964"/>
                  <a:pt x="57190" y="98975"/>
                </a:cubicBezTo>
                <a:cubicBezTo>
                  <a:pt x="57403" y="99033"/>
                  <a:pt x="57610" y="99113"/>
                  <a:pt x="57822" y="99166"/>
                </a:cubicBezTo>
                <a:cubicBezTo>
                  <a:pt x="57875" y="99177"/>
                  <a:pt x="57971" y="99198"/>
                  <a:pt x="58067" y="99214"/>
                </a:cubicBezTo>
                <a:cubicBezTo>
                  <a:pt x="58247" y="99224"/>
                  <a:pt x="58508" y="99251"/>
                  <a:pt x="58614" y="99251"/>
                </a:cubicBezTo>
                <a:cubicBezTo>
                  <a:pt x="58688" y="99252"/>
                  <a:pt x="58762" y="99253"/>
                  <a:pt x="58836" y="99253"/>
                </a:cubicBezTo>
                <a:cubicBezTo>
                  <a:pt x="59038" y="99253"/>
                  <a:pt x="59240" y="99248"/>
                  <a:pt x="59442" y="99240"/>
                </a:cubicBezTo>
                <a:cubicBezTo>
                  <a:pt x="59570" y="99230"/>
                  <a:pt x="59947" y="99192"/>
                  <a:pt x="60133" y="99171"/>
                </a:cubicBezTo>
                <a:cubicBezTo>
                  <a:pt x="60271" y="99150"/>
                  <a:pt x="60404" y="99123"/>
                  <a:pt x="60473" y="99113"/>
                </a:cubicBezTo>
                <a:cubicBezTo>
                  <a:pt x="61158" y="98980"/>
                  <a:pt x="61833" y="98805"/>
                  <a:pt x="62502" y="98603"/>
                </a:cubicBezTo>
                <a:cubicBezTo>
                  <a:pt x="63193" y="98396"/>
                  <a:pt x="63878" y="98157"/>
                  <a:pt x="64558" y="97891"/>
                </a:cubicBezTo>
                <a:cubicBezTo>
                  <a:pt x="64733" y="97822"/>
                  <a:pt x="64914" y="97753"/>
                  <a:pt x="65089" y="97679"/>
                </a:cubicBezTo>
                <a:cubicBezTo>
                  <a:pt x="65387" y="97546"/>
                  <a:pt x="65689" y="97413"/>
                  <a:pt x="65998" y="97275"/>
                </a:cubicBezTo>
                <a:cubicBezTo>
                  <a:pt x="67522" y="96568"/>
                  <a:pt x="69009" y="95777"/>
                  <a:pt x="70470" y="94938"/>
                </a:cubicBezTo>
                <a:cubicBezTo>
                  <a:pt x="73514" y="93190"/>
                  <a:pt x="76430" y="91235"/>
                  <a:pt x="79272" y="89185"/>
                </a:cubicBezTo>
                <a:cubicBezTo>
                  <a:pt x="80600" y="88228"/>
                  <a:pt x="81907" y="87240"/>
                  <a:pt x="83214" y="86242"/>
                </a:cubicBezTo>
                <a:lnTo>
                  <a:pt x="83655" y="85907"/>
                </a:lnTo>
                <a:cubicBezTo>
                  <a:pt x="83963" y="85657"/>
                  <a:pt x="84271" y="85418"/>
                  <a:pt x="84584" y="85174"/>
                </a:cubicBezTo>
                <a:cubicBezTo>
                  <a:pt x="85142" y="84728"/>
                  <a:pt x="85705" y="84287"/>
                  <a:pt x="86258" y="83835"/>
                </a:cubicBezTo>
                <a:cubicBezTo>
                  <a:pt x="92781" y="78539"/>
                  <a:pt x="99129" y="73009"/>
                  <a:pt x="105413" y="67432"/>
                </a:cubicBezTo>
                <a:cubicBezTo>
                  <a:pt x="113540" y="60207"/>
                  <a:pt x="121514" y="52818"/>
                  <a:pt x="129487" y="45429"/>
                </a:cubicBezTo>
                <a:lnTo>
                  <a:pt x="129487" y="0"/>
                </a:lnTo>
                <a:close/>
              </a:path>
            </a:pathLst>
          </a:custGeom>
          <a:solidFill>
            <a:srgbClr val="FFFFFF">
              <a:alpha val="12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6"/>
          <p:cNvSpPr/>
          <p:nvPr/>
        </p:nvSpPr>
        <p:spPr>
          <a:xfrm>
            <a:off x="217167" y="278723"/>
            <a:ext cx="8645699" cy="4586055"/>
          </a:xfrm>
          <a:custGeom>
            <a:avLst/>
            <a:gdLst/>
            <a:ahLst/>
            <a:cxnLst/>
            <a:rect l="l" t="t" r="r" b="b"/>
            <a:pathLst>
              <a:path w="118252" h="62726" extrusionOk="0">
                <a:moveTo>
                  <a:pt x="2503" y="2598"/>
                </a:moveTo>
                <a:cubicBezTo>
                  <a:pt x="2506" y="2598"/>
                  <a:pt x="2509" y="2598"/>
                  <a:pt x="2513" y="2598"/>
                </a:cubicBezTo>
                <a:cubicBezTo>
                  <a:pt x="2975" y="2598"/>
                  <a:pt x="3347" y="2986"/>
                  <a:pt x="3347" y="3448"/>
                </a:cubicBezTo>
                <a:cubicBezTo>
                  <a:pt x="3347" y="3916"/>
                  <a:pt x="2964" y="4287"/>
                  <a:pt x="2497" y="4287"/>
                </a:cubicBezTo>
                <a:cubicBezTo>
                  <a:pt x="2035" y="4287"/>
                  <a:pt x="1663" y="3900"/>
                  <a:pt x="1663" y="3437"/>
                </a:cubicBezTo>
                <a:cubicBezTo>
                  <a:pt x="1668" y="2973"/>
                  <a:pt x="2040" y="2598"/>
                  <a:pt x="2503" y="2598"/>
                </a:cubicBezTo>
                <a:close/>
                <a:moveTo>
                  <a:pt x="2544" y="6874"/>
                </a:moveTo>
                <a:cubicBezTo>
                  <a:pt x="3007" y="6874"/>
                  <a:pt x="3378" y="7257"/>
                  <a:pt x="3378" y="7724"/>
                </a:cubicBezTo>
                <a:cubicBezTo>
                  <a:pt x="3378" y="8192"/>
                  <a:pt x="3001" y="8558"/>
                  <a:pt x="2529" y="8558"/>
                </a:cubicBezTo>
                <a:cubicBezTo>
                  <a:pt x="2066" y="8558"/>
                  <a:pt x="1695" y="8176"/>
                  <a:pt x="1695" y="7708"/>
                </a:cubicBezTo>
                <a:cubicBezTo>
                  <a:pt x="1695" y="7246"/>
                  <a:pt x="2077" y="6874"/>
                  <a:pt x="2544" y="6874"/>
                </a:cubicBezTo>
                <a:close/>
                <a:moveTo>
                  <a:pt x="2582" y="11151"/>
                </a:moveTo>
                <a:cubicBezTo>
                  <a:pt x="3049" y="11151"/>
                  <a:pt x="3421" y="11538"/>
                  <a:pt x="3421" y="12001"/>
                </a:cubicBezTo>
                <a:cubicBezTo>
                  <a:pt x="3416" y="12468"/>
                  <a:pt x="3033" y="12840"/>
                  <a:pt x="2571" y="12840"/>
                </a:cubicBezTo>
                <a:cubicBezTo>
                  <a:pt x="2104" y="12840"/>
                  <a:pt x="1732" y="12452"/>
                  <a:pt x="1732" y="11990"/>
                </a:cubicBezTo>
                <a:cubicBezTo>
                  <a:pt x="1732" y="11522"/>
                  <a:pt x="2120" y="11151"/>
                  <a:pt x="2582" y="11151"/>
                </a:cubicBezTo>
                <a:close/>
                <a:moveTo>
                  <a:pt x="2619" y="15427"/>
                </a:moveTo>
                <a:cubicBezTo>
                  <a:pt x="3081" y="15427"/>
                  <a:pt x="3453" y="15815"/>
                  <a:pt x="3453" y="16277"/>
                </a:cubicBezTo>
                <a:cubicBezTo>
                  <a:pt x="3448" y="16741"/>
                  <a:pt x="3076" y="17116"/>
                  <a:pt x="2613" y="17116"/>
                </a:cubicBezTo>
                <a:cubicBezTo>
                  <a:pt x="2609" y="17116"/>
                  <a:pt x="2606" y="17116"/>
                  <a:pt x="2603" y="17116"/>
                </a:cubicBezTo>
                <a:cubicBezTo>
                  <a:pt x="2141" y="17116"/>
                  <a:pt x="1764" y="16728"/>
                  <a:pt x="1764" y="16266"/>
                </a:cubicBezTo>
                <a:cubicBezTo>
                  <a:pt x="1764" y="15799"/>
                  <a:pt x="2151" y="15427"/>
                  <a:pt x="2619" y="15427"/>
                </a:cubicBezTo>
                <a:close/>
                <a:moveTo>
                  <a:pt x="2656" y="19703"/>
                </a:moveTo>
                <a:cubicBezTo>
                  <a:pt x="3124" y="19703"/>
                  <a:pt x="3495" y="20091"/>
                  <a:pt x="3495" y="20553"/>
                </a:cubicBezTo>
                <a:cubicBezTo>
                  <a:pt x="3485" y="21017"/>
                  <a:pt x="3113" y="21392"/>
                  <a:pt x="2655" y="21392"/>
                </a:cubicBezTo>
                <a:cubicBezTo>
                  <a:pt x="2652" y="21392"/>
                  <a:pt x="2649" y="21392"/>
                  <a:pt x="2645" y="21392"/>
                </a:cubicBezTo>
                <a:cubicBezTo>
                  <a:pt x="2178" y="21392"/>
                  <a:pt x="1806" y="21004"/>
                  <a:pt x="1806" y="20542"/>
                </a:cubicBezTo>
                <a:cubicBezTo>
                  <a:pt x="1806" y="20075"/>
                  <a:pt x="2194" y="19703"/>
                  <a:pt x="2656" y="19703"/>
                </a:cubicBezTo>
                <a:close/>
                <a:moveTo>
                  <a:pt x="2688" y="23985"/>
                </a:moveTo>
                <a:cubicBezTo>
                  <a:pt x="3155" y="23985"/>
                  <a:pt x="3527" y="24372"/>
                  <a:pt x="3527" y="24834"/>
                </a:cubicBezTo>
                <a:cubicBezTo>
                  <a:pt x="3522" y="25302"/>
                  <a:pt x="3139" y="25674"/>
                  <a:pt x="2677" y="25674"/>
                </a:cubicBezTo>
                <a:cubicBezTo>
                  <a:pt x="2210" y="25674"/>
                  <a:pt x="1838" y="25286"/>
                  <a:pt x="1838" y="24824"/>
                </a:cubicBezTo>
                <a:cubicBezTo>
                  <a:pt x="1838" y="24356"/>
                  <a:pt x="2226" y="23985"/>
                  <a:pt x="2688" y="23985"/>
                </a:cubicBezTo>
                <a:close/>
                <a:moveTo>
                  <a:pt x="2720" y="28261"/>
                </a:moveTo>
                <a:cubicBezTo>
                  <a:pt x="3187" y="28271"/>
                  <a:pt x="3564" y="28649"/>
                  <a:pt x="3559" y="29111"/>
                </a:cubicBezTo>
                <a:cubicBezTo>
                  <a:pt x="3559" y="29578"/>
                  <a:pt x="3171" y="29950"/>
                  <a:pt x="2709" y="29950"/>
                </a:cubicBezTo>
                <a:cubicBezTo>
                  <a:pt x="2242" y="29950"/>
                  <a:pt x="1870" y="29562"/>
                  <a:pt x="1870" y="29100"/>
                </a:cubicBezTo>
                <a:cubicBezTo>
                  <a:pt x="1870" y="28633"/>
                  <a:pt x="2258" y="28261"/>
                  <a:pt x="2720" y="28261"/>
                </a:cubicBezTo>
                <a:close/>
                <a:moveTo>
                  <a:pt x="2493" y="32786"/>
                </a:moveTo>
                <a:cubicBezTo>
                  <a:pt x="2500" y="32786"/>
                  <a:pt x="2506" y="32786"/>
                  <a:pt x="2513" y="32787"/>
                </a:cubicBezTo>
                <a:cubicBezTo>
                  <a:pt x="2975" y="32787"/>
                  <a:pt x="3347" y="33169"/>
                  <a:pt x="3347" y="33637"/>
                </a:cubicBezTo>
                <a:cubicBezTo>
                  <a:pt x="3347" y="34099"/>
                  <a:pt x="2964" y="34471"/>
                  <a:pt x="2497" y="34471"/>
                </a:cubicBezTo>
                <a:cubicBezTo>
                  <a:pt x="2035" y="34471"/>
                  <a:pt x="1663" y="34088"/>
                  <a:pt x="1663" y="33621"/>
                </a:cubicBezTo>
                <a:cubicBezTo>
                  <a:pt x="1668" y="33154"/>
                  <a:pt x="2035" y="32786"/>
                  <a:pt x="2493" y="32786"/>
                </a:cubicBezTo>
                <a:close/>
                <a:moveTo>
                  <a:pt x="2525" y="37063"/>
                </a:moveTo>
                <a:cubicBezTo>
                  <a:pt x="2532" y="37063"/>
                  <a:pt x="2538" y="37063"/>
                  <a:pt x="2544" y="37063"/>
                </a:cubicBezTo>
                <a:cubicBezTo>
                  <a:pt x="3007" y="37063"/>
                  <a:pt x="3378" y="37445"/>
                  <a:pt x="3378" y="37913"/>
                </a:cubicBezTo>
                <a:cubicBezTo>
                  <a:pt x="3378" y="38375"/>
                  <a:pt x="2996" y="38747"/>
                  <a:pt x="2529" y="38747"/>
                </a:cubicBezTo>
                <a:cubicBezTo>
                  <a:pt x="2066" y="38747"/>
                  <a:pt x="1695" y="38364"/>
                  <a:pt x="1695" y="37897"/>
                </a:cubicBezTo>
                <a:cubicBezTo>
                  <a:pt x="1700" y="37441"/>
                  <a:pt x="2067" y="37063"/>
                  <a:pt x="2525" y="37063"/>
                </a:cubicBezTo>
                <a:close/>
                <a:moveTo>
                  <a:pt x="2582" y="41339"/>
                </a:moveTo>
                <a:cubicBezTo>
                  <a:pt x="3049" y="41339"/>
                  <a:pt x="3421" y="41721"/>
                  <a:pt x="3421" y="42189"/>
                </a:cubicBezTo>
                <a:cubicBezTo>
                  <a:pt x="3421" y="42651"/>
                  <a:pt x="3033" y="43023"/>
                  <a:pt x="2571" y="43023"/>
                </a:cubicBezTo>
                <a:cubicBezTo>
                  <a:pt x="2104" y="43023"/>
                  <a:pt x="1732" y="42640"/>
                  <a:pt x="1732" y="42173"/>
                </a:cubicBezTo>
                <a:cubicBezTo>
                  <a:pt x="1732" y="41711"/>
                  <a:pt x="2120" y="41339"/>
                  <a:pt x="2582" y="41339"/>
                </a:cubicBezTo>
                <a:close/>
                <a:moveTo>
                  <a:pt x="2619" y="45615"/>
                </a:moveTo>
                <a:cubicBezTo>
                  <a:pt x="3081" y="45615"/>
                  <a:pt x="3453" y="45998"/>
                  <a:pt x="3453" y="46465"/>
                </a:cubicBezTo>
                <a:cubicBezTo>
                  <a:pt x="3453" y="46927"/>
                  <a:pt x="3070" y="47299"/>
                  <a:pt x="2603" y="47299"/>
                </a:cubicBezTo>
                <a:cubicBezTo>
                  <a:pt x="2141" y="47299"/>
                  <a:pt x="1764" y="46917"/>
                  <a:pt x="1764" y="46449"/>
                </a:cubicBezTo>
                <a:cubicBezTo>
                  <a:pt x="1764" y="45987"/>
                  <a:pt x="2151" y="45615"/>
                  <a:pt x="2619" y="45615"/>
                </a:cubicBezTo>
                <a:close/>
                <a:moveTo>
                  <a:pt x="2651" y="49891"/>
                </a:moveTo>
                <a:cubicBezTo>
                  <a:pt x="3113" y="49891"/>
                  <a:pt x="3485" y="50274"/>
                  <a:pt x="3485" y="50736"/>
                </a:cubicBezTo>
                <a:cubicBezTo>
                  <a:pt x="3485" y="51204"/>
                  <a:pt x="3102" y="51575"/>
                  <a:pt x="2635" y="51575"/>
                </a:cubicBezTo>
                <a:cubicBezTo>
                  <a:pt x="2173" y="51575"/>
                  <a:pt x="1801" y="51193"/>
                  <a:pt x="1801" y="50725"/>
                </a:cubicBezTo>
                <a:cubicBezTo>
                  <a:pt x="1806" y="50263"/>
                  <a:pt x="2183" y="49891"/>
                  <a:pt x="2651" y="49891"/>
                </a:cubicBezTo>
                <a:close/>
                <a:moveTo>
                  <a:pt x="2678" y="54173"/>
                </a:moveTo>
                <a:cubicBezTo>
                  <a:pt x="2681" y="54173"/>
                  <a:pt x="2685" y="54173"/>
                  <a:pt x="2688" y="54173"/>
                </a:cubicBezTo>
                <a:cubicBezTo>
                  <a:pt x="3155" y="54173"/>
                  <a:pt x="3527" y="54555"/>
                  <a:pt x="3527" y="55023"/>
                </a:cubicBezTo>
                <a:cubicBezTo>
                  <a:pt x="3527" y="55485"/>
                  <a:pt x="3139" y="55857"/>
                  <a:pt x="2677" y="55857"/>
                </a:cubicBezTo>
                <a:cubicBezTo>
                  <a:pt x="2210" y="55857"/>
                  <a:pt x="1838" y="55474"/>
                  <a:pt x="1838" y="55007"/>
                </a:cubicBezTo>
                <a:cubicBezTo>
                  <a:pt x="1838" y="54548"/>
                  <a:pt x="2220" y="54173"/>
                  <a:pt x="2678" y="54173"/>
                </a:cubicBezTo>
                <a:close/>
                <a:moveTo>
                  <a:pt x="2725" y="58449"/>
                </a:moveTo>
                <a:cubicBezTo>
                  <a:pt x="3187" y="58449"/>
                  <a:pt x="3559" y="58832"/>
                  <a:pt x="3559" y="59299"/>
                </a:cubicBezTo>
                <a:cubicBezTo>
                  <a:pt x="3559" y="59761"/>
                  <a:pt x="3177" y="60133"/>
                  <a:pt x="2709" y="60133"/>
                </a:cubicBezTo>
                <a:cubicBezTo>
                  <a:pt x="2247" y="60133"/>
                  <a:pt x="1875" y="59751"/>
                  <a:pt x="1875" y="59283"/>
                </a:cubicBezTo>
                <a:cubicBezTo>
                  <a:pt x="1875" y="58821"/>
                  <a:pt x="2258" y="58449"/>
                  <a:pt x="2725" y="58449"/>
                </a:cubicBezTo>
                <a:close/>
                <a:moveTo>
                  <a:pt x="0" y="1"/>
                </a:moveTo>
                <a:lnTo>
                  <a:pt x="0" y="30189"/>
                </a:lnTo>
                <a:lnTo>
                  <a:pt x="0" y="32537"/>
                </a:lnTo>
                <a:lnTo>
                  <a:pt x="0" y="62725"/>
                </a:lnTo>
                <a:lnTo>
                  <a:pt x="118251" y="62725"/>
                </a:lnTo>
                <a:lnTo>
                  <a:pt x="118251" y="32537"/>
                </a:lnTo>
                <a:lnTo>
                  <a:pt x="118251" y="30189"/>
                </a:lnTo>
                <a:lnTo>
                  <a:pt x="118251" y="1"/>
                </a:lnTo>
                <a:close/>
              </a:path>
            </a:pathLst>
          </a:custGeom>
          <a:solidFill>
            <a:schemeClr val="l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6"/>
          <p:cNvSpPr/>
          <p:nvPr/>
        </p:nvSpPr>
        <p:spPr>
          <a:xfrm>
            <a:off x="617513" y="1493588"/>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6"/>
          <p:cNvSpPr/>
          <p:nvPr/>
        </p:nvSpPr>
        <p:spPr>
          <a:xfrm>
            <a:off x="4194150" y="391913"/>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6"/>
          <p:cNvSpPr/>
          <p:nvPr/>
        </p:nvSpPr>
        <p:spPr>
          <a:xfrm>
            <a:off x="1320013" y="4275863"/>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6"/>
          <p:cNvSpPr/>
          <p:nvPr/>
        </p:nvSpPr>
        <p:spPr>
          <a:xfrm>
            <a:off x="8281338" y="3301688"/>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A7FF5B-3431-871A-C369-00BD46665A8B}"/>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B892380E-04AA-022B-4407-82789256ED8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A8B011E5-ED11-745A-2D2F-7BA5111BAEA6}"/>
              </a:ext>
            </a:extLst>
          </p:cNvPr>
          <p:cNvSpPr>
            <a:spLocks noGrp="1"/>
          </p:cNvSpPr>
          <p:nvPr>
            <p:ph type="dt" sz="half" idx="10"/>
          </p:nvPr>
        </p:nvSpPr>
        <p:spPr/>
        <p:txBody>
          <a:bodyPr/>
          <a:lstStyle/>
          <a:p>
            <a:fld id="{3234C513-0154-4560-8CB3-52A38900B651}" type="datetimeFigureOut">
              <a:rPr lang="es-PE" smtClean="0"/>
              <a:t>15/04/2023</a:t>
            </a:fld>
            <a:endParaRPr lang="es-PE"/>
          </a:p>
        </p:txBody>
      </p:sp>
      <p:sp>
        <p:nvSpPr>
          <p:cNvPr id="5" name="Marcador de pie de página 4">
            <a:extLst>
              <a:ext uri="{FF2B5EF4-FFF2-40B4-BE49-F238E27FC236}">
                <a16:creationId xmlns:a16="http://schemas.microsoft.com/office/drawing/2014/main" id="{66D3E9F6-3B47-E516-2F2C-A8984ACD17B4}"/>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0F840E49-6B1E-2C6D-56F7-C16249DFD464}"/>
              </a:ext>
            </a:extLst>
          </p:cNvPr>
          <p:cNvSpPr>
            <a:spLocks noGrp="1"/>
          </p:cNvSpPr>
          <p:nvPr>
            <p:ph type="sldNum" sz="quarter" idx="12"/>
          </p:nvPr>
        </p:nvSpPr>
        <p:spPr/>
        <p:txBody>
          <a:bodyPr/>
          <a:lstStyle/>
          <a:p>
            <a:fld id="{D7A605BF-34A1-4CD5-885D-FA714224B129}" type="slidenum">
              <a:rPr lang="es-PE" smtClean="0"/>
              <a:t>‹Nº›</a:t>
            </a:fld>
            <a:endParaRPr lang="es-PE"/>
          </a:p>
        </p:txBody>
      </p:sp>
    </p:spTree>
    <p:extLst>
      <p:ext uri="{BB962C8B-B14F-4D97-AF65-F5344CB8AC3E}">
        <p14:creationId xmlns:p14="http://schemas.microsoft.com/office/powerpoint/2010/main" val="2941034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3500"/>
              <a:buFont typeface="Fredoka One"/>
              <a:buNone/>
              <a:defRPr sz="3500" i="0" u="none" strike="noStrike" cap="none">
                <a:solidFill>
                  <a:schemeClr val="dk1"/>
                </a:solidFill>
                <a:latin typeface="Fredoka One"/>
                <a:ea typeface="Fredoka One"/>
                <a:cs typeface="Fredoka One"/>
                <a:sym typeface="Fredoka One"/>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chemeClr val="dk2"/>
              </a:buClr>
              <a:buSzPts val="1400"/>
              <a:buFont typeface="Inter"/>
              <a:buChar char="●"/>
              <a:defRPr sz="1400" i="0" u="none" strike="noStrike" cap="none">
                <a:solidFill>
                  <a:schemeClr val="dk2"/>
                </a:solidFill>
                <a:latin typeface="Inter"/>
                <a:ea typeface="Inter"/>
                <a:cs typeface="Inter"/>
                <a:sym typeface="Inter"/>
              </a:defRPr>
            </a:lvl1pPr>
            <a:lvl2pPr marL="914400" marR="0" lvl="1" indent="-317500" algn="l" rtl="0">
              <a:lnSpc>
                <a:spcPct val="100000"/>
              </a:lnSpc>
              <a:spcBef>
                <a:spcPts val="1600"/>
              </a:spcBef>
              <a:spcAft>
                <a:spcPts val="0"/>
              </a:spcAft>
              <a:buClr>
                <a:schemeClr val="dk2"/>
              </a:buClr>
              <a:buSzPts val="1400"/>
              <a:buFont typeface="Inter"/>
              <a:buChar char="○"/>
              <a:defRPr sz="1400" i="0" u="none" strike="noStrike" cap="none">
                <a:solidFill>
                  <a:schemeClr val="dk2"/>
                </a:solidFill>
                <a:latin typeface="Inter"/>
                <a:ea typeface="Inter"/>
                <a:cs typeface="Inter"/>
                <a:sym typeface="Inter"/>
              </a:defRPr>
            </a:lvl2pPr>
            <a:lvl3pPr marL="1371600" marR="0" lvl="2" indent="-317500" algn="l" rtl="0">
              <a:lnSpc>
                <a:spcPct val="100000"/>
              </a:lnSpc>
              <a:spcBef>
                <a:spcPts val="1600"/>
              </a:spcBef>
              <a:spcAft>
                <a:spcPts val="0"/>
              </a:spcAft>
              <a:buClr>
                <a:schemeClr val="dk2"/>
              </a:buClr>
              <a:buSzPts val="1400"/>
              <a:buFont typeface="Inter"/>
              <a:buChar char="■"/>
              <a:defRPr sz="1400" i="0" u="none" strike="noStrike" cap="none">
                <a:solidFill>
                  <a:schemeClr val="dk2"/>
                </a:solidFill>
                <a:latin typeface="Inter"/>
                <a:ea typeface="Inter"/>
                <a:cs typeface="Inter"/>
                <a:sym typeface="Inter"/>
              </a:defRPr>
            </a:lvl3pPr>
            <a:lvl4pPr marL="1828800" marR="0" lvl="3" indent="-317500" algn="l" rtl="0">
              <a:lnSpc>
                <a:spcPct val="100000"/>
              </a:lnSpc>
              <a:spcBef>
                <a:spcPts val="1600"/>
              </a:spcBef>
              <a:spcAft>
                <a:spcPts val="0"/>
              </a:spcAft>
              <a:buClr>
                <a:schemeClr val="dk2"/>
              </a:buClr>
              <a:buSzPts val="1400"/>
              <a:buFont typeface="Inter"/>
              <a:buChar char="●"/>
              <a:defRPr sz="1400" i="0" u="none" strike="noStrike" cap="none">
                <a:solidFill>
                  <a:schemeClr val="dk2"/>
                </a:solidFill>
                <a:latin typeface="Inter"/>
                <a:ea typeface="Inter"/>
                <a:cs typeface="Inter"/>
                <a:sym typeface="Inter"/>
              </a:defRPr>
            </a:lvl4pPr>
            <a:lvl5pPr marL="2286000" marR="0" lvl="4" indent="-317500" algn="l" rtl="0">
              <a:lnSpc>
                <a:spcPct val="100000"/>
              </a:lnSpc>
              <a:spcBef>
                <a:spcPts val="1600"/>
              </a:spcBef>
              <a:spcAft>
                <a:spcPts val="0"/>
              </a:spcAft>
              <a:buClr>
                <a:schemeClr val="dk2"/>
              </a:buClr>
              <a:buSzPts val="1400"/>
              <a:buFont typeface="Inter"/>
              <a:buChar char="○"/>
              <a:defRPr sz="1400" i="0" u="none" strike="noStrike" cap="none">
                <a:solidFill>
                  <a:schemeClr val="dk2"/>
                </a:solidFill>
                <a:latin typeface="Inter"/>
                <a:ea typeface="Inter"/>
                <a:cs typeface="Inter"/>
                <a:sym typeface="Inter"/>
              </a:defRPr>
            </a:lvl5pPr>
            <a:lvl6pPr marL="2743200" marR="0" lvl="5" indent="-317500" algn="l" rtl="0">
              <a:lnSpc>
                <a:spcPct val="100000"/>
              </a:lnSpc>
              <a:spcBef>
                <a:spcPts val="1600"/>
              </a:spcBef>
              <a:spcAft>
                <a:spcPts val="0"/>
              </a:spcAft>
              <a:buClr>
                <a:schemeClr val="dk2"/>
              </a:buClr>
              <a:buSzPts val="1400"/>
              <a:buFont typeface="Inter"/>
              <a:buChar char="■"/>
              <a:defRPr sz="1400" i="0" u="none" strike="noStrike" cap="none">
                <a:solidFill>
                  <a:schemeClr val="dk2"/>
                </a:solidFill>
                <a:latin typeface="Inter"/>
                <a:ea typeface="Inter"/>
                <a:cs typeface="Inter"/>
                <a:sym typeface="Inter"/>
              </a:defRPr>
            </a:lvl6pPr>
            <a:lvl7pPr marL="3200400" marR="0" lvl="6" indent="-317500" algn="l" rtl="0">
              <a:lnSpc>
                <a:spcPct val="100000"/>
              </a:lnSpc>
              <a:spcBef>
                <a:spcPts val="1600"/>
              </a:spcBef>
              <a:spcAft>
                <a:spcPts val="0"/>
              </a:spcAft>
              <a:buClr>
                <a:schemeClr val="dk2"/>
              </a:buClr>
              <a:buSzPts val="1400"/>
              <a:buFont typeface="Inter"/>
              <a:buChar char="●"/>
              <a:defRPr sz="1400" i="0" u="none" strike="noStrike" cap="none">
                <a:solidFill>
                  <a:schemeClr val="dk2"/>
                </a:solidFill>
                <a:latin typeface="Inter"/>
                <a:ea typeface="Inter"/>
                <a:cs typeface="Inter"/>
                <a:sym typeface="Inter"/>
              </a:defRPr>
            </a:lvl7pPr>
            <a:lvl8pPr marL="3657600" marR="0" lvl="7" indent="-317500" algn="l" rtl="0">
              <a:lnSpc>
                <a:spcPct val="100000"/>
              </a:lnSpc>
              <a:spcBef>
                <a:spcPts val="1600"/>
              </a:spcBef>
              <a:spcAft>
                <a:spcPts val="0"/>
              </a:spcAft>
              <a:buClr>
                <a:schemeClr val="dk2"/>
              </a:buClr>
              <a:buSzPts val="1400"/>
              <a:buFont typeface="Inter"/>
              <a:buChar char="○"/>
              <a:defRPr sz="1400" i="0" u="none" strike="noStrike" cap="none">
                <a:solidFill>
                  <a:schemeClr val="dk2"/>
                </a:solidFill>
                <a:latin typeface="Inter"/>
                <a:ea typeface="Inter"/>
                <a:cs typeface="Inter"/>
                <a:sym typeface="Inter"/>
              </a:defRPr>
            </a:lvl8pPr>
            <a:lvl9pPr marL="4114800" marR="0" lvl="8" indent="-317500" algn="l" rtl="0">
              <a:lnSpc>
                <a:spcPct val="100000"/>
              </a:lnSpc>
              <a:spcBef>
                <a:spcPts val="1600"/>
              </a:spcBef>
              <a:spcAft>
                <a:spcPts val="1600"/>
              </a:spcAft>
              <a:buClr>
                <a:schemeClr val="dk2"/>
              </a:buClr>
              <a:buSzPts val="1400"/>
              <a:buFont typeface="Inter"/>
              <a:buChar char="■"/>
              <a:defRPr sz="1400" i="0" u="none" strike="noStrike" cap="none">
                <a:solidFill>
                  <a:schemeClr val="dk2"/>
                </a:solidFill>
                <a:latin typeface="Inter"/>
                <a:ea typeface="Inter"/>
                <a:cs typeface="Inter"/>
                <a:sym typeface="Inter"/>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4" r:id="rId6"/>
    <p:sldLayoutId id="2147483655" r:id="rId7"/>
    <p:sldLayoutId id="2147483656" r:id="rId8"/>
    <p:sldLayoutId id="2147483657" r:id="rId9"/>
    <p:sldLayoutId id="2147483658" r:id="rId10"/>
    <p:sldLayoutId id="2147483659" r:id="rId11"/>
    <p:sldLayoutId id="2147483662" r:id="rId12"/>
    <p:sldLayoutId id="2147483665" r:id="rId13"/>
    <p:sldLayoutId id="2147483666" r:id="rId14"/>
    <p:sldLayoutId id="2147483668" r:id="rId15"/>
    <p:sldLayoutId id="2147483669" r:id="rId16"/>
    <p:sldLayoutId id="2147483672" r:id="rId17"/>
    <p:sldLayoutId id="2147483677"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edu.gcfglobal.org/es/estadistica-basica/variables-estadisticas/1/" TargetMode="Externa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image" Target="../media/image340.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350.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image" Target="../media/image380.png"/><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image" Target="../media/image390.png"/><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10.png"/><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image" Target="../media/image490.png"/><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image" Target="../media/image500.png"/><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480.png"/><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3.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90.xml.rels><?xml version="1.0" encoding="UTF-8" standalone="yes"?>
<Relationships xmlns="http://schemas.openxmlformats.org/package/2006/relationships"><Relationship Id="rId2" Type="http://schemas.openxmlformats.org/officeDocument/2006/relationships/image" Target="../media/image570.png"/><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0"/>
          <p:cNvSpPr txBox="1">
            <a:spLocks noGrp="1"/>
          </p:cNvSpPr>
          <p:nvPr>
            <p:ph type="ctrTitle"/>
          </p:nvPr>
        </p:nvSpPr>
        <p:spPr>
          <a:xfrm>
            <a:off x="1266674" y="1595148"/>
            <a:ext cx="6469200" cy="1364109"/>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PE" dirty="0"/>
              <a:t>ESTADÍSTICA DESCRIPTIVA</a:t>
            </a:r>
            <a:endParaRPr dirty="0"/>
          </a:p>
        </p:txBody>
      </p:sp>
      <p:sp>
        <p:nvSpPr>
          <p:cNvPr id="196" name="Google Shape;196;p30"/>
          <p:cNvSpPr txBox="1">
            <a:spLocks noGrp="1"/>
          </p:cNvSpPr>
          <p:nvPr>
            <p:ph type="subTitle" idx="1"/>
          </p:nvPr>
        </p:nvSpPr>
        <p:spPr>
          <a:xfrm>
            <a:off x="2850681" y="3041763"/>
            <a:ext cx="3665055" cy="68211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Ibeth Sofia Dextre Simangas</a:t>
            </a:r>
          </a:p>
          <a:p>
            <a:pPr marL="0" lvl="0" indent="0" algn="l" rtl="0">
              <a:spcBef>
                <a:spcPts val="0"/>
              </a:spcBef>
              <a:spcAft>
                <a:spcPts val="0"/>
              </a:spcAft>
              <a:buNone/>
            </a:pPr>
            <a:r>
              <a:rPr lang="en" dirty="0"/>
              <a:t>André Benito Santillán</a:t>
            </a:r>
            <a:endParaRPr dirty="0"/>
          </a:p>
        </p:txBody>
      </p:sp>
      <p:sp>
        <p:nvSpPr>
          <p:cNvPr id="197" name="Google Shape;197;p30"/>
          <p:cNvSpPr/>
          <p:nvPr/>
        </p:nvSpPr>
        <p:spPr>
          <a:xfrm>
            <a:off x="1517725" y="1924613"/>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tx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30"/>
          <p:cNvSpPr/>
          <p:nvPr/>
        </p:nvSpPr>
        <p:spPr>
          <a:xfrm>
            <a:off x="6460841" y="909780"/>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0"/>
          <p:cNvSpPr/>
          <p:nvPr/>
        </p:nvSpPr>
        <p:spPr>
          <a:xfrm>
            <a:off x="7403238" y="2299755"/>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30"/>
          <p:cNvSpPr/>
          <p:nvPr/>
        </p:nvSpPr>
        <p:spPr>
          <a:xfrm>
            <a:off x="2349713" y="4033463"/>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1" name="Google Shape;201;p30"/>
          <p:cNvGrpSpPr/>
          <p:nvPr/>
        </p:nvGrpSpPr>
        <p:grpSpPr>
          <a:xfrm>
            <a:off x="708484" y="3485205"/>
            <a:ext cx="1139244" cy="1124021"/>
            <a:chOff x="729297" y="207461"/>
            <a:chExt cx="1616827" cy="1628502"/>
          </a:xfrm>
        </p:grpSpPr>
        <p:sp>
          <p:nvSpPr>
            <p:cNvPr id="202" name="Google Shape;202;p30"/>
            <p:cNvSpPr/>
            <p:nvPr/>
          </p:nvSpPr>
          <p:spPr>
            <a:xfrm>
              <a:off x="729297" y="207461"/>
              <a:ext cx="1616827" cy="1628502"/>
            </a:xfrm>
            <a:custGeom>
              <a:avLst/>
              <a:gdLst/>
              <a:ahLst/>
              <a:cxnLst/>
              <a:rect l="l" t="t" r="r" b="b"/>
              <a:pathLst>
                <a:path w="40992" h="41288" extrusionOk="0">
                  <a:moveTo>
                    <a:pt x="17003" y="7845"/>
                  </a:moveTo>
                  <a:cubicBezTo>
                    <a:pt x="17020" y="7853"/>
                    <a:pt x="17054" y="7887"/>
                    <a:pt x="17121" y="7963"/>
                  </a:cubicBezTo>
                  <a:lnTo>
                    <a:pt x="17113" y="7971"/>
                  </a:lnTo>
                  <a:cubicBezTo>
                    <a:pt x="17054" y="7921"/>
                    <a:pt x="17012" y="7879"/>
                    <a:pt x="17003" y="7862"/>
                  </a:cubicBezTo>
                  <a:lnTo>
                    <a:pt x="17003" y="7845"/>
                  </a:lnTo>
                  <a:close/>
                  <a:moveTo>
                    <a:pt x="10279" y="13520"/>
                  </a:moveTo>
                  <a:cubicBezTo>
                    <a:pt x="10288" y="13520"/>
                    <a:pt x="10321" y="13545"/>
                    <a:pt x="10371" y="13602"/>
                  </a:cubicBezTo>
                  <a:lnTo>
                    <a:pt x="10354" y="13611"/>
                  </a:lnTo>
                  <a:cubicBezTo>
                    <a:pt x="10289" y="13555"/>
                    <a:pt x="10268" y="13520"/>
                    <a:pt x="10279" y="13520"/>
                  </a:cubicBezTo>
                  <a:close/>
                  <a:moveTo>
                    <a:pt x="9874" y="13787"/>
                  </a:moveTo>
                  <a:cubicBezTo>
                    <a:pt x="9899" y="13813"/>
                    <a:pt x="9941" y="13846"/>
                    <a:pt x="9983" y="13897"/>
                  </a:cubicBezTo>
                  <a:cubicBezTo>
                    <a:pt x="9983" y="13897"/>
                    <a:pt x="9983" y="13905"/>
                    <a:pt x="9983" y="13905"/>
                  </a:cubicBezTo>
                  <a:cubicBezTo>
                    <a:pt x="9933" y="13871"/>
                    <a:pt x="9899" y="13846"/>
                    <a:pt x="9874" y="13821"/>
                  </a:cubicBezTo>
                  <a:lnTo>
                    <a:pt x="9874" y="13787"/>
                  </a:lnTo>
                  <a:close/>
                  <a:moveTo>
                    <a:pt x="5792" y="17196"/>
                  </a:moveTo>
                  <a:cubicBezTo>
                    <a:pt x="5825" y="17221"/>
                    <a:pt x="5859" y="17255"/>
                    <a:pt x="5901" y="17314"/>
                  </a:cubicBezTo>
                  <a:cubicBezTo>
                    <a:pt x="5910" y="17314"/>
                    <a:pt x="5910" y="17322"/>
                    <a:pt x="5910" y="17322"/>
                  </a:cubicBezTo>
                  <a:cubicBezTo>
                    <a:pt x="5859" y="17280"/>
                    <a:pt x="5817" y="17255"/>
                    <a:pt x="5792" y="17230"/>
                  </a:cubicBezTo>
                  <a:lnTo>
                    <a:pt x="5792" y="17196"/>
                  </a:lnTo>
                  <a:close/>
                  <a:moveTo>
                    <a:pt x="23887" y="0"/>
                  </a:moveTo>
                  <a:cubicBezTo>
                    <a:pt x="23437" y="0"/>
                    <a:pt x="22936" y="144"/>
                    <a:pt x="22609" y="337"/>
                  </a:cubicBezTo>
                  <a:cubicBezTo>
                    <a:pt x="22457" y="429"/>
                    <a:pt x="22306" y="547"/>
                    <a:pt x="22163" y="682"/>
                  </a:cubicBezTo>
                  <a:cubicBezTo>
                    <a:pt x="22163" y="682"/>
                    <a:pt x="22154" y="690"/>
                    <a:pt x="22154" y="690"/>
                  </a:cubicBezTo>
                  <a:cubicBezTo>
                    <a:pt x="22016" y="670"/>
                    <a:pt x="21877" y="659"/>
                    <a:pt x="21738" y="659"/>
                  </a:cubicBezTo>
                  <a:cubicBezTo>
                    <a:pt x="21259" y="659"/>
                    <a:pt x="20785" y="785"/>
                    <a:pt x="20387" y="1052"/>
                  </a:cubicBezTo>
                  <a:cubicBezTo>
                    <a:pt x="20084" y="1170"/>
                    <a:pt x="19806" y="1347"/>
                    <a:pt x="19579" y="1599"/>
                  </a:cubicBezTo>
                  <a:cubicBezTo>
                    <a:pt x="19065" y="2155"/>
                    <a:pt x="18846" y="2795"/>
                    <a:pt x="18863" y="3434"/>
                  </a:cubicBezTo>
                  <a:cubicBezTo>
                    <a:pt x="18838" y="3460"/>
                    <a:pt x="18813" y="3485"/>
                    <a:pt x="18779" y="3502"/>
                  </a:cubicBezTo>
                  <a:cubicBezTo>
                    <a:pt x="18367" y="3527"/>
                    <a:pt x="17954" y="3653"/>
                    <a:pt x="17592" y="3889"/>
                  </a:cubicBezTo>
                  <a:cubicBezTo>
                    <a:pt x="17289" y="4007"/>
                    <a:pt x="17012" y="4183"/>
                    <a:pt x="16759" y="4444"/>
                  </a:cubicBezTo>
                  <a:cubicBezTo>
                    <a:pt x="16397" y="4798"/>
                    <a:pt x="16161" y="5269"/>
                    <a:pt x="16060" y="5774"/>
                  </a:cubicBezTo>
                  <a:cubicBezTo>
                    <a:pt x="15993" y="5833"/>
                    <a:pt x="15926" y="5884"/>
                    <a:pt x="15858" y="5943"/>
                  </a:cubicBezTo>
                  <a:cubicBezTo>
                    <a:pt x="15736" y="5925"/>
                    <a:pt x="15611" y="5917"/>
                    <a:pt x="15487" y="5917"/>
                  </a:cubicBezTo>
                  <a:cubicBezTo>
                    <a:pt x="15007" y="5917"/>
                    <a:pt x="14527" y="6047"/>
                    <a:pt x="14133" y="6321"/>
                  </a:cubicBezTo>
                  <a:cubicBezTo>
                    <a:pt x="13830" y="6439"/>
                    <a:pt x="13552" y="6616"/>
                    <a:pt x="13325" y="6860"/>
                  </a:cubicBezTo>
                  <a:cubicBezTo>
                    <a:pt x="12828" y="7407"/>
                    <a:pt x="12601" y="8030"/>
                    <a:pt x="12609" y="8653"/>
                  </a:cubicBezTo>
                  <a:cubicBezTo>
                    <a:pt x="12306" y="8905"/>
                    <a:pt x="12003" y="9158"/>
                    <a:pt x="11700" y="9419"/>
                  </a:cubicBezTo>
                  <a:cubicBezTo>
                    <a:pt x="11271" y="9427"/>
                    <a:pt x="10833" y="9545"/>
                    <a:pt x="10455" y="9798"/>
                  </a:cubicBezTo>
                  <a:cubicBezTo>
                    <a:pt x="10152" y="9907"/>
                    <a:pt x="9866" y="10092"/>
                    <a:pt x="9605" y="10353"/>
                  </a:cubicBezTo>
                  <a:cubicBezTo>
                    <a:pt x="9217" y="10740"/>
                    <a:pt x="8982" y="11237"/>
                    <a:pt x="8898" y="11759"/>
                  </a:cubicBezTo>
                  <a:cubicBezTo>
                    <a:pt x="8468" y="12112"/>
                    <a:pt x="8039" y="12474"/>
                    <a:pt x="7610" y="12836"/>
                  </a:cubicBezTo>
                  <a:cubicBezTo>
                    <a:pt x="7181" y="12845"/>
                    <a:pt x="6751" y="12971"/>
                    <a:pt x="6381" y="13215"/>
                  </a:cubicBezTo>
                  <a:cubicBezTo>
                    <a:pt x="6078" y="13333"/>
                    <a:pt x="5792" y="13518"/>
                    <a:pt x="5531" y="13770"/>
                  </a:cubicBezTo>
                  <a:cubicBezTo>
                    <a:pt x="5152" y="14149"/>
                    <a:pt x="4916" y="14637"/>
                    <a:pt x="4832" y="15151"/>
                  </a:cubicBezTo>
                  <a:cubicBezTo>
                    <a:pt x="4790" y="15193"/>
                    <a:pt x="4740" y="15227"/>
                    <a:pt x="4697" y="15269"/>
                  </a:cubicBezTo>
                  <a:cubicBezTo>
                    <a:pt x="4277" y="15302"/>
                    <a:pt x="3864" y="15445"/>
                    <a:pt x="3519" y="15698"/>
                  </a:cubicBezTo>
                  <a:cubicBezTo>
                    <a:pt x="3258" y="15816"/>
                    <a:pt x="3006" y="15984"/>
                    <a:pt x="2787" y="16203"/>
                  </a:cubicBezTo>
                  <a:cubicBezTo>
                    <a:pt x="2450" y="16540"/>
                    <a:pt x="2223" y="16952"/>
                    <a:pt x="2122" y="17398"/>
                  </a:cubicBezTo>
                  <a:cubicBezTo>
                    <a:pt x="1684" y="17743"/>
                    <a:pt x="1255" y="18097"/>
                    <a:pt x="851" y="18476"/>
                  </a:cubicBezTo>
                  <a:cubicBezTo>
                    <a:pt x="119" y="19166"/>
                    <a:pt x="144" y="20159"/>
                    <a:pt x="93" y="21076"/>
                  </a:cubicBezTo>
                  <a:cubicBezTo>
                    <a:pt x="77" y="21337"/>
                    <a:pt x="60" y="21607"/>
                    <a:pt x="43" y="21868"/>
                  </a:cubicBezTo>
                  <a:cubicBezTo>
                    <a:pt x="1" y="22600"/>
                    <a:pt x="270" y="23206"/>
                    <a:pt x="725" y="23770"/>
                  </a:cubicBezTo>
                  <a:cubicBezTo>
                    <a:pt x="1406" y="24628"/>
                    <a:pt x="2105" y="25462"/>
                    <a:pt x="2795" y="26312"/>
                  </a:cubicBezTo>
                  <a:cubicBezTo>
                    <a:pt x="5851" y="30057"/>
                    <a:pt x="8914" y="33811"/>
                    <a:pt x="11978" y="37557"/>
                  </a:cubicBezTo>
                  <a:cubicBezTo>
                    <a:pt x="12803" y="38567"/>
                    <a:pt x="13628" y="39585"/>
                    <a:pt x="14453" y="40595"/>
                  </a:cubicBezTo>
                  <a:cubicBezTo>
                    <a:pt x="14784" y="41000"/>
                    <a:pt x="15534" y="41287"/>
                    <a:pt x="16063" y="41287"/>
                  </a:cubicBezTo>
                  <a:cubicBezTo>
                    <a:pt x="16085" y="41287"/>
                    <a:pt x="16107" y="41287"/>
                    <a:pt x="16128" y="41286"/>
                  </a:cubicBezTo>
                  <a:cubicBezTo>
                    <a:pt x="16784" y="41260"/>
                    <a:pt x="17289" y="41016"/>
                    <a:pt x="17803" y="40595"/>
                  </a:cubicBezTo>
                  <a:lnTo>
                    <a:pt x="23770" y="35688"/>
                  </a:lnTo>
                  <a:cubicBezTo>
                    <a:pt x="27407" y="32700"/>
                    <a:pt x="31051" y="29712"/>
                    <a:pt x="34687" y="26733"/>
                  </a:cubicBezTo>
                  <a:cubicBezTo>
                    <a:pt x="36034" y="25622"/>
                    <a:pt x="37381" y="24519"/>
                    <a:pt x="38719" y="23416"/>
                  </a:cubicBezTo>
                  <a:cubicBezTo>
                    <a:pt x="39081" y="23122"/>
                    <a:pt x="39451" y="22819"/>
                    <a:pt x="39813" y="22524"/>
                  </a:cubicBezTo>
                  <a:cubicBezTo>
                    <a:pt x="40453" y="21994"/>
                    <a:pt x="40739" y="21287"/>
                    <a:pt x="40790" y="20428"/>
                  </a:cubicBezTo>
                  <a:cubicBezTo>
                    <a:pt x="40840" y="19502"/>
                    <a:pt x="40992" y="18484"/>
                    <a:pt x="40428" y="17684"/>
                  </a:cubicBezTo>
                  <a:cubicBezTo>
                    <a:pt x="40133" y="17272"/>
                    <a:pt x="39813" y="16868"/>
                    <a:pt x="39502" y="16464"/>
                  </a:cubicBezTo>
                  <a:cubicBezTo>
                    <a:pt x="38113" y="14654"/>
                    <a:pt x="36716" y="12845"/>
                    <a:pt x="35285" y="11069"/>
                  </a:cubicBezTo>
                  <a:cubicBezTo>
                    <a:pt x="33660" y="9040"/>
                    <a:pt x="32002" y="7028"/>
                    <a:pt x="30260" y="5084"/>
                  </a:cubicBezTo>
                  <a:cubicBezTo>
                    <a:pt x="28854" y="3519"/>
                    <a:pt x="27390" y="1902"/>
                    <a:pt x="25647" y="699"/>
                  </a:cubicBezTo>
                  <a:cubicBezTo>
                    <a:pt x="25370" y="514"/>
                    <a:pt x="25100" y="379"/>
                    <a:pt x="24806" y="253"/>
                  </a:cubicBezTo>
                  <a:cubicBezTo>
                    <a:pt x="24747" y="227"/>
                    <a:pt x="24696" y="202"/>
                    <a:pt x="24646" y="185"/>
                  </a:cubicBezTo>
                  <a:cubicBezTo>
                    <a:pt x="24578" y="152"/>
                    <a:pt x="24503" y="126"/>
                    <a:pt x="24435" y="93"/>
                  </a:cubicBezTo>
                  <a:cubicBezTo>
                    <a:pt x="24275" y="28"/>
                    <a:pt x="24086" y="0"/>
                    <a:pt x="23887" y="0"/>
                  </a:cubicBezTo>
                  <a:close/>
                </a:path>
              </a:pathLst>
            </a:custGeom>
            <a:solidFill>
              <a:schemeClr val="l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3" name="Google Shape;203;p30"/>
            <p:cNvGrpSpPr/>
            <p:nvPr/>
          </p:nvGrpSpPr>
          <p:grpSpPr>
            <a:xfrm>
              <a:off x="800035" y="276866"/>
              <a:ext cx="1475016" cy="1493235"/>
              <a:chOff x="1369975" y="1350975"/>
              <a:chExt cx="3267648" cy="3308008"/>
            </a:xfrm>
          </p:grpSpPr>
          <p:sp>
            <p:nvSpPr>
              <p:cNvPr id="204" name="Google Shape;204;p30"/>
              <p:cNvSpPr/>
              <p:nvPr/>
            </p:nvSpPr>
            <p:spPr>
              <a:xfrm>
                <a:off x="1369975" y="2856646"/>
                <a:ext cx="3267648" cy="1802337"/>
              </a:xfrm>
              <a:custGeom>
                <a:avLst/>
                <a:gdLst/>
                <a:ahLst/>
                <a:cxnLst/>
                <a:rect l="l" t="t" r="r" b="b"/>
                <a:pathLst>
                  <a:path w="22779" h="12564" extrusionOk="0">
                    <a:moveTo>
                      <a:pt x="22779" y="1"/>
                    </a:moveTo>
                    <a:lnTo>
                      <a:pt x="75" y="723"/>
                    </a:lnTo>
                    <a:lnTo>
                      <a:pt x="1" y="1945"/>
                    </a:lnTo>
                    <a:lnTo>
                      <a:pt x="8665" y="12564"/>
                    </a:lnTo>
                    <a:lnTo>
                      <a:pt x="22731" y="1015"/>
                    </a:lnTo>
                    <a:lnTo>
                      <a:pt x="2277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0"/>
              <p:cNvSpPr/>
              <p:nvPr/>
            </p:nvSpPr>
            <p:spPr>
              <a:xfrm>
                <a:off x="1370836" y="2960361"/>
                <a:ext cx="1286316" cy="1690301"/>
              </a:xfrm>
              <a:custGeom>
                <a:avLst/>
                <a:gdLst/>
                <a:ahLst/>
                <a:cxnLst/>
                <a:rect l="l" t="t" r="r" b="b"/>
                <a:pathLst>
                  <a:path w="8967" h="11783" extrusionOk="0">
                    <a:moveTo>
                      <a:pt x="239" y="0"/>
                    </a:moveTo>
                    <a:lnTo>
                      <a:pt x="74" y="6"/>
                    </a:lnTo>
                    <a:lnTo>
                      <a:pt x="0" y="1233"/>
                    </a:lnTo>
                    <a:lnTo>
                      <a:pt x="8611" y="11782"/>
                    </a:lnTo>
                    <a:cubicBezTo>
                      <a:pt x="8648" y="11411"/>
                      <a:pt x="8712" y="11060"/>
                      <a:pt x="8813" y="10715"/>
                    </a:cubicBezTo>
                    <a:cubicBezTo>
                      <a:pt x="8861" y="10476"/>
                      <a:pt x="8903" y="10226"/>
                      <a:pt x="8967" y="9987"/>
                    </a:cubicBezTo>
                    <a:cubicBezTo>
                      <a:pt x="7814" y="8654"/>
                      <a:pt x="6778" y="7182"/>
                      <a:pt x="5764" y="5844"/>
                    </a:cubicBezTo>
                    <a:cubicBezTo>
                      <a:pt x="5317" y="5259"/>
                      <a:pt x="4877" y="4670"/>
                      <a:pt x="4430" y="4080"/>
                    </a:cubicBezTo>
                    <a:cubicBezTo>
                      <a:pt x="4239" y="3825"/>
                      <a:pt x="4043" y="3581"/>
                      <a:pt x="3851" y="3331"/>
                    </a:cubicBezTo>
                    <a:cubicBezTo>
                      <a:pt x="3804" y="3267"/>
                      <a:pt x="3750" y="3209"/>
                      <a:pt x="3708" y="3156"/>
                    </a:cubicBezTo>
                    <a:cubicBezTo>
                      <a:pt x="3697" y="3156"/>
                      <a:pt x="3655" y="3103"/>
                      <a:pt x="3554" y="2996"/>
                    </a:cubicBezTo>
                    <a:cubicBezTo>
                      <a:pt x="2837" y="2247"/>
                      <a:pt x="2093" y="1530"/>
                      <a:pt x="1371" y="792"/>
                    </a:cubicBezTo>
                    <a:cubicBezTo>
                      <a:pt x="946" y="595"/>
                      <a:pt x="563" y="319"/>
                      <a:pt x="2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30"/>
              <p:cNvSpPr/>
              <p:nvPr/>
            </p:nvSpPr>
            <p:spPr>
              <a:xfrm>
                <a:off x="1380734" y="1350975"/>
                <a:ext cx="3256889" cy="3151795"/>
              </a:xfrm>
              <a:custGeom>
                <a:avLst/>
                <a:gdLst/>
                <a:ahLst/>
                <a:cxnLst/>
                <a:rect l="l" t="t" r="r" b="b"/>
                <a:pathLst>
                  <a:path w="22704" h="21971" extrusionOk="0">
                    <a:moveTo>
                      <a:pt x="13440" y="0"/>
                    </a:moveTo>
                    <a:lnTo>
                      <a:pt x="0" y="11219"/>
                    </a:lnTo>
                    <a:lnTo>
                      <a:pt x="8744" y="21971"/>
                    </a:lnTo>
                    <a:lnTo>
                      <a:pt x="22704" y="10497"/>
                    </a:lnTo>
                    <a:cubicBezTo>
                      <a:pt x="22704" y="10497"/>
                      <a:pt x="15463" y="818"/>
                      <a:pt x="1344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0"/>
              <p:cNvSpPr/>
              <p:nvPr/>
            </p:nvSpPr>
            <p:spPr>
              <a:xfrm>
                <a:off x="1545272" y="1491127"/>
                <a:ext cx="2947611" cy="2881387"/>
              </a:xfrm>
              <a:custGeom>
                <a:avLst/>
                <a:gdLst/>
                <a:ahLst/>
                <a:cxnLst/>
                <a:rect l="l" t="t" r="r" b="b"/>
                <a:pathLst>
                  <a:path w="20548" h="20086" fill="none" extrusionOk="0">
                    <a:moveTo>
                      <a:pt x="1" y="10816"/>
                    </a:moveTo>
                    <a:lnTo>
                      <a:pt x="91" y="10736"/>
                    </a:lnTo>
                    <a:lnTo>
                      <a:pt x="12394" y="1"/>
                    </a:lnTo>
                    <a:lnTo>
                      <a:pt x="12463" y="27"/>
                    </a:lnTo>
                    <a:cubicBezTo>
                      <a:pt x="14502" y="851"/>
                      <a:pt x="20234" y="8909"/>
                      <a:pt x="20478" y="9249"/>
                    </a:cubicBezTo>
                    <a:lnTo>
                      <a:pt x="20548" y="9350"/>
                    </a:lnTo>
                    <a:lnTo>
                      <a:pt x="7618" y="20086"/>
                    </a:lnTo>
                    <a:close/>
                  </a:path>
                </a:pathLst>
              </a:custGeom>
              <a:noFill/>
              <a:ln w="3175" cap="flat" cmpd="sng">
                <a:solidFill>
                  <a:schemeClr val="accent3"/>
                </a:solidFill>
                <a:prstDash val="solid"/>
                <a:miter lim="53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0"/>
              <p:cNvSpPr/>
              <p:nvPr/>
            </p:nvSpPr>
            <p:spPr>
              <a:xfrm>
                <a:off x="2654724" y="3842734"/>
                <a:ext cx="109883" cy="108307"/>
              </a:xfrm>
              <a:custGeom>
                <a:avLst/>
                <a:gdLst/>
                <a:ahLst/>
                <a:cxnLst/>
                <a:rect l="l" t="t" r="r" b="b"/>
                <a:pathLst>
                  <a:path w="766" h="755" extrusionOk="0">
                    <a:moveTo>
                      <a:pt x="59" y="1"/>
                    </a:moveTo>
                    <a:lnTo>
                      <a:pt x="213" y="367"/>
                    </a:lnTo>
                    <a:lnTo>
                      <a:pt x="1" y="702"/>
                    </a:lnTo>
                    <a:lnTo>
                      <a:pt x="362" y="553"/>
                    </a:lnTo>
                    <a:lnTo>
                      <a:pt x="713" y="755"/>
                    </a:lnTo>
                    <a:lnTo>
                      <a:pt x="713" y="755"/>
                    </a:lnTo>
                    <a:lnTo>
                      <a:pt x="559" y="394"/>
                    </a:lnTo>
                    <a:lnTo>
                      <a:pt x="766" y="54"/>
                    </a:lnTo>
                    <a:lnTo>
                      <a:pt x="399" y="208"/>
                    </a:lnTo>
                    <a:lnTo>
                      <a:pt x="5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0"/>
              <p:cNvSpPr/>
              <p:nvPr/>
            </p:nvSpPr>
            <p:spPr>
              <a:xfrm>
                <a:off x="1392066" y="3070819"/>
                <a:ext cx="143" cy="143"/>
              </a:xfrm>
              <a:custGeom>
                <a:avLst/>
                <a:gdLst/>
                <a:ahLst/>
                <a:cxnLst/>
                <a:rect l="l" t="t" r="r" b="b"/>
                <a:pathLst>
                  <a:path w="1" h="1" fill="none" extrusionOk="0">
                    <a:moveTo>
                      <a:pt x="1" y="1"/>
                    </a:moveTo>
                    <a:close/>
                  </a:path>
                </a:pathLst>
              </a:custGeom>
              <a:noFill/>
              <a:ln w="6375" cap="flat" cmpd="sng">
                <a:solidFill>
                  <a:srgbClr val="A482E0"/>
                </a:solidFill>
                <a:prstDash val="solid"/>
                <a:miter lim="53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0"/>
              <p:cNvSpPr/>
              <p:nvPr/>
            </p:nvSpPr>
            <p:spPr>
              <a:xfrm>
                <a:off x="1385324" y="2887201"/>
                <a:ext cx="3235515" cy="1718561"/>
              </a:xfrm>
              <a:custGeom>
                <a:avLst/>
                <a:gdLst/>
                <a:ahLst/>
                <a:cxnLst/>
                <a:rect l="l" t="t" r="r" b="b"/>
                <a:pathLst>
                  <a:path w="22555" h="11980" extrusionOk="0">
                    <a:moveTo>
                      <a:pt x="218" y="1222"/>
                    </a:moveTo>
                    <a:lnTo>
                      <a:pt x="175" y="1265"/>
                    </a:lnTo>
                    <a:lnTo>
                      <a:pt x="8292" y="11225"/>
                    </a:lnTo>
                    <a:lnTo>
                      <a:pt x="8340" y="11182"/>
                    </a:lnTo>
                    <a:lnTo>
                      <a:pt x="218" y="1222"/>
                    </a:lnTo>
                    <a:close/>
                    <a:moveTo>
                      <a:pt x="138" y="1461"/>
                    </a:moveTo>
                    <a:lnTo>
                      <a:pt x="96" y="1504"/>
                    </a:lnTo>
                    <a:lnTo>
                      <a:pt x="8212" y="11464"/>
                    </a:lnTo>
                    <a:lnTo>
                      <a:pt x="8260" y="11421"/>
                    </a:lnTo>
                    <a:lnTo>
                      <a:pt x="138" y="1461"/>
                    </a:lnTo>
                    <a:close/>
                    <a:moveTo>
                      <a:pt x="22518" y="0"/>
                    </a:moveTo>
                    <a:lnTo>
                      <a:pt x="8776" y="11421"/>
                    </a:lnTo>
                    <a:lnTo>
                      <a:pt x="8818" y="11469"/>
                    </a:lnTo>
                    <a:lnTo>
                      <a:pt x="22555" y="48"/>
                    </a:lnTo>
                    <a:lnTo>
                      <a:pt x="22518" y="0"/>
                    </a:lnTo>
                    <a:close/>
                    <a:moveTo>
                      <a:pt x="48" y="1663"/>
                    </a:moveTo>
                    <a:lnTo>
                      <a:pt x="0" y="1700"/>
                    </a:lnTo>
                    <a:lnTo>
                      <a:pt x="8122" y="11660"/>
                    </a:lnTo>
                    <a:lnTo>
                      <a:pt x="8170" y="11623"/>
                    </a:lnTo>
                    <a:lnTo>
                      <a:pt x="48" y="1663"/>
                    </a:lnTo>
                    <a:close/>
                    <a:moveTo>
                      <a:pt x="22438" y="372"/>
                    </a:moveTo>
                    <a:lnTo>
                      <a:pt x="8691" y="11708"/>
                    </a:lnTo>
                    <a:lnTo>
                      <a:pt x="8733" y="11756"/>
                    </a:lnTo>
                    <a:lnTo>
                      <a:pt x="22475" y="420"/>
                    </a:lnTo>
                    <a:lnTo>
                      <a:pt x="22438" y="372"/>
                    </a:lnTo>
                    <a:close/>
                    <a:moveTo>
                      <a:pt x="22449" y="601"/>
                    </a:moveTo>
                    <a:lnTo>
                      <a:pt x="8706" y="11931"/>
                    </a:lnTo>
                    <a:lnTo>
                      <a:pt x="8744" y="11979"/>
                    </a:lnTo>
                    <a:lnTo>
                      <a:pt x="22491" y="643"/>
                    </a:lnTo>
                    <a:lnTo>
                      <a:pt x="22449" y="60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0"/>
              <p:cNvSpPr/>
              <p:nvPr/>
            </p:nvSpPr>
            <p:spPr>
              <a:xfrm>
                <a:off x="1549864" y="1407351"/>
                <a:ext cx="2508654" cy="2262821"/>
              </a:xfrm>
              <a:custGeom>
                <a:avLst/>
                <a:gdLst/>
                <a:ahLst/>
                <a:cxnLst/>
                <a:rect l="l" t="t" r="r" b="b"/>
                <a:pathLst>
                  <a:path w="17488" h="15774" extrusionOk="0">
                    <a:moveTo>
                      <a:pt x="10998" y="0"/>
                    </a:moveTo>
                    <a:cubicBezTo>
                      <a:pt x="10973" y="0"/>
                      <a:pt x="10947" y="9"/>
                      <a:pt x="10927" y="27"/>
                    </a:cubicBezTo>
                    <a:cubicBezTo>
                      <a:pt x="10879" y="59"/>
                      <a:pt x="10879" y="122"/>
                      <a:pt x="10911" y="170"/>
                    </a:cubicBezTo>
                    <a:lnTo>
                      <a:pt x="11783" y="1211"/>
                    </a:lnTo>
                    <a:cubicBezTo>
                      <a:pt x="11800" y="1238"/>
                      <a:pt x="11827" y="1250"/>
                      <a:pt x="11856" y="1250"/>
                    </a:cubicBezTo>
                    <a:cubicBezTo>
                      <a:pt x="11880" y="1250"/>
                      <a:pt x="11904" y="1242"/>
                      <a:pt x="11926" y="1227"/>
                    </a:cubicBezTo>
                    <a:cubicBezTo>
                      <a:pt x="11974" y="1196"/>
                      <a:pt x="11974" y="1126"/>
                      <a:pt x="11942" y="1079"/>
                    </a:cubicBezTo>
                    <a:lnTo>
                      <a:pt x="11071" y="38"/>
                    </a:lnTo>
                    <a:cubicBezTo>
                      <a:pt x="11054" y="12"/>
                      <a:pt x="11026" y="0"/>
                      <a:pt x="10998" y="0"/>
                    </a:cubicBezTo>
                    <a:close/>
                    <a:moveTo>
                      <a:pt x="10714" y="148"/>
                    </a:moveTo>
                    <a:cubicBezTo>
                      <a:pt x="10691" y="148"/>
                      <a:pt x="10667" y="156"/>
                      <a:pt x="10646" y="170"/>
                    </a:cubicBezTo>
                    <a:cubicBezTo>
                      <a:pt x="10598" y="213"/>
                      <a:pt x="10598" y="271"/>
                      <a:pt x="10635" y="319"/>
                    </a:cubicBezTo>
                    <a:lnTo>
                      <a:pt x="11501" y="1360"/>
                    </a:lnTo>
                    <a:cubicBezTo>
                      <a:pt x="11521" y="1386"/>
                      <a:pt x="11549" y="1400"/>
                      <a:pt x="11578" y="1400"/>
                    </a:cubicBezTo>
                    <a:cubicBezTo>
                      <a:pt x="11603" y="1400"/>
                      <a:pt x="11628" y="1390"/>
                      <a:pt x="11650" y="1371"/>
                    </a:cubicBezTo>
                    <a:cubicBezTo>
                      <a:pt x="11698" y="1334"/>
                      <a:pt x="11698" y="1275"/>
                      <a:pt x="11660" y="1227"/>
                    </a:cubicBezTo>
                    <a:lnTo>
                      <a:pt x="10794" y="186"/>
                    </a:lnTo>
                    <a:cubicBezTo>
                      <a:pt x="10771" y="160"/>
                      <a:pt x="10743" y="148"/>
                      <a:pt x="10714" y="148"/>
                    </a:cubicBezTo>
                    <a:close/>
                    <a:moveTo>
                      <a:pt x="9214" y="1795"/>
                    </a:moveTo>
                    <a:cubicBezTo>
                      <a:pt x="9190" y="1795"/>
                      <a:pt x="9164" y="1803"/>
                      <a:pt x="9142" y="1817"/>
                    </a:cubicBezTo>
                    <a:cubicBezTo>
                      <a:pt x="9100" y="1849"/>
                      <a:pt x="9100" y="1918"/>
                      <a:pt x="9132" y="1966"/>
                    </a:cubicBezTo>
                    <a:lnTo>
                      <a:pt x="10003" y="3007"/>
                    </a:lnTo>
                    <a:cubicBezTo>
                      <a:pt x="10020" y="3032"/>
                      <a:pt x="10046" y="3044"/>
                      <a:pt x="10074" y="3044"/>
                    </a:cubicBezTo>
                    <a:cubicBezTo>
                      <a:pt x="10098" y="3044"/>
                      <a:pt x="10124" y="3035"/>
                      <a:pt x="10146" y="3018"/>
                    </a:cubicBezTo>
                    <a:cubicBezTo>
                      <a:pt x="10194" y="2986"/>
                      <a:pt x="10194" y="2922"/>
                      <a:pt x="10162" y="2874"/>
                    </a:cubicBezTo>
                    <a:lnTo>
                      <a:pt x="9291" y="1833"/>
                    </a:lnTo>
                    <a:cubicBezTo>
                      <a:pt x="9274" y="1807"/>
                      <a:pt x="9245" y="1795"/>
                      <a:pt x="9214" y="1795"/>
                    </a:cubicBezTo>
                    <a:close/>
                    <a:moveTo>
                      <a:pt x="8940" y="1939"/>
                    </a:moveTo>
                    <a:cubicBezTo>
                      <a:pt x="8915" y="1939"/>
                      <a:pt x="8889" y="1948"/>
                      <a:pt x="8866" y="1966"/>
                    </a:cubicBezTo>
                    <a:cubicBezTo>
                      <a:pt x="8818" y="1998"/>
                      <a:pt x="8818" y="2061"/>
                      <a:pt x="8850" y="2109"/>
                    </a:cubicBezTo>
                    <a:lnTo>
                      <a:pt x="9721" y="3150"/>
                    </a:lnTo>
                    <a:cubicBezTo>
                      <a:pt x="9739" y="3177"/>
                      <a:pt x="9768" y="3189"/>
                      <a:pt x="9798" y="3189"/>
                    </a:cubicBezTo>
                    <a:cubicBezTo>
                      <a:pt x="9823" y="3189"/>
                      <a:pt x="9849" y="3181"/>
                      <a:pt x="9870" y="3166"/>
                    </a:cubicBezTo>
                    <a:cubicBezTo>
                      <a:pt x="9918" y="3134"/>
                      <a:pt x="9918" y="3065"/>
                      <a:pt x="9881" y="3018"/>
                    </a:cubicBezTo>
                    <a:lnTo>
                      <a:pt x="9015" y="1976"/>
                    </a:lnTo>
                    <a:cubicBezTo>
                      <a:pt x="8995" y="1951"/>
                      <a:pt x="8968" y="1939"/>
                      <a:pt x="8940" y="1939"/>
                    </a:cubicBezTo>
                    <a:close/>
                    <a:moveTo>
                      <a:pt x="13606" y="3707"/>
                    </a:moveTo>
                    <a:cubicBezTo>
                      <a:pt x="13557" y="3707"/>
                      <a:pt x="13506" y="3721"/>
                      <a:pt x="13461" y="3751"/>
                    </a:cubicBezTo>
                    <a:cubicBezTo>
                      <a:pt x="13344" y="3830"/>
                      <a:pt x="13307" y="3990"/>
                      <a:pt x="13387" y="4117"/>
                    </a:cubicBezTo>
                    <a:cubicBezTo>
                      <a:pt x="13437" y="4190"/>
                      <a:pt x="13518" y="4230"/>
                      <a:pt x="13603" y="4230"/>
                    </a:cubicBezTo>
                    <a:cubicBezTo>
                      <a:pt x="13654" y="4230"/>
                      <a:pt x="13706" y="4216"/>
                      <a:pt x="13753" y="4186"/>
                    </a:cubicBezTo>
                    <a:cubicBezTo>
                      <a:pt x="13875" y="4107"/>
                      <a:pt x="13907" y="3947"/>
                      <a:pt x="13828" y="3825"/>
                    </a:cubicBezTo>
                    <a:cubicBezTo>
                      <a:pt x="13774" y="3748"/>
                      <a:pt x="13691" y="3707"/>
                      <a:pt x="13606" y="3707"/>
                    </a:cubicBezTo>
                    <a:close/>
                    <a:moveTo>
                      <a:pt x="7054" y="3320"/>
                    </a:moveTo>
                    <a:cubicBezTo>
                      <a:pt x="7029" y="3320"/>
                      <a:pt x="7003" y="3329"/>
                      <a:pt x="6980" y="3347"/>
                    </a:cubicBezTo>
                    <a:cubicBezTo>
                      <a:pt x="6933" y="3379"/>
                      <a:pt x="6933" y="3443"/>
                      <a:pt x="6965" y="3490"/>
                    </a:cubicBezTo>
                    <a:lnTo>
                      <a:pt x="7836" y="4532"/>
                    </a:lnTo>
                    <a:cubicBezTo>
                      <a:pt x="7856" y="4558"/>
                      <a:pt x="7885" y="4570"/>
                      <a:pt x="7914" y="4570"/>
                    </a:cubicBezTo>
                    <a:cubicBezTo>
                      <a:pt x="7938" y="4570"/>
                      <a:pt x="7963" y="4562"/>
                      <a:pt x="7984" y="4547"/>
                    </a:cubicBezTo>
                    <a:cubicBezTo>
                      <a:pt x="8032" y="4516"/>
                      <a:pt x="8032" y="4447"/>
                      <a:pt x="7995" y="4399"/>
                    </a:cubicBezTo>
                    <a:lnTo>
                      <a:pt x="7129" y="3358"/>
                    </a:lnTo>
                    <a:cubicBezTo>
                      <a:pt x="7109" y="3332"/>
                      <a:pt x="7082" y="3320"/>
                      <a:pt x="7054" y="3320"/>
                    </a:cubicBezTo>
                    <a:close/>
                    <a:moveTo>
                      <a:pt x="6771" y="3468"/>
                    </a:moveTo>
                    <a:cubicBezTo>
                      <a:pt x="6746" y="3468"/>
                      <a:pt x="6720" y="3476"/>
                      <a:pt x="6699" y="3490"/>
                    </a:cubicBezTo>
                    <a:cubicBezTo>
                      <a:pt x="6656" y="3522"/>
                      <a:pt x="6656" y="3591"/>
                      <a:pt x="6688" y="3639"/>
                    </a:cubicBezTo>
                    <a:lnTo>
                      <a:pt x="7559" y="4680"/>
                    </a:lnTo>
                    <a:cubicBezTo>
                      <a:pt x="7576" y="4706"/>
                      <a:pt x="7602" y="4718"/>
                      <a:pt x="7630" y="4718"/>
                    </a:cubicBezTo>
                    <a:cubicBezTo>
                      <a:pt x="7655" y="4718"/>
                      <a:pt x="7680" y="4708"/>
                      <a:pt x="7703" y="4691"/>
                    </a:cubicBezTo>
                    <a:cubicBezTo>
                      <a:pt x="7751" y="4659"/>
                      <a:pt x="7751" y="4595"/>
                      <a:pt x="7719" y="4547"/>
                    </a:cubicBezTo>
                    <a:lnTo>
                      <a:pt x="6848" y="3506"/>
                    </a:lnTo>
                    <a:cubicBezTo>
                      <a:pt x="6830" y="3480"/>
                      <a:pt x="6801" y="3468"/>
                      <a:pt x="6771" y="3468"/>
                    </a:cubicBezTo>
                    <a:close/>
                    <a:moveTo>
                      <a:pt x="4702" y="5525"/>
                    </a:moveTo>
                    <a:cubicBezTo>
                      <a:pt x="4677" y="5525"/>
                      <a:pt x="4650" y="5534"/>
                      <a:pt x="4627" y="5551"/>
                    </a:cubicBezTo>
                    <a:cubicBezTo>
                      <a:pt x="4585" y="5583"/>
                      <a:pt x="4585" y="5647"/>
                      <a:pt x="4617" y="5695"/>
                    </a:cubicBezTo>
                    <a:lnTo>
                      <a:pt x="5488" y="6736"/>
                    </a:lnTo>
                    <a:cubicBezTo>
                      <a:pt x="5505" y="6762"/>
                      <a:pt x="5533" y="6774"/>
                      <a:pt x="5561" y="6774"/>
                    </a:cubicBezTo>
                    <a:cubicBezTo>
                      <a:pt x="5585" y="6774"/>
                      <a:pt x="5610" y="6766"/>
                      <a:pt x="5631" y="6752"/>
                    </a:cubicBezTo>
                    <a:cubicBezTo>
                      <a:pt x="5679" y="6720"/>
                      <a:pt x="5679" y="6651"/>
                      <a:pt x="5647" y="6603"/>
                    </a:cubicBezTo>
                    <a:lnTo>
                      <a:pt x="4776" y="5562"/>
                    </a:lnTo>
                    <a:cubicBezTo>
                      <a:pt x="4759" y="5537"/>
                      <a:pt x="4732" y="5525"/>
                      <a:pt x="4702" y="5525"/>
                    </a:cubicBezTo>
                    <a:close/>
                    <a:moveTo>
                      <a:pt x="4421" y="5673"/>
                    </a:moveTo>
                    <a:cubicBezTo>
                      <a:pt x="4397" y="5673"/>
                      <a:pt x="4372" y="5681"/>
                      <a:pt x="4351" y="5695"/>
                    </a:cubicBezTo>
                    <a:cubicBezTo>
                      <a:pt x="4303" y="5727"/>
                      <a:pt x="4303" y="5796"/>
                      <a:pt x="4335" y="5844"/>
                    </a:cubicBezTo>
                    <a:lnTo>
                      <a:pt x="5206" y="6885"/>
                    </a:lnTo>
                    <a:cubicBezTo>
                      <a:pt x="5223" y="6910"/>
                      <a:pt x="5251" y="6922"/>
                      <a:pt x="5280" y="6922"/>
                    </a:cubicBezTo>
                    <a:cubicBezTo>
                      <a:pt x="5305" y="6922"/>
                      <a:pt x="5333" y="6913"/>
                      <a:pt x="5355" y="6895"/>
                    </a:cubicBezTo>
                    <a:cubicBezTo>
                      <a:pt x="5403" y="6863"/>
                      <a:pt x="5403" y="6800"/>
                      <a:pt x="5366" y="6752"/>
                    </a:cubicBezTo>
                    <a:lnTo>
                      <a:pt x="4500" y="5711"/>
                    </a:lnTo>
                    <a:cubicBezTo>
                      <a:pt x="4479" y="5684"/>
                      <a:pt x="4451" y="5673"/>
                      <a:pt x="4421" y="5673"/>
                    </a:cubicBezTo>
                    <a:close/>
                    <a:moveTo>
                      <a:pt x="16505" y="7182"/>
                    </a:moveTo>
                    <a:lnTo>
                      <a:pt x="16717" y="7692"/>
                    </a:lnTo>
                    <a:lnTo>
                      <a:pt x="16425" y="8165"/>
                    </a:lnTo>
                    <a:lnTo>
                      <a:pt x="16919" y="7952"/>
                    </a:lnTo>
                    <a:lnTo>
                      <a:pt x="17413" y="8245"/>
                    </a:lnTo>
                    <a:lnTo>
                      <a:pt x="17201" y="7735"/>
                    </a:lnTo>
                    <a:lnTo>
                      <a:pt x="17488" y="7262"/>
                    </a:lnTo>
                    <a:lnTo>
                      <a:pt x="17488" y="7262"/>
                    </a:lnTo>
                    <a:lnTo>
                      <a:pt x="16972" y="7474"/>
                    </a:lnTo>
                    <a:lnTo>
                      <a:pt x="16505" y="7182"/>
                    </a:lnTo>
                    <a:close/>
                    <a:moveTo>
                      <a:pt x="2134" y="7685"/>
                    </a:moveTo>
                    <a:cubicBezTo>
                      <a:pt x="2109" y="7685"/>
                      <a:pt x="2084" y="7693"/>
                      <a:pt x="2062" y="7708"/>
                    </a:cubicBezTo>
                    <a:cubicBezTo>
                      <a:pt x="2014" y="7740"/>
                      <a:pt x="2014" y="7809"/>
                      <a:pt x="2046" y="7852"/>
                    </a:cubicBezTo>
                    <a:lnTo>
                      <a:pt x="2917" y="8898"/>
                    </a:lnTo>
                    <a:cubicBezTo>
                      <a:pt x="2934" y="8921"/>
                      <a:pt x="2962" y="8931"/>
                      <a:pt x="2991" y="8931"/>
                    </a:cubicBezTo>
                    <a:cubicBezTo>
                      <a:pt x="3017" y="8931"/>
                      <a:pt x="3043" y="8923"/>
                      <a:pt x="3065" y="8909"/>
                    </a:cubicBezTo>
                    <a:cubicBezTo>
                      <a:pt x="3108" y="8877"/>
                      <a:pt x="3108" y="8808"/>
                      <a:pt x="3076" y="8765"/>
                    </a:cubicBezTo>
                    <a:lnTo>
                      <a:pt x="2205" y="7719"/>
                    </a:lnTo>
                    <a:cubicBezTo>
                      <a:pt x="2188" y="7696"/>
                      <a:pt x="2162" y="7685"/>
                      <a:pt x="2134" y="7685"/>
                    </a:cubicBezTo>
                    <a:close/>
                    <a:moveTo>
                      <a:pt x="1852" y="7829"/>
                    </a:moveTo>
                    <a:cubicBezTo>
                      <a:pt x="1827" y="7829"/>
                      <a:pt x="1801" y="7837"/>
                      <a:pt x="1780" y="7852"/>
                    </a:cubicBezTo>
                    <a:cubicBezTo>
                      <a:pt x="1737" y="7889"/>
                      <a:pt x="1737" y="7952"/>
                      <a:pt x="1769" y="8000"/>
                    </a:cubicBezTo>
                    <a:lnTo>
                      <a:pt x="2641" y="9041"/>
                    </a:lnTo>
                    <a:cubicBezTo>
                      <a:pt x="2658" y="9068"/>
                      <a:pt x="2685" y="9080"/>
                      <a:pt x="2714" y="9080"/>
                    </a:cubicBezTo>
                    <a:cubicBezTo>
                      <a:pt x="2738" y="9080"/>
                      <a:pt x="2762" y="9072"/>
                      <a:pt x="2784" y="9057"/>
                    </a:cubicBezTo>
                    <a:cubicBezTo>
                      <a:pt x="2832" y="9020"/>
                      <a:pt x="2832" y="8956"/>
                      <a:pt x="2800" y="8909"/>
                    </a:cubicBezTo>
                    <a:lnTo>
                      <a:pt x="1929" y="7867"/>
                    </a:lnTo>
                    <a:cubicBezTo>
                      <a:pt x="1911" y="7841"/>
                      <a:pt x="1882" y="7829"/>
                      <a:pt x="1852" y="7829"/>
                    </a:cubicBezTo>
                    <a:close/>
                    <a:moveTo>
                      <a:pt x="394" y="9217"/>
                    </a:moveTo>
                    <a:cubicBezTo>
                      <a:pt x="369" y="9217"/>
                      <a:pt x="342" y="9226"/>
                      <a:pt x="319" y="9243"/>
                    </a:cubicBezTo>
                    <a:cubicBezTo>
                      <a:pt x="277" y="9275"/>
                      <a:pt x="277" y="9339"/>
                      <a:pt x="309" y="9387"/>
                    </a:cubicBezTo>
                    <a:lnTo>
                      <a:pt x="1180" y="10428"/>
                    </a:lnTo>
                    <a:cubicBezTo>
                      <a:pt x="1197" y="10454"/>
                      <a:pt x="1224" y="10466"/>
                      <a:pt x="1253" y="10466"/>
                    </a:cubicBezTo>
                    <a:cubicBezTo>
                      <a:pt x="1277" y="10466"/>
                      <a:pt x="1302" y="10458"/>
                      <a:pt x="1323" y="10444"/>
                    </a:cubicBezTo>
                    <a:cubicBezTo>
                      <a:pt x="1371" y="10412"/>
                      <a:pt x="1371" y="10343"/>
                      <a:pt x="1339" y="10295"/>
                    </a:cubicBezTo>
                    <a:lnTo>
                      <a:pt x="468" y="9254"/>
                    </a:lnTo>
                    <a:cubicBezTo>
                      <a:pt x="451" y="9229"/>
                      <a:pt x="424" y="9217"/>
                      <a:pt x="394" y="9217"/>
                    </a:cubicBezTo>
                    <a:close/>
                    <a:moveTo>
                      <a:pt x="119" y="9365"/>
                    </a:moveTo>
                    <a:cubicBezTo>
                      <a:pt x="94" y="9365"/>
                      <a:pt x="70" y="9372"/>
                      <a:pt x="48" y="9387"/>
                    </a:cubicBezTo>
                    <a:cubicBezTo>
                      <a:pt x="0" y="9419"/>
                      <a:pt x="0" y="9488"/>
                      <a:pt x="38" y="9535"/>
                    </a:cubicBezTo>
                    <a:lnTo>
                      <a:pt x="903" y="10577"/>
                    </a:lnTo>
                    <a:cubicBezTo>
                      <a:pt x="923" y="10602"/>
                      <a:pt x="951" y="10614"/>
                      <a:pt x="979" y="10614"/>
                    </a:cubicBezTo>
                    <a:cubicBezTo>
                      <a:pt x="1004" y="10614"/>
                      <a:pt x="1030" y="10605"/>
                      <a:pt x="1052" y="10587"/>
                    </a:cubicBezTo>
                    <a:cubicBezTo>
                      <a:pt x="1100" y="10555"/>
                      <a:pt x="1100" y="10492"/>
                      <a:pt x="1063" y="10444"/>
                    </a:cubicBezTo>
                    <a:lnTo>
                      <a:pt x="197" y="9403"/>
                    </a:lnTo>
                    <a:cubicBezTo>
                      <a:pt x="177" y="9376"/>
                      <a:pt x="148" y="9365"/>
                      <a:pt x="119" y="9365"/>
                    </a:cubicBezTo>
                    <a:close/>
                    <a:moveTo>
                      <a:pt x="16767" y="10793"/>
                    </a:moveTo>
                    <a:cubicBezTo>
                      <a:pt x="16716" y="10793"/>
                      <a:pt x="16664" y="10807"/>
                      <a:pt x="16616" y="10837"/>
                    </a:cubicBezTo>
                    <a:cubicBezTo>
                      <a:pt x="16494" y="10917"/>
                      <a:pt x="16462" y="11076"/>
                      <a:pt x="16542" y="11198"/>
                    </a:cubicBezTo>
                    <a:cubicBezTo>
                      <a:pt x="16592" y="11275"/>
                      <a:pt x="16674" y="11316"/>
                      <a:pt x="16760" y="11316"/>
                    </a:cubicBezTo>
                    <a:cubicBezTo>
                      <a:pt x="16810" y="11316"/>
                      <a:pt x="16861" y="11302"/>
                      <a:pt x="16909" y="11272"/>
                    </a:cubicBezTo>
                    <a:cubicBezTo>
                      <a:pt x="17026" y="11193"/>
                      <a:pt x="17063" y="11033"/>
                      <a:pt x="16983" y="10906"/>
                    </a:cubicBezTo>
                    <a:cubicBezTo>
                      <a:pt x="16933" y="10833"/>
                      <a:pt x="16852" y="10793"/>
                      <a:pt x="16767" y="10793"/>
                    </a:cubicBezTo>
                    <a:close/>
                    <a:moveTo>
                      <a:pt x="2911" y="11501"/>
                    </a:moveTo>
                    <a:lnTo>
                      <a:pt x="3257" y="12335"/>
                    </a:lnTo>
                    <a:lnTo>
                      <a:pt x="2784" y="13105"/>
                    </a:lnTo>
                    <a:lnTo>
                      <a:pt x="2784" y="13105"/>
                    </a:lnTo>
                    <a:lnTo>
                      <a:pt x="3597" y="12760"/>
                    </a:lnTo>
                    <a:lnTo>
                      <a:pt x="4393" y="13233"/>
                    </a:lnTo>
                    <a:lnTo>
                      <a:pt x="4043" y="12393"/>
                    </a:lnTo>
                    <a:lnTo>
                      <a:pt x="4516" y="11623"/>
                    </a:lnTo>
                    <a:lnTo>
                      <a:pt x="3682" y="11968"/>
                    </a:lnTo>
                    <a:lnTo>
                      <a:pt x="2911" y="11501"/>
                    </a:lnTo>
                    <a:close/>
                    <a:moveTo>
                      <a:pt x="6712" y="13260"/>
                    </a:moveTo>
                    <a:cubicBezTo>
                      <a:pt x="6628" y="13260"/>
                      <a:pt x="6544" y="13284"/>
                      <a:pt x="6470" y="13334"/>
                    </a:cubicBezTo>
                    <a:cubicBezTo>
                      <a:pt x="6269" y="13466"/>
                      <a:pt x="6216" y="13737"/>
                      <a:pt x="6348" y="13934"/>
                    </a:cubicBezTo>
                    <a:cubicBezTo>
                      <a:pt x="6432" y="14061"/>
                      <a:pt x="6572" y="14129"/>
                      <a:pt x="6714" y="14129"/>
                    </a:cubicBezTo>
                    <a:cubicBezTo>
                      <a:pt x="6797" y="14129"/>
                      <a:pt x="6881" y="14105"/>
                      <a:pt x="6954" y="14056"/>
                    </a:cubicBezTo>
                    <a:cubicBezTo>
                      <a:pt x="7156" y="13923"/>
                      <a:pt x="7209" y="13652"/>
                      <a:pt x="7076" y="13450"/>
                    </a:cubicBezTo>
                    <a:cubicBezTo>
                      <a:pt x="6993" y="13327"/>
                      <a:pt x="6853" y="13260"/>
                      <a:pt x="6712" y="13260"/>
                    </a:cubicBezTo>
                    <a:close/>
                    <a:moveTo>
                      <a:pt x="12079" y="9931"/>
                    </a:moveTo>
                    <a:cubicBezTo>
                      <a:pt x="12060" y="9931"/>
                      <a:pt x="12040" y="9935"/>
                      <a:pt x="12022" y="9944"/>
                    </a:cubicBezTo>
                    <a:cubicBezTo>
                      <a:pt x="11963" y="9976"/>
                      <a:pt x="11937" y="10051"/>
                      <a:pt x="11963" y="10120"/>
                    </a:cubicBezTo>
                    <a:cubicBezTo>
                      <a:pt x="11968" y="10136"/>
                      <a:pt x="12871" y="12021"/>
                      <a:pt x="11150" y="14237"/>
                    </a:cubicBezTo>
                    <a:cubicBezTo>
                      <a:pt x="11119" y="14279"/>
                      <a:pt x="11119" y="14338"/>
                      <a:pt x="11145" y="14380"/>
                    </a:cubicBezTo>
                    <a:cubicBezTo>
                      <a:pt x="11150" y="14396"/>
                      <a:pt x="11161" y="14401"/>
                      <a:pt x="11172" y="14407"/>
                    </a:cubicBezTo>
                    <a:cubicBezTo>
                      <a:pt x="11193" y="14426"/>
                      <a:pt x="11220" y="14435"/>
                      <a:pt x="11246" y="14435"/>
                    </a:cubicBezTo>
                    <a:cubicBezTo>
                      <a:pt x="11284" y="14435"/>
                      <a:pt x="11322" y="14417"/>
                      <a:pt x="11347" y="14385"/>
                    </a:cubicBezTo>
                    <a:cubicBezTo>
                      <a:pt x="13174" y="12043"/>
                      <a:pt x="12229" y="10077"/>
                      <a:pt x="12186" y="9998"/>
                    </a:cubicBezTo>
                    <a:cubicBezTo>
                      <a:pt x="12167" y="9956"/>
                      <a:pt x="12125" y="9931"/>
                      <a:pt x="12079" y="9931"/>
                    </a:cubicBezTo>
                    <a:close/>
                    <a:moveTo>
                      <a:pt x="10819" y="14609"/>
                    </a:moveTo>
                    <a:cubicBezTo>
                      <a:pt x="10789" y="14609"/>
                      <a:pt x="10758" y="14617"/>
                      <a:pt x="10731" y="14635"/>
                    </a:cubicBezTo>
                    <a:cubicBezTo>
                      <a:pt x="10662" y="14678"/>
                      <a:pt x="10640" y="14778"/>
                      <a:pt x="10683" y="14853"/>
                    </a:cubicBezTo>
                    <a:cubicBezTo>
                      <a:pt x="10713" y="14900"/>
                      <a:pt x="10765" y="14924"/>
                      <a:pt x="10818" y="14924"/>
                    </a:cubicBezTo>
                    <a:cubicBezTo>
                      <a:pt x="10848" y="14924"/>
                      <a:pt x="10879" y="14916"/>
                      <a:pt x="10906" y="14901"/>
                    </a:cubicBezTo>
                    <a:cubicBezTo>
                      <a:pt x="10975" y="14853"/>
                      <a:pt x="10996" y="14752"/>
                      <a:pt x="10949" y="14678"/>
                    </a:cubicBezTo>
                    <a:cubicBezTo>
                      <a:pt x="10922" y="14634"/>
                      <a:pt x="10871" y="14609"/>
                      <a:pt x="10819" y="14609"/>
                    </a:cubicBezTo>
                    <a:close/>
                    <a:moveTo>
                      <a:pt x="6219" y="15246"/>
                    </a:moveTo>
                    <a:cubicBezTo>
                      <a:pt x="6171" y="15246"/>
                      <a:pt x="6122" y="15260"/>
                      <a:pt x="6077" y="15288"/>
                    </a:cubicBezTo>
                    <a:cubicBezTo>
                      <a:pt x="5961" y="15368"/>
                      <a:pt x="5923" y="15527"/>
                      <a:pt x="6003" y="15655"/>
                    </a:cubicBezTo>
                    <a:cubicBezTo>
                      <a:pt x="6053" y="15732"/>
                      <a:pt x="6135" y="15773"/>
                      <a:pt x="6221" y="15773"/>
                    </a:cubicBezTo>
                    <a:cubicBezTo>
                      <a:pt x="6271" y="15773"/>
                      <a:pt x="6322" y="15759"/>
                      <a:pt x="6370" y="15729"/>
                    </a:cubicBezTo>
                    <a:cubicBezTo>
                      <a:pt x="6486" y="15650"/>
                      <a:pt x="6524" y="15490"/>
                      <a:pt x="6444" y="15363"/>
                    </a:cubicBezTo>
                    <a:cubicBezTo>
                      <a:pt x="6390" y="15288"/>
                      <a:pt x="6305" y="15246"/>
                      <a:pt x="6219" y="1524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13" name="Google Shape;213;p30"/>
          <p:cNvGrpSpPr/>
          <p:nvPr/>
        </p:nvGrpSpPr>
        <p:grpSpPr>
          <a:xfrm>
            <a:off x="7427951" y="950730"/>
            <a:ext cx="1001685" cy="927494"/>
            <a:chOff x="3452076" y="484330"/>
            <a:chExt cx="1001685" cy="927494"/>
          </a:xfrm>
        </p:grpSpPr>
        <p:sp>
          <p:nvSpPr>
            <p:cNvPr id="214" name="Google Shape;214;p30"/>
            <p:cNvSpPr/>
            <p:nvPr/>
          </p:nvSpPr>
          <p:spPr>
            <a:xfrm>
              <a:off x="3452076" y="484330"/>
              <a:ext cx="1001685" cy="927494"/>
            </a:xfrm>
            <a:custGeom>
              <a:avLst/>
              <a:gdLst/>
              <a:ahLst/>
              <a:cxnLst/>
              <a:rect l="l" t="t" r="r" b="b"/>
              <a:pathLst>
                <a:path w="27786" h="25728" extrusionOk="0">
                  <a:moveTo>
                    <a:pt x="22220" y="0"/>
                  </a:moveTo>
                  <a:cubicBezTo>
                    <a:pt x="21468" y="0"/>
                    <a:pt x="20702" y="169"/>
                    <a:pt x="19974" y="516"/>
                  </a:cubicBezTo>
                  <a:cubicBezTo>
                    <a:pt x="19393" y="794"/>
                    <a:pt x="18880" y="1232"/>
                    <a:pt x="18392" y="1695"/>
                  </a:cubicBezTo>
                  <a:cubicBezTo>
                    <a:pt x="18038" y="1745"/>
                    <a:pt x="17693" y="1863"/>
                    <a:pt x="17365" y="2074"/>
                  </a:cubicBezTo>
                  <a:cubicBezTo>
                    <a:pt x="17003" y="2301"/>
                    <a:pt x="16683" y="2604"/>
                    <a:pt x="16422" y="2966"/>
                  </a:cubicBezTo>
                  <a:cubicBezTo>
                    <a:pt x="16001" y="3328"/>
                    <a:pt x="15690" y="3816"/>
                    <a:pt x="15530" y="4355"/>
                  </a:cubicBezTo>
                  <a:cubicBezTo>
                    <a:pt x="14242" y="5541"/>
                    <a:pt x="12954" y="6728"/>
                    <a:pt x="11667" y="7915"/>
                  </a:cubicBezTo>
                  <a:cubicBezTo>
                    <a:pt x="9276" y="10129"/>
                    <a:pt x="6877" y="12334"/>
                    <a:pt x="4487" y="14548"/>
                  </a:cubicBezTo>
                  <a:cubicBezTo>
                    <a:pt x="4066" y="14935"/>
                    <a:pt x="3645" y="15330"/>
                    <a:pt x="3224" y="15718"/>
                  </a:cubicBezTo>
                  <a:cubicBezTo>
                    <a:pt x="2888" y="15911"/>
                    <a:pt x="2602" y="16189"/>
                    <a:pt x="2433" y="16568"/>
                  </a:cubicBezTo>
                  <a:cubicBezTo>
                    <a:pt x="1751" y="18074"/>
                    <a:pt x="1095" y="19606"/>
                    <a:pt x="531" y="21172"/>
                  </a:cubicBezTo>
                  <a:cubicBezTo>
                    <a:pt x="506" y="21222"/>
                    <a:pt x="489" y="21273"/>
                    <a:pt x="472" y="21323"/>
                  </a:cubicBezTo>
                  <a:cubicBezTo>
                    <a:pt x="228" y="22039"/>
                    <a:pt x="1" y="22788"/>
                    <a:pt x="102" y="23545"/>
                  </a:cubicBezTo>
                  <a:cubicBezTo>
                    <a:pt x="274" y="24856"/>
                    <a:pt x="1346" y="25727"/>
                    <a:pt x="2644" y="25727"/>
                  </a:cubicBezTo>
                  <a:cubicBezTo>
                    <a:pt x="2680" y="25727"/>
                    <a:pt x="2716" y="25727"/>
                    <a:pt x="2753" y="25725"/>
                  </a:cubicBezTo>
                  <a:cubicBezTo>
                    <a:pt x="3586" y="25700"/>
                    <a:pt x="4436" y="25439"/>
                    <a:pt x="5228" y="25204"/>
                  </a:cubicBezTo>
                  <a:cubicBezTo>
                    <a:pt x="6423" y="24850"/>
                    <a:pt x="7610" y="24446"/>
                    <a:pt x="8788" y="24025"/>
                  </a:cubicBezTo>
                  <a:cubicBezTo>
                    <a:pt x="9318" y="23840"/>
                    <a:pt x="9731" y="23520"/>
                    <a:pt x="10025" y="23133"/>
                  </a:cubicBezTo>
                  <a:cubicBezTo>
                    <a:pt x="11456" y="21812"/>
                    <a:pt x="12879" y="20498"/>
                    <a:pt x="14310" y="19177"/>
                  </a:cubicBezTo>
                  <a:cubicBezTo>
                    <a:pt x="16700" y="16972"/>
                    <a:pt x="19090" y="14758"/>
                    <a:pt x="21489" y="12544"/>
                  </a:cubicBezTo>
                  <a:cubicBezTo>
                    <a:pt x="21700" y="12351"/>
                    <a:pt x="21919" y="12149"/>
                    <a:pt x="22129" y="11955"/>
                  </a:cubicBezTo>
                  <a:cubicBezTo>
                    <a:pt x="22331" y="11938"/>
                    <a:pt x="22533" y="11905"/>
                    <a:pt x="22727" y="11837"/>
                  </a:cubicBezTo>
                  <a:cubicBezTo>
                    <a:pt x="23366" y="11635"/>
                    <a:pt x="23846" y="11265"/>
                    <a:pt x="24174" y="10785"/>
                  </a:cubicBezTo>
                  <a:cubicBezTo>
                    <a:pt x="24688" y="10390"/>
                    <a:pt x="25083" y="9834"/>
                    <a:pt x="25252" y="9194"/>
                  </a:cubicBezTo>
                  <a:cubicBezTo>
                    <a:pt x="25260" y="9152"/>
                    <a:pt x="25268" y="9110"/>
                    <a:pt x="25277" y="9060"/>
                  </a:cubicBezTo>
                  <a:cubicBezTo>
                    <a:pt x="25740" y="8639"/>
                    <a:pt x="26178" y="8184"/>
                    <a:pt x="26523" y="7654"/>
                  </a:cubicBezTo>
                  <a:cubicBezTo>
                    <a:pt x="27785" y="5701"/>
                    <a:pt x="27347" y="3235"/>
                    <a:pt x="25883" y="1552"/>
                  </a:cubicBezTo>
                  <a:cubicBezTo>
                    <a:pt x="25774" y="1426"/>
                    <a:pt x="25639" y="1316"/>
                    <a:pt x="25504" y="1232"/>
                  </a:cubicBezTo>
                  <a:cubicBezTo>
                    <a:pt x="24579" y="426"/>
                    <a:pt x="23416" y="0"/>
                    <a:pt x="22220" y="0"/>
                  </a:cubicBezTo>
                  <a:close/>
                </a:path>
              </a:pathLst>
            </a:custGeom>
            <a:solidFill>
              <a:schemeClr val="l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5" name="Google Shape;215;p30"/>
            <p:cNvGrpSpPr/>
            <p:nvPr/>
          </p:nvGrpSpPr>
          <p:grpSpPr>
            <a:xfrm>
              <a:off x="3496420" y="546982"/>
              <a:ext cx="887443" cy="809067"/>
              <a:chOff x="3541650" y="2614700"/>
              <a:chExt cx="363900" cy="331775"/>
            </a:xfrm>
          </p:grpSpPr>
          <p:sp>
            <p:nvSpPr>
              <p:cNvPr id="216" name="Google Shape;216;p30"/>
              <p:cNvSpPr/>
              <p:nvPr/>
            </p:nvSpPr>
            <p:spPr>
              <a:xfrm>
                <a:off x="3578425" y="2654575"/>
                <a:ext cx="277725" cy="265625"/>
              </a:xfrm>
              <a:custGeom>
                <a:avLst/>
                <a:gdLst/>
                <a:ahLst/>
                <a:cxnLst/>
                <a:rect l="l" t="t" r="r" b="b"/>
                <a:pathLst>
                  <a:path w="11109" h="10625" extrusionOk="0">
                    <a:moveTo>
                      <a:pt x="8824" y="0"/>
                    </a:moveTo>
                    <a:lnTo>
                      <a:pt x="1" y="8154"/>
                    </a:lnTo>
                    <a:lnTo>
                      <a:pt x="2285" y="10624"/>
                    </a:lnTo>
                    <a:lnTo>
                      <a:pt x="11108" y="2476"/>
                    </a:lnTo>
                    <a:lnTo>
                      <a:pt x="882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0"/>
              <p:cNvSpPr/>
              <p:nvPr/>
            </p:nvSpPr>
            <p:spPr>
              <a:xfrm>
                <a:off x="3541650" y="2858025"/>
                <a:ext cx="95100" cy="88450"/>
              </a:xfrm>
              <a:custGeom>
                <a:avLst/>
                <a:gdLst/>
                <a:ahLst/>
                <a:cxnLst/>
                <a:rect l="l" t="t" r="r" b="b"/>
                <a:pathLst>
                  <a:path w="3804" h="3538" extrusionOk="0">
                    <a:moveTo>
                      <a:pt x="1483" y="0"/>
                    </a:moveTo>
                    <a:cubicBezTo>
                      <a:pt x="1483" y="0"/>
                      <a:pt x="1" y="3294"/>
                      <a:pt x="202" y="3512"/>
                    </a:cubicBezTo>
                    <a:cubicBezTo>
                      <a:pt x="219" y="3529"/>
                      <a:pt x="258" y="3538"/>
                      <a:pt x="314" y="3538"/>
                    </a:cubicBezTo>
                    <a:cubicBezTo>
                      <a:pt x="944" y="3538"/>
                      <a:pt x="3804" y="2513"/>
                      <a:pt x="3804" y="2513"/>
                    </a:cubicBezTo>
                    <a:lnTo>
                      <a:pt x="1483" y="0"/>
                    </a:lnTo>
                    <a:close/>
                  </a:path>
                </a:pathLst>
              </a:custGeom>
              <a:solidFill>
                <a:schemeClr val="accent3">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8" name="Google Shape;218;p30"/>
              <p:cNvSpPr/>
              <p:nvPr/>
            </p:nvSpPr>
            <p:spPr>
              <a:xfrm>
                <a:off x="3811375" y="2614700"/>
                <a:ext cx="94175" cy="90750"/>
              </a:xfrm>
              <a:custGeom>
                <a:avLst/>
                <a:gdLst/>
                <a:ahLst/>
                <a:cxnLst/>
                <a:rect l="l" t="t" r="r" b="b"/>
                <a:pathLst>
                  <a:path w="3767" h="3630" extrusionOk="0">
                    <a:moveTo>
                      <a:pt x="1894" y="0"/>
                    </a:moveTo>
                    <a:cubicBezTo>
                      <a:pt x="1490" y="0"/>
                      <a:pt x="1085" y="146"/>
                      <a:pt x="765" y="442"/>
                    </a:cubicBezTo>
                    <a:lnTo>
                      <a:pt x="0" y="1154"/>
                    </a:lnTo>
                    <a:lnTo>
                      <a:pt x="2279" y="3630"/>
                    </a:lnTo>
                    <a:lnTo>
                      <a:pt x="3049" y="2918"/>
                    </a:lnTo>
                    <a:cubicBezTo>
                      <a:pt x="3719" y="2291"/>
                      <a:pt x="3767" y="1239"/>
                      <a:pt x="3140" y="559"/>
                    </a:cubicBezTo>
                    <a:lnTo>
                      <a:pt x="3124" y="533"/>
                    </a:lnTo>
                    <a:cubicBezTo>
                      <a:pt x="2794" y="180"/>
                      <a:pt x="2344" y="0"/>
                      <a:pt x="18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0"/>
              <p:cNvSpPr/>
              <p:nvPr/>
            </p:nvSpPr>
            <p:spPr>
              <a:xfrm>
                <a:off x="3545225" y="2641450"/>
                <a:ext cx="337625" cy="305000"/>
              </a:xfrm>
              <a:custGeom>
                <a:avLst/>
                <a:gdLst/>
                <a:ahLst/>
                <a:cxnLst/>
                <a:rect l="l" t="t" r="r" b="b"/>
                <a:pathLst>
                  <a:path w="13505" h="12200" extrusionOk="0">
                    <a:moveTo>
                      <a:pt x="13122" y="116"/>
                    </a:moveTo>
                    <a:lnTo>
                      <a:pt x="13191" y="323"/>
                    </a:lnTo>
                    <a:lnTo>
                      <a:pt x="13063" y="493"/>
                    </a:lnTo>
                    <a:lnTo>
                      <a:pt x="13063" y="493"/>
                    </a:lnTo>
                    <a:lnTo>
                      <a:pt x="13265" y="424"/>
                    </a:lnTo>
                    <a:lnTo>
                      <a:pt x="13440" y="552"/>
                    </a:lnTo>
                    <a:lnTo>
                      <a:pt x="13377" y="350"/>
                    </a:lnTo>
                    <a:lnTo>
                      <a:pt x="13504" y="175"/>
                    </a:lnTo>
                    <a:lnTo>
                      <a:pt x="13297" y="244"/>
                    </a:lnTo>
                    <a:lnTo>
                      <a:pt x="13122" y="116"/>
                    </a:lnTo>
                    <a:close/>
                    <a:moveTo>
                      <a:pt x="10387" y="0"/>
                    </a:moveTo>
                    <a:cubicBezTo>
                      <a:pt x="10315" y="0"/>
                      <a:pt x="10244" y="24"/>
                      <a:pt x="10189" y="74"/>
                    </a:cubicBezTo>
                    <a:lnTo>
                      <a:pt x="10142" y="116"/>
                    </a:lnTo>
                    <a:cubicBezTo>
                      <a:pt x="10057" y="196"/>
                      <a:pt x="10030" y="313"/>
                      <a:pt x="10057" y="419"/>
                    </a:cubicBezTo>
                    <a:cubicBezTo>
                      <a:pt x="10037" y="415"/>
                      <a:pt x="10017" y="413"/>
                      <a:pt x="9996" y="413"/>
                    </a:cubicBezTo>
                    <a:cubicBezTo>
                      <a:pt x="9928" y="413"/>
                      <a:pt x="9859" y="435"/>
                      <a:pt x="9802" y="488"/>
                    </a:cubicBezTo>
                    <a:cubicBezTo>
                      <a:pt x="9690" y="589"/>
                      <a:pt x="9685" y="759"/>
                      <a:pt x="9791" y="870"/>
                    </a:cubicBezTo>
                    <a:lnTo>
                      <a:pt x="12144" y="3420"/>
                    </a:lnTo>
                    <a:cubicBezTo>
                      <a:pt x="12197" y="3481"/>
                      <a:pt x="12270" y="3512"/>
                      <a:pt x="12344" y="3512"/>
                    </a:cubicBezTo>
                    <a:cubicBezTo>
                      <a:pt x="12411" y="3512"/>
                      <a:pt x="12479" y="3487"/>
                      <a:pt x="12532" y="3436"/>
                    </a:cubicBezTo>
                    <a:cubicBezTo>
                      <a:pt x="12612" y="3357"/>
                      <a:pt x="12638" y="3245"/>
                      <a:pt x="12606" y="3144"/>
                    </a:cubicBezTo>
                    <a:lnTo>
                      <a:pt x="12606" y="3144"/>
                    </a:lnTo>
                    <a:cubicBezTo>
                      <a:pt x="12627" y="3149"/>
                      <a:pt x="12648" y="3151"/>
                      <a:pt x="12669" y="3151"/>
                    </a:cubicBezTo>
                    <a:cubicBezTo>
                      <a:pt x="12741" y="3151"/>
                      <a:pt x="12814" y="3123"/>
                      <a:pt x="12872" y="3070"/>
                    </a:cubicBezTo>
                    <a:lnTo>
                      <a:pt x="12915" y="3032"/>
                    </a:lnTo>
                    <a:cubicBezTo>
                      <a:pt x="13037" y="2916"/>
                      <a:pt x="13042" y="2724"/>
                      <a:pt x="12936" y="2608"/>
                    </a:cubicBezTo>
                    <a:lnTo>
                      <a:pt x="10614" y="95"/>
                    </a:lnTo>
                    <a:cubicBezTo>
                      <a:pt x="10555" y="32"/>
                      <a:pt x="10471" y="0"/>
                      <a:pt x="10387" y="0"/>
                    </a:cubicBezTo>
                    <a:close/>
                    <a:moveTo>
                      <a:pt x="251" y="11309"/>
                    </a:moveTo>
                    <a:cubicBezTo>
                      <a:pt x="97" y="11755"/>
                      <a:pt x="1" y="12105"/>
                      <a:pt x="54" y="12175"/>
                    </a:cubicBezTo>
                    <a:cubicBezTo>
                      <a:pt x="71" y="12192"/>
                      <a:pt x="109" y="12200"/>
                      <a:pt x="165" y="12200"/>
                    </a:cubicBezTo>
                    <a:cubicBezTo>
                      <a:pt x="315" y="12200"/>
                      <a:pt x="593" y="12142"/>
                      <a:pt x="931" y="12052"/>
                    </a:cubicBezTo>
                    <a:lnTo>
                      <a:pt x="251" y="11309"/>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0"/>
              <p:cNvSpPr/>
              <p:nvPr/>
            </p:nvSpPr>
            <p:spPr>
              <a:xfrm>
                <a:off x="3597425" y="2679575"/>
                <a:ext cx="235225" cy="222825"/>
              </a:xfrm>
              <a:custGeom>
                <a:avLst/>
                <a:gdLst/>
                <a:ahLst/>
                <a:cxnLst/>
                <a:rect l="l" t="t" r="r" b="b"/>
                <a:pathLst>
                  <a:path w="9409" h="8913" extrusionOk="0">
                    <a:moveTo>
                      <a:pt x="7613" y="1"/>
                    </a:moveTo>
                    <a:cubicBezTo>
                      <a:pt x="7546" y="1"/>
                      <a:pt x="7478" y="25"/>
                      <a:pt x="7422" y="73"/>
                    </a:cubicBezTo>
                    <a:lnTo>
                      <a:pt x="112" y="6825"/>
                    </a:lnTo>
                    <a:cubicBezTo>
                      <a:pt x="6" y="6926"/>
                      <a:pt x="1" y="7096"/>
                      <a:pt x="102" y="7207"/>
                    </a:cubicBezTo>
                    <a:cubicBezTo>
                      <a:pt x="152" y="7264"/>
                      <a:pt x="226" y="7293"/>
                      <a:pt x="300" y="7293"/>
                    </a:cubicBezTo>
                    <a:cubicBezTo>
                      <a:pt x="366" y="7293"/>
                      <a:pt x="432" y="7270"/>
                      <a:pt x="484" y="7223"/>
                    </a:cubicBezTo>
                    <a:lnTo>
                      <a:pt x="7793" y="472"/>
                    </a:lnTo>
                    <a:cubicBezTo>
                      <a:pt x="7910" y="365"/>
                      <a:pt x="7916" y="190"/>
                      <a:pt x="7809" y="84"/>
                    </a:cubicBezTo>
                    <a:cubicBezTo>
                      <a:pt x="7757" y="29"/>
                      <a:pt x="7686" y="1"/>
                      <a:pt x="7613" y="1"/>
                    </a:cubicBezTo>
                    <a:close/>
                    <a:moveTo>
                      <a:pt x="8361" y="805"/>
                    </a:moveTo>
                    <a:cubicBezTo>
                      <a:pt x="8295" y="805"/>
                      <a:pt x="8229" y="830"/>
                      <a:pt x="8176" y="881"/>
                    </a:cubicBezTo>
                    <a:lnTo>
                      <a:pt x="861" y="7632"/>
                    </a:lnTo>
                    <a:cubicBezTo>
                      <a:pt x="750" y="7733"/>
                      <a:pt x="744" y="7909"/>
                      <a:pt x="851" y="8020"/>
                    </a:cubicBezTo>
                    <a:cubicBezTo>
                      <a:pt x="903" y="8078"/>
                      <a:pt x="974" y="8107"/>
                      <a:pt x="1045" y="8107"/>
                    </a:cubicBezTo>
                    <a:cubicBezTo>
                      <a:pt x="1112" y="8107"/>
                      <a:pt x="1179" y="8082"/>
                      <a:pt x="1233" y="8031"/>
                    </a:cubicBezTo>
                    <a:lnTo>
                      <a:pt x="8548" y="1279"/>
                    </a:lnTo>
                    <a:cubicBezTo>
                      <a:pt x="8654" y="1173"/>
                      <a:pt x="8659" y="1003"/>
                      <a:pt x="8558" y="897"/>
                    </a:cubicBezTo>
                    <a:cubicBezTo>
                      <a:pt x="8505" y="835"/>
                      <a:pt x="8434" y="805"/>
                      <a:pt x="8361" y="805"/>
                    </a:cubicBezTo>
                    <a:close/>
                    <a:moveTo>
                      <a:pt x="9102" y="1609"/>
                    </a:moveTo>
                    <a:cubicBezTo>
                      <a:pt x="9037" y="1609"/>
                      <a:pt x="8972" y="1633"/>
                      <a:pt x="8920" y="1683"/>
                    </a:cubicBezTo>
                    <a:lnTo>
                      <a:pt x="1605" y="8440"/>
                    </a:lnTo>
                    <a:cubicBezTo>
                      <a:pt x="1493" y="8535"/>
                      <a:pt x="1488" y="8711"/>
                      <a:pt x="1594" y="8822"/>
                    </a:cubicBezTo>
                    <a:cubicBezTo>
                      <a:pt x="1648" y="8881"/>
                      <a:pt x="1721" y="8912"/>
                      <a:pt x="1794" y="8912"/>
                    </a:cubicBezTo>
                    <a:cubicBezTo>
                      <a:pt x="1859" y="8912"/>
                      <a:pt x="1924" y="8888"/>
                      <a:pt x="1977" y="8838"/>
                    </a:cubicBezTo>
                    <a:lnTo>
                      <a:pt x="9291" y="2081"/>
                    </a:lnTo>
                    <a:cubicBezTo>
                      <a:pt x="9403" y="1986"/>
                      <a:pt x="9408" y="1810"/>
                      <a:pt x="9302" y="1699"/>
                    </a:cubicBezTo>
                    <a:cubicBezTo>
                      <a:pt x="9248" y="1640"/>
                      <a:pt x="9175" y="1609"/>
                      <a:pt x="9102" y="1609"/>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30"/>
              <p:cNvSpPr/>
              <p:nvPr/>
            </p:nvSpPr>
            <p:spPr>
              <a:xfrm>
                <a:off x="3611250" y="2643800"/>
                <a:ext cx="246350" cy="242575"/>
              </a:xfrm>
              <a:custGeom>
                <a:avLst/>
                <a:gdLst/>
                <a:ahLst/>
                <a:cxnLst/>
                <a:rect l="l" t="t" r="r" b="b"/>
                <a:pathLst>
                  <a:path w="9854" h="9703" extrusionOk="0">
                    <a:moveTo>
                      <a:pt x="9280" y="1"/>
                    </a:moveTo>
                    <a:lnTo>
                      <a:pt x="9413" y="293"/>
                    </a:lnTo>
                    <a:lnTo>
                      <a:pt x="9254" y="575"/>
                    </a:lnTo>
                    <a:lnTo>
                      <a:pt x="9540" y="442"/>
                    </a:lnTo>
                    <a:lnTo>
                      <a:pt x="9833" y="601"/>
                    </a:lnTo>
                    <a:lnTo>
                      <a:pt x="9833" y="601"/>
                    </a:lnTo>
                    <a:lnTo>
                      <a:pt x="9700" y="309"/>
                    </a:lnTo>
                    <a:lnTo>
                      <a:pt x="9854" y="27"/>
                    </a:lnTo>
                    <a:lnTo>
                      <a:pt x="9556" y="160"/>
                    </a:lnTo>
                    <a:lnTo>
                      <a:pt x="9280" y="1"/>
                    </a:lnTo>
                    <a:close/>
                    <a:moveTo>
                      <a:pt x="6784" y="1804"/>
                    </a:moveTo>
                    <a:cubicBezTo>
                      <a:pt x="6766" y="1804"/>
                      <a:pt x="6748" y="1810"/>
                      <a:pt x="6736" y="1823"/>
                    </a:cubicBezTo>
                    <a:lnTo>
                      <a:pt x="5216" y="3231"/>
                    </a:lnTo>
                    <a:cubicBezTo>
                      <a:pt x="5185" y="3257"/>
                      <a:pt x="5185" y="3300"/>
                      <a:pt x="5211" y="3326"/>
                    </a:cubicBezTo>
                    <a:cubicBezTo>
                      <a:pt x="5226" y="3346"/>
                      <a:pt x="5245" y="3356"/>
                      <a:pt x="5263" y="3356"/>
                    </a:cubicBezTo>
                    <a:cubicBezTo>
                      <a:pt x="5279" y="3356"/>
                      <a:pt x="5295" y="3349"/>
                      <a:pt x="5307" y="3337"/>
                    </a:cubicBezTo>
                    <a:lnTo>
                      <a:pt x="6831" y="1929"/>
                    </a:lnTo>
                    <a:cubicBezTo>
                      <a:pt x="6858" y="1903"/>
                      <a:pt x="6863" y="1855"/>
                      <a:pt x="6837" y="1828"/>
                    </a:cubicBezTo>
                    <a:cubicBezTo>
                      <a:pt x="6823" y="1812"/>
                      <a:pt x="6803" y="1804"/>
                      <a:pt x="6784" y="1804"/>
                    </a:cubicBezTo>
                    <a:close/>
                    <a:moveTo>
                      <a:pt x="6974" y="3656"/>
                    </a:moveTo>
                    <a:cubicBezTo>
                      <a:pt x="6941" y="3656"/>
                      <a:pt x="6907" y="3668"/>
                      <a:pt x="6879" y="3693"/>
                    </a:cubicBezTo>
                    <a:cubicBezTo>
                      <a:pt x="6815" y="3746"/>
                      <a:pt x="6815" y="3842"/>
                      <a:pt x="6869" y="3895"/>
                    </a:cubicBezTo>
                    <a:cubicBezTo>
                      <a:pt x="6896" y="3925"/>
                      <a:pt x="6934" y="3939"/>
                      <a:pt x="6972" y="3939"/>
                    </a:cubicBezTo>
                    <a:cubicBezTo>
                      <a:pt x="7008" y="3939"/>
                      <a:pt x="7044" y="3926"/>
                      <a:pt x="7070" y="3900"/>
                    </a:cubicBezTo>
                    <a:cubicBezTo>
                      <a:pt x="7129" y="3847"/>
                      <a:pt x="7129" y="3751"/>
                      <a:pt x="7076" y="3698"/>
                    </a:cubicBezTo>
                    <a:cubicBezTo>
                      <a:pt x="7048" y="3670"/>
                      <a:pt x="7011" y="3656"/>
                      <a:pt x="6974" y="3656"/>
                    </a:cubicBezTo>
                    <a:close/>
                    <a:moveTo>
                      <a:pt x="3338" y="4908"/>
                    </a:moveTo>
                    <a:cubicBezTo>
                      <a:pt x="3280" y="4908"/>
                      <a:pt x="3222" y="4928"/>
                      <a:pt x="3177" y="4968"/>
                    </a:cubicBezTo>
                    <a:cubicBezTo>
                      <a:pt x="3081" y="5053"/>
                      <a:pt x="3081" y="5207"/>
                      <a:pt x="3166" y="5308"/>
                    </a:cubicBezTo>
                    <a:cubicBezTo>
                      <a:pt x="3210" y="5360"/>
                      <a:pt x="3272" y="5385"/>
                      <a:pt x="3334" y="5385"/>
                    </a:cubicBezTo>
                    <a:cubicBezTo>
                      <a:pt x="3394" y="5385"/>
                      <a:pt x="3454" y="5362"/>
                      <a:pt x="3501" y="5318"/>
                    </a:cubicBezTo>
                    <a:cubicBezTo>
                      <a:pt x="3602" y="5233"/>
                      <a:pt x="3602" y="5079"/>
                      <a:pt x="3517" y="4984"/>
                    </a:cubicBezTo>
                    <a:cubicBezTo>
                      <a:pt x="3469" y="4933"/>
                      <a:pt x="3403" y="4908"/>
                      <a:pt x="3338" y="4908"/>
                    </a:cubicBezTo>
                    <a:close/>
                    <a:moveTo>
                      <a:pt x="5588" y="5111"/>
                    </a:moveTo>
                    <a:lnTo>
                      <a:pt x="5721" y="5409"/>
                    </a:lnTo>
                    <a:lnTo>
                      <a:pt x="5562" y="5685"/>
                    </a:lnTo>
                    <a:lnTo>
                      <a:pt x="5562" y="5685"/>
                    </a:lnTo>
                    <a:lnTo>
                      <a:pt x="5849" y="5552"/>
                    </a:lnTo>
                    <a:lnTo>
                      <a:pt x="6141" y="5711"/>
                    </a:lnTo>
                    <a:lnTo>
                      <a:pt x="6141" y="5711"/>
                    </a:lnTo>
                    <a:lnTo>
                      <a:pt x="6008" y="5419"/>
                    </a:lnTo>
                    <a:lnTo>
                      <a:pt x="6167" y="5143"/>
                    </a:lnTo>
                    <a:lnTo>
                      <a:pt x="6167" y="5143"/>
                    </a:lnTo>
                    <a:lnTo>
                      <a:pt x="5870" y="5276"/>
                    </a:lnTo>
                    <a:lnTo>
                      <a:pt x="5588" y="5111"/>
                    </a:lnTo>
                    <a:close/>
                    <a:moveTo>
                      <a:pt x="2426" y="6466"/>
                    </a:moveTo>
                    <a:cubicBezTo>
                      <a:pt x="2392" y="6466"/>
                      <a:pt x="2357" y="6478"/>
                      <a:pt x="2327" y="6503"/>
                    </a:cubicBezTo>
                    <a:cubicBezTo>
                      <a:pt x="2268" y="6556"/>
                      <a:pt x="2268" y="6646"/>
                      <a:pt x="2321" y="6699"/>
                    </a:cubicBezTo>
                    <a:cubicBezTo>
                      <a:pt x="2350" y="6728"/>
                      <a:pt x="2390" y="6744"/>
                      <a:pt x="2430" y="6744"/>
                    </a:cubicBezTo>
                    <a:cubicBezTo>
                      <a:pt x="2465" y="6744"/>
                      <a:pt x="2499" y="6732"/>
                      <a:pt x="2523" y="6705"/>
                    </a:cubicBezTo>
                    <a:cubicBezTo>
                      <a:pt x="2582" y="6657"/>
                      <a:pt x="2582" y="6561"/>
                      <a:pt x="2529" y="6508"/>
                    </a:cubicBezTo>
                    <a:cubicBezTo>
                      <a:pt x="2501" y="6480"/>
                      <a:pt x="2464" y="6466"/>
                      <a:pt x="2426" y="6466"/>
                    </a:cubicBezTo>
                    <a:close/>
                    <a:moveTo>
                      <a:pt x="27" y="7719"/>
                    </a:moveTo>
                    <a:lnTo>
                      <a:pt x="159" y="8011"/>
                    </a:lnTo>
                    <a:lnTo>
                      <a:pt x="0" y="8288"/>
                    </a:lnTo>
                    <a:lnTo>
                      <a:pt x="282" y="8155"/>
                    </a:lnTo>
                    <a:lnTo>
                      <a:pt x="574" y="8314"/>
                    </a:lnTo>
                    <a:lnTo>
                      <a:pt x="441" y="8022"/>
                    </a:lnTo>
                    <a:lnTo>
                      <a:pt x="600" y="7746"/>
                    </a:lnTo>
                    <a:lnTo>
                      <a:pt x="303" y="7879"/>
                    </a:lnTo>
                    <a:lnTo>
                      <a:pt x="27" y="7719"/>
                    </a:lnTo>
                    <a:close/>
                    <a:moveTo>
                      <a:pt x="1800" y="9419"/>
                    </a:moveTo>
                    <a:cubicBezTo>
                      <a:pt x="1767" y="9419"/>
                      <a:pt x="1733" y="9431"/>
                      <a:pt x="1705" y="9456"/>
                    </a:cubicBezTo>
                    <a:cubicBezTo>
                      <a:pt x="1647" y="9509"/>
                      <a:pt x="1647" y="9605"/>
                      <a:pt x="1700" y="9658"/>
                    </a:cubicBezTo>
                    <a:cubicBezTo>
                      <a:pt x="1727" y="9688"/>
                      <a:pt x="1764" y="9703"/>
                      <a:pt x="1801" y="9703"/>
                    </a:cubicBezTo>
                    <a:cubicBezTo>
                      <a:pt x="1836" y="9703"/>
                      <a:pt x="1871" y="9689"/>
                      <a:pt x="1896" y="9664"/>
                    </a:cubicBezTo>
                    <a:cubicBezTo>
                      <a:pt x="1955" y="9610"/>
                      <a:pt x="1955" y="9515"/>
                      <a:pt x="1902" y="9462"/>
                    </a:cubicBezTo>
                    <a:cubicBezTo>
                      <a:pt x="1874" y="9434"/>
                      <a:pt x="1837" y="9419"/>
                      <a:pt x="1800" y="941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 name="Google Shape;10369;p69">
            <a:extLst>
              <a:ext uri="{FF2B5EF4-FFF2-40B4-BE49-F238E27FC236}">
                <a16:creationId xmlns:a16="http://schemas.microsoft.com/office/drawing/2014/main" id="{F28E36A4-0578-E372-532D-4343A427CC2B}"/>
              </a:ext>
            </a:extLst>
          </p:cNvPr>
          <p:cNvGrpSpPr/>
          <p:nvPr/>
        </p:nvGrpSpPr>
        <p:grpSpPr>
          <a:xfrm>
            <a:off x="7156599" y="3328026"/>
            <a:ext cx="1174765" cy="1093672"/>
            <a:chOff x="3539102" y="2427549"/>
            <a:chExt cx="355099" cy="355481"/>
          </a:xfrm>
        </p:grpSpPr>
        <p:sp>
          <p:nvSpPr>
            <p:cNvPr id="3" name="Google Shape;10370;p69">
              <a:extLst>
                <a:ext uri="{FF2B5EF4-FFF2-40B4-BE49-F238E27FC236}">
                  <a16:creationId xmlns:a16="http://schemas.microsoft.com/office/drawing/2014/main" id="{A50CEE0E-C12B-80A8-3118-948BDC26E708}"/>
                </a:ext>
              </a:extLst>
            </p:cNvPr>
            <p:cNvSpPr/>
            <p:nvPr/>
          </p:nvSpPr>
          <p:spPr>
            <a:xfrm>
              <a:off x="3539102" y="2561320"/>
              <a:ext cx="355099" cy="221710"/>
            </a:xfrm>
            <a:custGeom>
              <a:avLst/>
              <a:gdLst/>
              <a:ahLst/>
              <a:cxnLst/>
              <a:rect l="l" t="t" r="r" b="b"/>
              <a:pathLst>
                <a:path w="11157" h="6966" extrusionOk="0">
                  <a:moveTo>
                    <a:pt x="2953" y="3131"/>
                  </a:moveTo>
                  <a:lnTo>
                    <a:pt x="2953" y="6644"/>
                  </a:lnTo>
                  <a:lnTo>
                    <a:pt x="1537" y="6644"/>
                  </a:lnTo>
                  <a:lnTo>
                    <a:pt x="1537" y="3131"/>
                  </a:lnTo>
                  <a:close/>
                  <a:moveTo>
                    <a:pt x="6263" y="2250"/>
                  </a:moveTo>
                  <a:lnTo>
                    <a:pt x="6263" y="6644"/>
                  </a:lnTo>
                  <a:lnTo>
                    <a:pt x="4858" y="6644"/>
                  </a:lnTo>
                  <a:lnTo>
                    <a:pt x="4858" y="2250"/>
                  </a:lnTo>
                  <a:close/>
                  <a:moveTo>
                    <a:pt x="9585" y="333"/>
                  </a:moveTo>
                  <a:lnTo>
                    <a:pt x="9585" y="6644"/>
                  </a:lnTo>
                  <a:lnTo>
                    <a:pt x="8168" y="6644"/>
                  </a:lnTo>
                  <a:lnTo>
                    <a:pt x="8168" y="333"/>
                  </a:lnTo>
                  <a:close/>
                  <a:moveTo>
                    <a:pt x="8025" y="0"/>
                  </a:moveTo>
                  <a:cubicBezTo>
                    <a:pt x="7930" y="0"/>
                    <a:pt x="7859" y="83"/>
                    <a:pt x="7859" y="167"/>
                  </a:cubicBezTo>
                  <a:lnTo>
                    <a:pt x="7859" y="6644"/>
                  </a:lnTo>
                  <a:lnTo>
                    <a:pt x="6609" y="6644"/>
                  </a:lnTo>
                  <a:lnTo>
                    <a:pt x="6609" y="2084"/>
                  </a:lnTo>
                  <a:cubicBezTo>
                    <a:pt x="6609" y="2000"/>
                    <a:pt x="6537" y="1917"/>
                    <a:pt x="6442" y="1917"/>
                  </a:cubicBezTo>
                  <a:lnTo>
                    <a:pt x="4704" y="1917"/>
                  </a:lnTo>
                  <a:cubicBezTo>
                    <a:pt x="4608" y="1917"/>
                    <a:pt x="4537" y="2000"/>
                    <a:pt x="4537" y="2084"/>
                  </a:cubicBezTo>
                  <a:lnTo>
                    <a:pt x="4537" y="6644"/>
                  </a:lnTo>
                  <a:lnTo>
                    <a:pt x="3287" y="6644"/>
                  </a:lnTo>
                  <a:lnTo>
                    <a:pt x="3287" y="2965"/>
                  </a:lnTo>
                  <a:cubicBezTo>
                    <a:pt x="3287" y="2881"/>
                    <a:pt x="3215" y="2798"/>
                    <a:pt x="3120" y="2798"/>
                  </a:cubicBezTo>
                  <a:lnTo>
                    <a:pt x="1382" y="2798"/>
                  </a:lnTo>
                  <a:cubicBezTo>
                    <a:pt x="1298" y="2798"/>
                    <a:pt x="1215" y="2881"/>
                    <a:pt x="1215" y="2965"/>
                  </a:cubicBezTo>
                  <a:lnTo>
                    <a:pt x="1215" y="6644"/>
                  </a:lnTo>
                  <a:lnTo>
                    <a:pt x="167" y="6644"/>
                  </a:lnTo>
                  <a:cubicBezTo>
                    <a:pt x="72" y="6644"/>
                    <a:pt x="1" y="6715"/>
                    <a:pt x="1" y="6810"/>
                  </a:cubicBezTo>
                  <a:cubicBezTo>
                    <a:pt x="1" y="6894"/>
                    <a:pt x="72" y="6965"/>
                    <a:pt x="167" y="6965"/>
                  </a:cubicBezTo>
                  <a:lnTo>
                    <a:pt x="11002" y="6965"/>
                  </a:lnTo>
                  <a:cubicBezTo>
                    <a:pt x="11085" y="6965"/>
                    <a:pt x="11157" y="6894"/>
                    <a:pt x="11157" y="6810"/>
                  </a:cubicBezTo>
                  <a:cubicBezTo>
                    <a:pt x="11145" y="6715"/>
                    <a:pt x="11073" y="6644"/>
                    <a:pt x="10990" y="6644"/>
                  </a:cubicBezTo>
                  <a:lnTo>
                    <a:pt x="9930" y="6644"/>
                  </a:lnTo>
                  <a:lnTo>
                    <a:pt x="9930" y="167"/>
                  </a:lnTo>
                  <a:cubicBezTo>
                    <a:pt x="9930" y="83"/>
                    <a:pt x="9859" y="0"/>
                    <a:pt x="9764" y="0"/>
                  </a:cubicBezTo>
                  <a:close/>
                </a:path>
              </a:pathLst>
            </a:custGeom>
            <a:ln>
              <a:solidFill>
                <a:schemeClr val="bg2">
                  <a:lumMod val="60000"/>
                  <a:lumOff val="40000"/>
                </a:schemeClr>
              </a:solidFill>
            </a:ln>
          </p:spPr>
          <p:style>
            <a:lnRef idx="2">
              <a:schemeClr val="dk1"/>
            </a:lnRef>
            <a:fillRef idx="1">
              <a:schemeClr val="lt1"/>
            </a:fillRef>
            <a:effectRef idx="0">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 name="Google Shape;10371;p69">
              <a:extLst>
                <a:ext uri="{FF2B5EF4-FFF2-40B4-BE49-F238E27FC236}">
                  <a16:creationId xmlns:a16="http://schemas.microsoft.com/office/drawing/2014/main" id="{7E309F20-3C27-3265-B8A5-95E92A05EE79}"/>
                </a:ext>
              </a:extLst>
            </p:cNvPr>
            <p:cNvSpPr/>
            <p:nvPr/>
          </p:nvSpPr>
          <p:spPr>
            <a:xfrm>
              <a:off x="3544417" y="2427549"/>
              <a:ext cx="339568" cy="205415"/>
            </a:xfrm>
            <a:custGeom>
              <a:avLst/>
              <a:gdLst/>
              <a:ahLst/>
              <a:cxnLst/>
              <a:rect l="l" t="t" r="r" b="b"/>
              <a:pathLst>
                <a:path w="10669" h="6454" extrusionOk="0">
                  <a:moveTo>
                    <a:pt x="10157" y="0"/>
                  </a:moveTo>
                  <a:cubicBezTo>
                    <a:pt x="10125" y="0"/>
                    <a:pt x="10093" y="4"/>
                    <a:pt x="10061" y="12"/>
                  </a:cubicBezTo>
                  <a:lnTo>
                    <a:pt x="8656" y="191"/>
                  </a:lnTo>
                  <a:cubicBezTo>
                    <a:pt x="8382" y="214"/>
                    <a:pt x="8180" y="488"/>
                    <a:pt x="8216" y="762"/>
                  </a:cubicBezTo>
                  <a:cubicBezTo>
                    <a:pt x="8238" y="1032"/>
                    <a:pt x="8483" y="1217"/>
                    <a:pt x="8751" y="1217"/>
                  </a:cubicBezTo>
                  <a:cubicBezTo>
                    <a:pt x="8767" y="1217"/>
                    <a:pt x="8783" y="1216"/>
                    <a:pt x="8799" y="1215"/>
                  </a:cubicBezTo>
                  <a:lnTo>
                    <a:pt x="8906" y="1203"/>
                  </a:lnTo>
                  <a:lnTo>
                    <a:pt x="8906" y="1203"/>
                  </a:lnTo>
                  <a:cubicBezTo>
                    <a:pt x="7204" y="3191"/>
                    <a:pt x="5156" y="4215"/>
                    <a:pt x="3715" y="4727"/>
                  </a:cubicBezTo>
                  <a:cubicBezTo>
                    <a:pt x="1917" y="5370"/>
                    <a:pt x="524" y="5429"/>
                    <a:pt x="500" y="5429"/>
                  </a:cubicBezTo>
                  <a:cubicBezTo>
                    <a:pt x="227" y="5441"/>
                    <a:pt x="0" y="5679"/>
                    <a:pt x="12" y="5965"/>
                  </a:cubicBezTo>
                  <a:cubicBezTo>
                    <a:pt x="24" y="6239"/>
                    <a:pt x="250" y="6453"/>
                    <a:pt x="524" y="6453"/>
                  </a:cubicBezTo>
                  <a:lnTo>
                    <a:pt x="536" y="6453"/>
                  </a:lnTo>
                  <a:cubicBezTo>
                    <a:pt x="596" y="6453"/>
                    <a:pt x="2084" y="6394"/>
                    <a:pt x="4037" y="5703"/>
                  </a:cubicBezTo>
                  <a:cubicBezTo>
                    <a:pt x="5132" y="5322"/>
                    <a:pt x="6156" y="4798"/>
                    <a:pt x="7096" y="4167"/>
                  </a:cubicBezTo>
                  <a:cubicBezTo>
                    <a:pt x="7168" y="4120"/>
                    <a:pt x="7192" y="4013"/>
                    <a:pt x="7144" y="3941"/>
                  </a:cubicBezTo>
                  <a:cubicBezTo>
                    <a:pt x="7113" y="3895"/>
                    <a:pt x="7058" y="3869"/>
                    <a:pt x="7003" y="3869"/>
                  </a:cubicBezTo>
                  <a:cubicBezTo>
                    <a:pt x="6973" y="3869"/>
                    <a:pt x="6943" y="3877"/>
                    <a:pt x="6918" y="3893"/>
                  </a:cubicBezTo>
                  <a:cubicBezTo>
                    <a:pt x="5989" y="4513"/>
                    <a:pt x="5001" y="5025"/>
                    <a:pt x="3929" y="5394"/>
                  </a:cubicBezTo>
                  <a:cubicBezTo>
                    <a:pt x="2024" y="6084"/>
                    <a:pt x="596" y="6120"/>
                    <a:pt x="536" y="6120"/>
                  </a:cubicBezTo>
                  <a:cubicBezTo>
                    <a:pt x="429" y="6120"/>
                    <a:pt x="358" y="6049"/>
                    <a:pt x="358" y="5953"/>
                  </a:cubicBezTo>
                  <a:cubicBezTo>
                    <a:pt x="358" y="5846"/>
                    <a:pt x="429" y="5751"/>
                    <a:pt x="536" y="5751"/>
                  </a:cubicBezTo>
                  <a:cubicBezTo>
                    <a:pt x="548" y="5751"/>
                    <a:pt x="1989" y="5691"/>
                    <a:pt x="3834" y="5036"/>
                  </a:cubicBezTo>
                  <a:cubicBezTo>
                    <a:pt x="5406" y="4489"/>
                    <a:pt x="7632" y="3346"/>
                    <a:pt x="9454" y="1084"/>
                  </a:cubicBezTo>
                  <a:cubicBezTo>
                    <a:pt x="9534" y="969"/>
                    <a:pt x="9459" y="809"/>
                    <a:pt x="9315" y="809"/>
                  </a:cubicBezTo>
                  <a:cubicBezTo>
                    <a:pt x="9310" y="809"/>
                    <a:pt x="9304" y="809"/>
                    <a:pt x="9299" y="810"/>
                  </a:cubicBezTo>
                  <a:lnTo>
                    <a:pt x="8775" y="869"/>
                  </a:lnTo>
                  <a:cubicBezTo>
                    <a:pt x="8768" y="870"/>
                    <a:pt x="8761" y="871"/>
                    <a:pt x="8754" y="871"/>
                  </a:cubicBezTo>
                  <a:cubicBezTo>
                    <a:pt x="8676" y="871"/>
                    <a:pt x="8595" y="815"/>
                    <a:pt x="8573" y="738"/>
                  </a:cubicBezTo>
                  <a:cubicBezTo>
                    <a:pt x="8537" y="631"/>
                    <a:pt x="8620" y="512"/>
                    <a:pt x="8740" y="500"/>
                  </a:cubicBezTo>
                  <a:lnTo>
                    <a:pt x="10133" y="322"/>
                  </a:lnTo>
                  <a:cubicBezTo>
                    <a:pt x="10139" y="321"/>
                    <a:pt x="10146" y="320"/>
                    <a:pt x="10153" y="320"/>
                  </a:cubicBezTo>
                  <a:cubicBezTo>
                    <a:pt x="10253" y="320"/>
                    <a:pt x="10347" y="400"/>
                    <a:pt x="10347" y="500"/>
                  </a:cubicBezTo>
                  <a:lnTo>
                    <a:pt x="10347" y="1893"/>
                  </a:lnTo>
                  <a:cubicBezTo>
                    <a:pt x="10347" y="2000"/>
                    <a:pt x="10252" y="2072"/>
                    <a:pt x="10168" y="2072"/>
                  </a:cubicBezTo>
                  <a:cubicBezTo>
                    <a:pt x="10073" y="2072"/>
                    <a:pt x="9990" y="1988"/>
                    <a:pt x="9990" y="1893"/>
                  </a:cubicBezTo>
                  <a:lnTo>
                    <a:pt x="9990" y="1477"/>
                  </a:lnTo>
                  <a:cubicBezTo>
                    <a:pt x="9990" y="1417"/>
                    <a:pt x="9942" y="1346"/>
                    <a:pt x="9883" y="1334"/>
                  </a:cubicBezTo>
                  <a:cubicBezTo>
                    <a:pt x="9866" y="1324"/>
                    <a:pt x="9848" y="1319"/>
                    <a:pt x="9830" y="1319"/>
                  </a:cubicBezTo>
                  <a:cubicBezTo>
                    <a:pt x="9784" y="1319"/>
                    <a:pt x="9738" y="1347"/>
                    <a:pt x="9704" y="1381"/>
                  </a:cubicBezTo>
                  <a:cubicBezTo>
                    <a:pt x="9085" y="2119"/>
                    <a:pt x="8394" y="2810"/>
                    <a:pt x="7632" y="3382"/>
                  </a:cubicBezTo>
                  <a:cubicBezTo>
                    <a:pt x="7561" y="3441"/>
                    <a:pt x="7537" y="3548"/>
                    <a:pt x="7597" y="3608"/>
                  </a:cubicBezTo>
                  <a:cubicBezTo>
                    <a:pt x="7635" y="3646"/>
                    <a:pt x="7692" y="3674"/>
                    <a:pt x="7744" y="3674"/>
                  </a:cubicBezTo>
                  <a:cubicBezTo>
                    <a:pt x="7773" y="3674"/>
                    <a:pt x="7801" y="3665"/>
                    <a:pt x="7823" y="3643"/>
                  </a:cubicBezTo>
                  <a:cubicBezTo>
                    <a:pt x="8489" y="3131"/>
                    <a:pt x="9109" y="2548"/>
                    <a:pt x="9656" y="1917"/>
                  </a:cubicBezTo>
                  <a:cubicBezTo>
                    <a:pt x="9668" y="2179"/>
                    <a:pt x="9894" y="2405"/>
                    <a:pt x="10156" y="2405"/>
                  </a:cubicBezTo>
                  <a:cubicBezTo>
                    <a:pt x="10442" y="2405"/>
                    <a:pt x="10668" y="2179"/>
                    <a:pt x="10668" y="1893"/>
                  </a:cubicBezTo>
                  <a:lnTo>
                    <a:pt x="10668" y="500"/>
                  </a:lnTo>
                  <a:cubicBezTo>
                    <a:pt x="10621" y="369"/>
                    <a:pt x="10561" y="238"/>
                    <a:pt x="10466" y="131"/>
                  </a:cubicBezTo>
                  <a:cubicBezTo>
                    <a:pt x="10382" y="48"/>
                    <a:pt x="10270" y="0"/>
                    <a:pt x="10157" y="0"/>
                  </a:cubicBezTo>
                  <a:close/>
                </a:path>
              </a:pathLst>
            </a:custGeom>
            <a:ln>
              <a:solidFill>
                <a:schemeClr val="accent3">
                  <a:lumMod val="60000"/>
                  <a:lumOff val="40000"/>
                </a:schemeClr>
              </a:solidFill>
            </a:ln>
          </p:spPr>
          <p:style>
            <a:lnRef idx="2">
              <a:schemeClr val="accent1"/>
            </a:lnRef>
            <a:fillRef idx="1">
              <a:schemeClr val="lt1"/>
            </a:fillRef>
            <a:effectRef idx="0">
              <a:schemeClr val="accent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 name="Google Shape;198;p30">
            <a:extLst>
              <a:ext uri="{FF2B5EF4-FFF2-40B4-BE49-F238E27FC236}">
                <a16:creationId xmlns:a16="http://schemas.microsoft.com/office/drawing/2014/main" id="{DE3F057C-8B10-ADA2-FF89-FB05DB3CB218}"/>
              </a:ext>
            </a:extLst>
          </p:cNvPr>
          <p:cNvSpPr/>
          <p:nvPr/>
        </p:nvSpPr>
        <p:spPr>
          <a:xfrm>
            <a:off x="4791767" y="506607"/>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tx2">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592;p61">
            <a:extLst>
              <a:ext uri="{FF2B5EF4-FFF2-40B4-BE49-F238E27FC236}">
                <a16:creationId xmlns:a16="http://schemas.microsoft.com/office/drawing/2014/main" id="{F079BCF4-519B-8DB0-D503-8669D30CE4A7}"/>
              </a:ext>
            </a:extLst>
          </p:cNvPr>
          <p:cNvSpPr/>
          <p:nvPr/>
        </p:nvSpPr>
        <p:spPr>
          <a:xfrm>
            <a:off x="1102520" y="724955"/>
            <a:ext cx="755857" cy="740280"/>
          </a:xfrm>
          <a:prstGeom prst="pie">
            <a:avLst>
              <a:gd name="adj1" fmla="val 20009125"/>
              <a:gd name="adj2" fmla="val 4021719"/>
            </a:avLst>
          </a:pr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4" name="Google Shape;1590;p61">
            <a:extLst>
              <a:ext uri="{FF2B5EF4-FFF2-40B4-BE49-F238E27FC236}">
                <a16:creationId xmlns:a16="http://schemas.microsoft.com/office/drawing/2014/main" id="{900FBDC4-C694-1670-0337-0F1A5A21FC61}"/>
              </a:ext>
            </a:extLst>
          </p:cNvPr>
          <p:cNvGrpSpPr/>
          <p:nvPr/>
        </p:nvGrpSpPr>
        <p:grpSpPr>
          <a:xfrm>
            <a:off x="1099227" y="726688"/>
            <a:ext cx="760978" cy="729236"/>
            <a:chOff x="5675840" y="2527788"/>
            <a:chExt cx="811260" cy="805800"/>
          </a:xfrm>
        </p:grpSpPr>
        <p:sp>
          <p:nvSpPr>
            <p:cNvPr id="15" name="Google Shape;1591;p61">
              <a:extLst>
                <a:ext uri="{FF2B5EF4-FFF2-40B4-BE49-F238E27FC236}">
                  <a16:creationId xmlns:a16="http://schemas.microsoft.com/office/drawing/2014/main" id="{992F529D-6240-7762-CBC5-58438D1A1484}"/>
                </a:ext>
              </a:extLst>
            </p:cNvPr>
            <p:cNvSpPr/>
            <p:nvPr/>
          </p:nvSpPr>
          <p:spPr>
            <a:xfrm>
              <a:off x="5681300" y="2527788"/>
              <a:ext cx="805800" cy="805800"/>
            </a:xfrm>
            <a:prstGeom prst="ellipse">
              <a:avLst/>
            </a:prstGeom>
            <a:noFill/>
            <a:ln w="9525" cap="flat" cmpd="sng">
              <a:solidFill>
                <a:srgbClr val="3749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592;p61">
              <a:extLst>
                <a:ext uri="{FF2B5EF4-FFF2-40B4-BE49-F238E27FC236}">
                  <a16:creationId xmlns:a16="http://schemas.microsoft.com/office/drawing/2014/main" id="{1470ABD3-10A8-8065-C01C-D056C6915E5C}"/>
                </a:ext>
              </a:extLst>
            </p:cNvPr>
            <p:cNvSpPr/>
            <p:nvPr/>
          </p:nvSpPr>
          <p:spPr>
            <a:xfrm>
              <a:off x="5675840" y="2527788"/>
              <a:ext cx="811260" cy="805800"/>
            </a:xfrm>
            <a:prstGeom prst="pie">
              <a:avLst>
                <a:gd name="adj1" fmla="val 4015209"/>
                <a:gd name="adj2" fmla="val 16525423"/>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1"/>
          <p:cNvSpPr txBox="1">
            <a:spLocks noGrp="1"/>
          </p:cNvSpPr>
          <p:nvPr>
            <p:ph type="title"/>
          </p:nvPr>
        </p:nvSpPr>
        <p:spPr>
          <a:xfrm>
            <a:off x="735604" y="309866"/>
            <a:ext cx="7704000" cy="64290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ÍNDICE</a:t>
            </a:r>
            <a:endParaRPr dirty="0"/>
          </a:p>
        </p:txBody>
      </p:sp>
      <p:graphicFrame>
        <p:nvGraphicFramePr>
          <p:cNvPr id="261" name="Google Shape;261;p31"/>
          <p:cNvGraphicFramePr/>
          <p:nvPr>
            <p:extLst>
              <p:ext uri="{D42A27DB-BD31-4B8C-83A1-F6EECF244321}">
                <p14:modId xmlns:p14="http://schemas.microsoft.com/office/powerpoint/2010/main" val="2123001732"/>
              </p:ext>
            </p:extLst>
          </p:nvPr>
        </p:nvGraphicFramePr>
        <p:xfrm>
          <a:off x="711753" y="1134790"/>
          <a:ext cx="7884740" cy="3442023"/>
        </p:xfrm>
        <a:graphic>
          <a:graphicData uri="http://schemas.openxmlformats.org/drawingml/2006/table">
            <a:tbl>
              <a:tblPr>
                <a:noFill/>
                <a:tableStyleId>{8FC1E4AA-E886-4DC0-AD36-1AEAFAB34E8A}</a:tableStyleId>
              </a:tblPr>
              <a:tblGrid>
                <a:gridCol w="2820371">
                  <a:extLst>
                    <a:ext uri="{9D8B030D-6E8A-4147-A177-3AD203B41FA5}">
                      <a16:colId xmlns:a16="http://schemas.microsoft.com/office/drawing/2014/main" val="20000"/>
                    </a:ext>
                  </a:extLst>
                </a:gridCol>
                <a:gridCol w="5064369">
                  <a:extLst>
                    <a:ext uri="{9D8B030D-6E8A-4147-A177-3AD203B41FA5}">
                      <a16:colId xmlns:a16="http://schemas.microsoft.com/office/drawing/2014/main" val="20001"/>
                    </a:ext>
                  </a:extLst>
                </a:gridCol>
              </a:tblGrid>
              <a:tr h="541483">
                <a:tc>
                  <a:txBody>
                    <a:bodyPr/>
                    <a:lstStyle/>
                    <a:p>
                      <a:pPr marL="0" lvl="0" indent="0" algn="l" rtl="0">
                        <a:spcBef>
                          <a:spcPts val="0"/>
                        </a:spcBef>
                        <a:spcAft>
                          <a:spcPts val="0"/>
                        </a:spcAft>
                        <a:buNone/>
                      </a:pPr>
                      <a:r>
                        <a:rPr lang="es-PE" sz="1400" dirty="0">
                          <a:solidFill>
                            <a:schemeClr val="lt1"/>
                          </a:solidFill>
                          <a:uFill>
                            <a:noFill/>
                          </a:uFill>
                          <a:latin typeface="Fredoka One"/>
                          <a:ea typeface="Fredoka One"/>
                          <a:cs typeface="Fredoka One"/>
                          <a:sym typeface="Fredoka One"/>
                        </a:rPr>
                        <a:t>1) Nociones de estadística descriptiva</a:t>
                      </a:r>
                    </a:p>
                  </a:txBody>
                  <a:tcPr marL="91425" marR="91425"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accent4">
                        <a:lumMod val="50000"/>
                      </a:schemeClr>
                    </a:solidFill>
                  </a:tcPr>
                </a:tc>
                <a:tc>
                  <a:txBody>
                    <a:bodyPr/>
                    <a:lstStyle/>
                    <a:p>
                      <a:pPr marL="0" lvl="0" indent="0" algn="l" rtl="0">
                        <a:spcBef>
                          <a:spcPts val="0"/>
                        </a:spcBef>
                        <a:spcAft>
                          <a:spcPts val="1600"/>
                        </a:spcAft>
                        <a:buNone/>
                      </a:pPr>
                      <a:r>
                        <a:rPr lang="en" sz="1100" dirty="0">
                          <a:solidFill>
                            <a:schemeClr val="dk2"/>
                          </a:solidFill>
                          <a:latin typeface="Inter"/>
                          <a:ea typeface="Inter"/>
                          <a:cs typeface="Inter"/>
                          <a:sym typeface="Inter"/>
                        </a:rPr>
                        <a:t>Estadística descriptiva e inferencial, población y muestra, escalas de medición y clasificación de las variables.</a:t>
                      </a:r>
                      <a:endParaRPr sz="1100" dirty="0">
                        <a:solidFill>
                          <a:schemeClr val="dk2"/>
                        </a:solidFill>
                        <a:latin typeface="Inter"/>
                        <a:ea typeface="Inter"/>
                        <a:cs typeface="Inter"/>
                        <a:sym typeface="Inter"/>
                      </a:endParaRPr>
                    </a:p>
                  </a:txBody>
                  <a:tcPr marL="91425" marR="91425" marT="0" marB="0" anchor="ctr">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0"/>
                  </a:ext>
                </a:extLst>
              </a:tr>
              <a:tr h="541483">
                <a:tc>
                  <a:txBody>
                    <a:bodyPr/>
                    <a:lstStyle/>
                    <a:p>
                      <a:pPr marL="0" lvl="0" indent="0" algn="l" rtl="0">
                        <a:spcBef>
                          <a:spcPts val="0"/>
                        </a:spcBef>
                        <a:spcAft>
                          <a:spcPts val="0"/>
                        </a:spcAft>
                        <a:buNone/>
                      </a:pPr>
                      <a:r>
                        <a:rPr lang="en" sz="1400" dirty="0">
                          <a:solidFill>
                            <a:schemeClr val="lt1"/>
                          </a:solidFill>
                          <a:uFill>
                            <a:noFill/>
                          </a:uFill>
                          <a:latin typeface="Fredoka One"/>
                          <a:ea typeface="Fredoka One"/>
                          <a:cs typeface="Fredoka One"/>
                          <a:sym typeface="Fredoka One"/>
                        </a:rPr>
                        <a:t>2</a:t>
                      </a:r>
                      <a:r>
                        <a:rPr lang="es-PE" sz="1400" dirty="0">
                          <a:solidFill>
                            <a:schemeClr val="lt1"/>
                          </a:solidFill>
                          <a:uFill>
                            <a:noFill/>
                          </a:uFill>
                          <a:latin typeface="Fredoka One"/>
                          <a:ea typeface="Fredoka One"/>
                          <a:cs typeface="Fredoka One"/>
                          <a:sym typeface="Fredoka One"/>
                        </a:rPr>
                        <a:t>) Organización y clasificación de datos</a:t>
                      </a:r>
                    </a:p>
                  </a:txBody>
                  <a:tcPr marL="91425" marR="91425"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accent4">
                        <a:lumMod val="50000"/>
                      </a:schemeClr>
                    </a:solidFill>
                  </a:tcPr>
                </a:tc>
                <a:tc>
                  <a:txBody>
                    <a:bodyPr/>
                    <a:lstStyle/>
                    <a:p>
                      <a:pPr marL="0" marR="0" lvl="0" indent="0" algn="l" rtl="0">
                        <a:lnSpc>
                          <a:spcPct val="100000"/>
                        </a:lnSpc>
                        <a:spcBef>
                          <a:spcPts val="0"/>
                        </a:spcBef>
                        <a:spcAft>
                          <a:spcPts val="1600"/>
                        </a:spcAft>
                        <a:buNone/>
                      </a:pPr>
                      <a:r>
                        <a:rPr lang="es-PE" sz="1100" dirty="0">
                          <a:solidFill>
                            <a:schemeClr val="dk2"/>
                          </a:solidFill>
                          <a:latin typeface="Inter"/>
                          <a:ea typeface="Inter"/>
                          <a:cs typeface="Inter"/>
                          <a:sym typeface="Inter"/>
                        </a:rPr>
                        <a:t>T</a:t>
                      </a:r>
                      <a:r>
                        <a:rPr lang="en" sz="1100" dirty="0">
                          <a:solidFill>
                            <a:schemeClr val="dk2"/>
                          </a:solidFill>
                          <a:latin typeface="Inter"/>
                          <a:ea typeface="Inter"/>
                          <a:cs typeface="Inter"/>
                          <a:sym typeface="Inter"/>
                        </a:rPr>
                        <a:t>ablas de distribución de frecuencias para variables numéricas discretas y continuas (regla de sturgues), principales gráficos. </a:t>
                      </a:r>
                      <a:br>
                        <a:rPr lang="en" sz="1100" dirty="0">
                          <a:solidFill>
                            <a:schemeClr val="dk2"/>
                          </a:solidFill>
                          <a:latin typeface="Inter"/>
                          <a:ea typeface="Inter"/>
                          <a:cs typeface="Inter"/>
                          <a:sym typeface="Inter"/>
                        </a:rPr>
                      </a:br>
                      <a:r>
                        <a:rPr lang="en" sz="1100" dirty="0">
                          <a:solidFill>
                            <a:schemeClr val="dk2"/>
                          </a:solidFill>
                          <a:latin typeface="Inter"/>
                          <a:ea typeface="Inter"/>
                          <a:cs typeface="Inter"/>
                          <a:sym typeface="Inter"/>
                        </a:rPr>
                        <a:t>Análisis descriptivo para variables cualitativas</a:t>
                      </a:r>
                    </a:p>
                  </a:txBody>
                  <a:tcPr marL="91425" marR="91425" marT="0" marB="0" anchor="ctr">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1"/>
                  </a:ext>
                </a:extLst>
              </a:tr>
              <a:tr h="541483">
                <a:tc>
                  <a:txBody>
                    <a:bodyPr/>
                    <a:lstStyle/>
                    <a:p>
                      <a:pPr marL="0" lvl="0" indent="0" algn="l" rtl="0">
                        <a:spcBef>
                          <a:spcPts val="0"/>
                        </a:spcBef>
                        <a:spcAft>
                          <a:spcPts val="0"/>
                        </a:spcAft>
                        <a:buNone/>
                      </a:pPr>
                      <a:r>
                        <a:rPr lang="es-PE" sz="1400" dirty="0">
                          <a:solidFill>
                            <a:schemeClr val="lt1"/>
                          </a:solidFill>
                          <a:uFill>
                            <a:noFill/>
                          </a:uFill>
                          <a:latin typeface="Fredoka One"/>
                          <a:ea typeface="Fredoka One"/>
                          <a:cs typeface="Fredoka One"/>
                          <a:sym typeface="Fredoka One"/>
                        </a:rPr>
                        <a:t>3) Medidas de tendencia central (centralización) y otras medidas de posición</a:t>
                      </a:r>
                    </a:p>
                  </a:txBody>
                  <a:tcPr marL="91425" marR="91425"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accent4">
                        <a:lumMod val="50000"/>
                      </a:schemeClr>
                    </a:solidFill>
                  </a:tcPr>
                </a:tc>
                <a:tc>
                  <a:txBody>
                    <a:bodyPr/>
                    <a:lstStyle/>
                    <a:p>
                      <a:pPr marL="0" lvl="0" indent="0" algn="l" rtl="0">
                        <a:spcBef>
                          <a:spcPts val="0"/>
                        </a:spcBef>
                        <a:spcAft>
                          <a:spcPts val="1600"/>
                        </a:spcAft>
                        <a:buNone/>
                      </a:pPr>
                      <a:r>
                        <a:rPr lang="en" sz="1100" dirty="0">
                          <a:solidFill>
                            <a:schemeClr val="dk2"/>
                          </a:solidFill>
                          <a:latin typeface="Inter"/>
                          <a:ea typeface="Inter"/>
                          <a:cs typeface="Inter"/>
                          <a:sym typeface="Inter"/>
                        </a:rPr>
                        <a:t>Media (aritmética, geométrica y armónica), moda, mediana y relación entre ellas. Decil, cuartil, percentil.</a:t>
                      </a:r>
                      <a:endParaRPr sz="1100" dirty="0">
                        <a:solidFill>
                          <a:schemeClr val="dk2"/>
                        </a:solidFill>
                        <a:latin typeface="Inter"/>
                        <a:ea typeface="Inter"/>
                        <a:cs typeface="Inter"/>
                        <a:sym typeface="Inter"/>
                      </a:endParaRPr>
                    </a:p>
                  </a:txBody>
                  <a:tcPr marL="91425" marR="91425" marT="0" marB="0" anchor="ctr">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2"/>
                  </a:ext>
                </a:extLst>
              </a:tr>
              <a:tr h="435843">
                <a:tc>
                  <a:txBody>
                    <a:bodyPr/>
                    <a:lstStyle/>
                    <a:p>
                      <a:pPr marL="0" lvl="0" indent="0" algn="l" rtl="0">
                        <a:spcBef>
                          <a:spcPts val="0"/>
                        </a:spcBef>
                        <a:spcAft>
                          <a:spcPts val="0"/>
                        </a:spcAft>
                        <a:buNone/>
                      </a:pPr>
                      <a:r>
                        <a:rPr lang="en" sz="1400" dirty="0">
                          <a:solidFill>
                            <a:schemeClr val="lt1"/>
                          </a:solidFill>
                          <a:uFill>
                            <a:noFill/>
                          </a:uFill>
                          <a:latin typeface="Fredoka One"/>
                          <a:ea typeface="Fredoka One"/>
                          <a:cs typeface="Fredoka One"/>
                          <a:sym typeface="Fredoka One"/>
                        </a:rPr>
                        <a:t>4) </a:t>
                      </a:r>
                      <a:r>
                        <a:rPr lang="es-PE" sz="1400" dirty="0">
                          <a:solidFill>
                            <a:schemeClr val="lt1"/>
                          </a:solidFill>
                          <a:uFill>
                            <a:noFill/>
                          </a:uFill>
                          <a:latin typeface="Fredoka One"/>
                          <a:ea typeface="Fredoka One"/>
                          <a:cs typeface="Fredoka One"/>
                          <a:sym typeface="Fredoka One"/>
                        </a:rPr>
                        <a:t>Medidas de dispersión</a:t>
                      </a:r>
                    </a:p>
                  </a:txBody>
                  <a:tcPr marL="91425" marR="91425"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accent4">
                        <a:lumMod val="50000"/>
                      </a:schemeClr>
                    </a:solidFill>
                  </a:tcPr>
                </a:tc>
                <a:tc>
                  <a:txBody>
                    <a:bodyPr/>
                    <a:lstStyle/>
                    <a:p>
                      <a:pPr marL="0" lvl="0" indent="0" algn="l" rtl="0">
                        <a:spcBef>
                          <a:spcPts val="0"/>
                        </a:spcBef>
                        <a:spcAft>
                          <a:spcPts val="1600"/>
                        </a:spcAft>
                        <a:buNone/>
                      </a:pPr>
                      <a:r>
                        <a:rPr lang="en" sz="1100" dirty="0">
                          <a:solidFill>
                            <a:schemeClr val="dk2"/>
                          </a:solidFill>
                          <a:latin typeface="Inter"/>
                          <a:ea typeface="Inter"/>
                          <a:cs typeface="Inter"/>
                          <a:sym typeface="Inter"/>
                        </a:rPr>
                        <a:t>Medidas de dispersión, asimétría y curtosis, gráficas (diagrama de cajas y del violín)</a:t>
                      </a:r>
                      <a:endParaRPr sz="1100" dirty="0">
                        <a:solidFill>
                          <a:schemeClr val="dk2"/>
                        </a:solidFill>
                        <a:latin typeface="Inter"/>
                        <a:ea typeface="Inter"/>
                        <a:cs typeface="Inter"/>
                        <a:sym typeface="Inter"/>
                      </a:endParaRPr>
                    </a:p>
                  </a:txBody>
                  <a:tcPr marL="91425" marR="91425" marT="0" marB="0" anchor="ctr">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3"/>
                  </a:ext>
                </a:extLst>
              </a:tr>
              <a:tr h="776894">
                <a:tc>
                  <a:txBody>
                    <a:bodyPr/>
                    <a:lstStyle/>
                    <a:p>
                      <a:pPr marL="0" lvl="0" indent="0" algn="l" rtl="0">
                        <a:spcBef>
                          <a:spcPts val="0"/>
                        </a:spcBef>
                        <a:spcAft>
                          <a:spcPts val="0"/>
                        </a:spcAft>
                        <a:buNone/>
                      </a:pPr>
                      <a:r>
                        <a:rPr lang="en" sz="1400" dirty="0">
                          <a:solidFill>
                            <a:schemeClr val="lt1"/>
                          </a:solidFill>
                          <a:uFill>
                            <a:noFill/>
                          </a:uFill>
                          <a:latin typeface="Fredoka One"/>
                          <a:ea typeface="Fredoka One"/>
                          <a:cs typeface="Fredoka One"/>
                          <a:sym typeface="Fredoka One"/>
                        </a:rPr>
                        <a:t>5) Descripción numérica de las variables estadísticas cuantitativas bidimensionales</a:t>
                      </a:r>
                      <a:endParaRPr sz="1400" dirty="0">
                        <a:solidFill>
                          <a:schemeClr val="lt1"/>
                        </a:solidFill>
                        <a:latin typeface="Fredoka One"/>
                        <a:ea typeface="Fredoka One"/>
                        <a:cs typeface="Fredoka One"/>
                        <a:sym typeface="Fredoka One"/>
                      </a:endParaRPr>
                    </a:p>
                  </a:txBody>
                  <a:tcPr marL="91425" marR="91425"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accent4">
                        <a:lumMod val="50000"/>
                      </a:schemeClr>
                    </a:solidFill>
                  </a:tcPr>
                </a:tc>
                <a:tc>
                  <a:txBody>
                    <a:bodyPr/>
                    <a:lstStyle/>
                    <a:p>
                      <a:pPr marL="0" lvl="0" indent="0" algn="l" rtl="0">
                        <a:spcBef>
                          <a:spcPts val="0"/>
                        </a:spcBef>
                        <a:spcAft>
                          <a:spcPts val="0"/>
                        </a:spcAft>
                        <a:buNone/>
                      </a:pPr>
                      <a:r>
                        <a:rPr lang="en" sz="1100" dirty="0">
                          <a:solidFill>
                            <a:schemeClr val="dk2"/>
                          </a:solidFill>
                          <a:latin typeface="Inter"/>
                          <a:ea typeface="Inter"/>
                          <a:cs typeface="Inter"/>
                          <a:sym typeface="Inter"/>
                        </a:rPr>
                        <a:t>Medias y varianzas marginales, covarianza, varianza y covarianza, diagrama de dispersión, correlación lineal, correlación y causalidad.</a:t>
                      </a:r>
                      <a:endParaRPr sz="1100" dirty="0">
                        <a:solidFill>
                          <a:schemeClr val="dk2"/>
                        </a:solidFill>
                        <a:latin typeface="Inter"/>
                        <a:ea typeface="Inter"/>
                        <a:cs typeface="Inter"/>
                        <a:sym typeface="Inter"/>
                      </a:endParaRPr>
                    </a:p>
                  </a:txBody>
                  <a:tcPr marL="91425" marR="91425" marT="0" marB="0" anchor="ctr">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4"/>
                  </a:ext>
                </a:extLst>
              </a:tr>
              <a:tr h="506240">
                <a:tc>
                  <a:txBody>
                    <a:bodyPr/>
                    <a:lstStyle/>
                    <a:p>
                      <a:pPr marL="0" lvl="0" indent="0" algn="l" rtl="0">
                        <a:spcBef>
                          <a:spcPts val="0"/>
                        </a:spcBef>
                        <a:spcAft>
                          <a:spcPts val="0"/>
                        </a:spcAft>
                        <a:buNone/>
                      </a:pPr>
                      <a:r>
                        <a:rPr lang="en" sz="1400" dirty="0">
                          <a:solidFill>
                            <a:schemeClr val="lt1"/>
                          </a:solidFill>
                          <a:latin typeface="Fredoka One"/>
                          <a:ea typeface="Fredoka One"/>
                          <a:cs typeface="Fredoka One"/>
                          <a:sym typeface="Fredoka One"/>
                        </a:rPr>
                        <a:t>6) Regresión lineal simple</a:t>
                      </a:r>
                      <a:endParaRPr sz="1400" dirty="0">
                        <a:solidFill>
                          <a:schemeClr val="lt1"/>
                        </a:solidFill>
                        <a:latin typeface="Fredoka One"/>
                        <a:ea typeface="Fredoka One"/>
                        <a:cs typeface="Fredoka One"/>
                        <a:sym typeface="Fredoka One"/>
                      </a:endParaRPr>
                    </a:p>
                  </a:txBody>
                  <a:tcPr marL="91425" marR="91425"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accent4">
                        <a:lumMod val="50000"/>
                      </a:schemeClr>
                    </a:solidFill>
                  </a:tcPr>
                </a:tc>
                <a:tc>
                  <a:txBody>
                    <a:bodyPr/>
                    <a:lstStyle/>
                    <a:p>
                      <a:pPr marL="0" lvl="0" indent="0" algn="l" rtl="0">
                        <a:spcBef>
                          <a:spcPts val="0"/>
                        </a:spcBef>
                        <a:spcAft>
                          <a:spcPts val="1600"/>
                        </a:spcAft>
                        <a:buNone/>
                      </a:pPr>
                      <a:r>
                        <a:rPr lang="es-PE" sz="1100" dirty="0">
                          <a:solidFill>
                            <a:schemeClr val="dk2"/>
                          </a:solidFill>
                          <a:latin typeface="Inter"/>
                          <a:ea typeface="Inter"/>
                          <a:cs typeface="Inter"/>
                          <a:sym typeface="Inter"/>
                        </a:rPr>
                        <a:t>Estimación por el método de mínimos cuadrados.</a:t>
                      </a:r>
                      <a:endParaRPr sz="1100" b="1" dirty="0">
                        <a:solidFill>
                          <a:schemeClr val="dk2"/>
                        </a:solidFill>
                        <a:latin typeface="Inter"/>
                        <a:ea typeface="Inter"/>
                        <a:cs typeface="Inter"/>
                        <a:sym typeface="Inter"/>
                      </a:endParaRPr>
                    </a:p>
                  </a:txBody>
                  <a:tcPr marL="91425" marR="91425" marT="0" marB="0" anchor="ctr">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64" name="Google Shape;264;p31"/>
          <p:cNvSpPr/>
          <p:nvPr/>
        </p:nvSpPr>
        <p:spPr>
          <a:xfrm>
            <a:off x="7823476" y="523574"/>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1"/>
          <p:cNvSpPr/>
          <p:nvPr/>
        </p:nvSpPr>
        <p:spPr>
          <a:xfrm>
            <a:off x="8324821" y="371797"/>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6" name="Google Shape;266;p31"/>
          <p:cNvGrpSpPr/>
          <p:nvPr/>
        </p:nvGrpSpPr>
        <p:grpSpPr>
          <a:xfrm>
            <a:off x="666975" y="328246"/>
            <a:ext cx="845302" cy="689479"/>
            <a:chOff x="3452076" y="484330"/>
            <a:chExt cx="1001685" cy="927494"/>
          </a:xfrm>
        </p:grpSpPr>
        <p:sp>
          <p:nvSpPr>
            <p:cNvPr id="267" name="Google Shape;267;p31"/>
            <p:cNvSpPr/>
            <p:nvPr/>
          </p:nvSpPr>
          <p:spPr>
            <a:xfrm>
              <a:off x="3452076" y="484330"/>
              <a:ext cx="1001685" cy="927494"/>
            </a:xfrm>
            <a:custGeom>
              <a:avLst/>
              <a:gdLst/>
              <a:ahLst/>
              <a:cxnLst/>
              <a:rect l="l" t="t" r="r" b="b"/>
              <a:pathLst>
                <a:path w="27786" h="25728" extrusionOk="0">
                  <a:moveTo>
                    <a:pt x="22220" y="0"/>
                  </a:moveTo>
                  <a:cubicBezTo>
                    <a:pt x="21468" y="0"/>
                    <a:pt x="20702" y="169"/>
                    <a:pt x="19974" y="516"/>
                  </a:cubicBezTo>
                  <a:cubicBezTo>
                    <a:pt x="19393" y="794"/>
                    <a:pt x="18880" y="1232"/>
                    <a:pt x="18392" y="1695"/>
                  </a:cubicBezTo>
                  <a:cubicBezTo>
                    <a:pt x="18038" y="1745"/>
                    <a:pt x="17693" y="1863"/>
                    <a:pt x="17365" y="2074"/>
                  </a:cubicBezTo>
                  <a:cubicBezTo>
                    <a:pt x="17003" y="2301"/>
                    <a:pt x="16683" y="2604"/>
                    <a:pt x="16422" y="2966"/>
                  </a:cubicBezTo>
                  <a:cubicBezTo>
                    <a:pt x="16001" y="3328"/>
                    <a:pt x="15690" y="3816"/>
                    <a:pt x="15530" y="4355"/>
                  </a:cubicBezTo>
                  <a:cubicBezTo>
                    <a:pt x="14242" y="5541"/>
                    <a:pt x="12954" y="6728"/>
                    <a:pt x="11667" y="7915"/>
                  </a:cubicBezTo>
                  <a:cubicBezTo>
                    <a:pt x="9276" y="10129"/>
                    <a:pt x="6877" y="12334"/>
                    <a:pt x="4487" y="14548"/>
                  </a:cubicBezTo>
                  <a:cubicBezTo>
                    <a:pt x="4066" y="14935"/>
                    <a:pt x="3645" y="15330"/>
                    <a:pt x="3224" y="15718"/>
                  </a:cubicBezTo>
                  <a:cubicBezTo>
                    <a:pt x="2888" y="15911"/>
                    <a:pt x="2602" y="16189"/>
                    <a:pt x="2433" y="16568"/>
                  </a:cubicBezTo>
                  <a:cubicBezTo>
                    <a:pt x="1751" y="18074"/>
                    <a:pt x="1095" y="19606"/>
                    <a:pt x="531" y="21172"/>
                  </a:cubicBezTo>
                  <a:cubicBezTo>
                    <a:pt x="506" y="21222"/>
                    <a:pt x="489" y="21273"/>
                    <a:pt x="472" y="21323"/>
                  </a:cubicBezTo>
                  <a:cubicBezTo>
                    <a:pt x="228" y="22039"/>
                    <a:pt x="1" y="22788"/>
                    <a:pt x="102" y="23545"/>
                  </a:cubicBezTo>
                  <a:cubicBezTo>
                    <a:pt x="274" y="24856"/>
                    <a:pt x="1346" y="25727"/>
                    <a:pt x="2644" y="25727"/>
                  </a:cubicBezTo>
                  <a:cubicBezTo>
                    <a:pt x="2680" y="25727"/>
                    <a:pt x="2716" y="25727"/>
                    <a:pt x="2753" y="25725"/>
                  </a:cubicBezTo>
                  <a:cubicBezTo>
                    <a:pt x="3586" y="25700"/>
                    <a:pt x="4436" y="25439"/>
                    <a:pt x="5228" y="25204"/>
                  </a:cubicBezTo>
                  <a:cubicBezTo>
                    <a:pt x="6423" y="24850"/>
                    <a:pt x="7610" y="24446"/>
                    <a:pt x="8788" y="24025"/>
                  </a:cubicBezTo>
                  <a:cubicBezTo>
                    <a:pt x="9318" y="23840"/>
                    <a:pt x="9731" y="23520"/>
                    <a:pt x="10025" y="23133"/>
                  </a:cubicBezTo>
                  <a:cubicBezTo>
                    <a:pt x="11456" y="21812"/>
                    <a:pt x="12879" y="20498"/>
                    <a:pt x="14310" y="19177"/>
                  </a:cubicBezTo>
                  <a:cubicBezTo>
                    <a:pt x="16700" y="16972"/>
                    <a:pt x="19090" y="14758"/>
                    <a:pt x="21489" y="12544"/>
                  </a:cubicBezTo>
                  <a:cubicBezTo>
                    <a:pt x="21700" y="12351"/>
                    <a:pt x="21919" y="12149"/>
                    <a:pt x="22129" y="11955"/>
                  </a:cubicBezTo>
                  <a:cubicBezTo>
                    <a:pt x="22331" y="11938"/>
                    <a:pt x="22533" y="11905"/>
                    <a:pt x="22727" y="11837"/>
                  </a:cubicBezTo>
                  <a:cubicBezTo>
                    <a:pt x="23366" y="11635"/>
                    <a:pt x="23846" y="11265"/>
                    <a:pt x="24174" y="10785"/>
                  </a:cubicBezTo>
                  <a:cubicBezTo>
                    <a:pt x="24688" y="10390"/>
                    <a:pt x="25083" y="9834"/>
                    <a:pt x="25252" y="9194"/>
                  </a:cubicBezTo>
                  <a:cubicBezTo>
                    <a:pt x="25260" y="9152"/>
                    <a:pt x="25268" y="9110"/>
                    <a:pt x="25277" y="9060"/>
                  </a:cubicBezTo>
                  <a:cubicBezTo>
                    <a:pt x="25740" y="8639"/>
                    <a:pt x="26178" y="8184"/>
                    <a:pt x="26523" y="7654"/>
                  </a:cubicBezTo>
                  <a:cubicBezTo>
                    <a:pt x="27785" y="5701"/>
                    <a:pt x="27347" y="3235"/>
                    <a:pt x="25883" y="1552"/>
                  </a:cubicBezTo>
                  <a:cubicBezTo>
                    <a:pt x="25774" y="1426"/>
                    <a:pt x="25639" y="1316"/>
                    <a:pt x="25504" y="1232"/>
                  </a:cubicBezTo>
                  <a:cubicBezTo>
                    <a:pt x="24579" y="426"/>
                    <a:pt x="23416" y="0"/>
                    <a:pt x="22220" y="0"/>
                  </a:cubicBezTo>
                  <a:close/>
                </a:path>
              </a:pathLst>
            </a:custGeom>
            <a:solidFill>
              <a:schemeClr val="l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8" name="Google Shape;268;p31"/>
            <p:cNvGrpSpPr/>
            <p:nvPr/>
          </p:nvGrpSpPr>
          <p:grpSpPr>
            <a:xfrm>
              <a:off x="3496420" y="546982"/>
              <a:ext cx="887443" cy="809067"/>
              <a:chOff x="3541650" y="2614700"/>
              <a:chExt cx="363900" cy="331775"/>
            </a:xfrm>
          </p:grpSpPr>
          <p:sp>
            <p:nvSpPr>
              <p:cNvPr id="269" name="Google Shape;269;p31"/>
              <p:cNvSpPr/>
              <p:nvPr/>
            </p:nvSpPr>
            <p:spPr>
              <a:xfrm>
                <a:off x="3578425" y="2654575"/>
                <a:ext cx="277725" cy="265625"/>
              </a:xfrm>
              <a:custGeom>
                <a:avLst/>
                <a:gdLst/>
                <a:ahLst/>
                <a:cxnLst/>
                <a:rect l="l" t="t" r="r" b="b"/>
                <a:pathLst>
                  <a:path w="11109" h="10625" extrusionOk="0">
                    <a:moveTo>
                      <a:pt x="8824" y="0"/>
                    </a:moveTo>
                    <a:lnTo>
                      <a:pt x="1" y="8154"/>
                    </a:lnTo>
                    <a:lnTo>
                      <a:pt x="2285" y="10624"/>
                    </a:lnTo>
                    <a:lnTo>
                      <a:pt x="11108" y="2476"/>
                    </a:lnTo>
                    <a:lnTo>
                      <a:pt x="882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1"/>
              <p:cNvSpPr/>
              <p:nvPr/>
            </p:nvSpPr>
            <p:spPr>
              <a:xfrm>
                <a:off x="3541650" y="2858025"/>
                <a:ext cx="95100" cy="88450"/>
              </a:xfrm>
              <a:custGeom>
                <a:avLst/>
                <a:gdLst/>
                <a:ahLst/>
                <a:cxnLst/>
                <a:rect l="l" t="t" r="r" b="b"/>
                <a:pathLst>
                  <a:path w="3804" h="3538" extrusionOk="0">
                    <a:moveTo>
                      <a:pt x="1483" y="0"/>
                    </a:moveTo>
                    <a:cubicBezTo>
                      <a:pt x="1483" y="0"/>
                      <a:pt x="1" y="3294"/>
                      <a:pt x="202" y="3512"/>
                    </a:cubicBezTo>
                    <a:cubicBezTo>
                      <a:pt x="219" y="3529"/>
                      <a:pt x="258" y="3538"/>
                      <a:pt x="314" y="3538"/>
                    </a:cubicBezTo>
                    <a:cubicBezTo>
                      <a:pt x="944" y="3538"/>
                      <a:pt x="3804" y="2513"/>
                      <a:pt x="3804" y="2513"/>
                    </a:cubicBezTo>
                    <a:lnTo>
                      <a:pt x="1483" y="0"/>
                    </a:lnTo>
                    <a:close/>
                  </a:path>
                </a:pathLst>
              </a:custGeom>
              <a:solidFill>
                <a:schemeClr val="accent2">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1" name="Google Shape;271;p31"/>
              <p:cNvSpPr/>
              <p:nvPr/>
            </p:nvSpPr>
            <p:spPr>
              <a:xfrm>
                <a:off x="3811375" y="2614700"/>
                <a:ext cx="94175" cy="90750"/>
              </a:xfrm>
              <a:custGeom>
                <a:avLst/>
                <a:gdLst/>
                <a:ahLst/>
                <a:cxnLst/>
                <a:rect l="l" t="t" r="r" b="b"/>
                <a:pathLst>
                  <a:path w="3767" h="3630" extrusionOk="0">
                    <a:moveTo>
                      <a:pt x="1894" y="0"/>
                    </a:moveTo>
                    <a:cubicBezTo>
                      <a:pt x="1490" y="0"/>
                      <a:pt x="1085" y="146"/>
                      <a:pt x="765" y="442"/>
                    </a:cubicBezTo>
                    <a:lnTo>
                      <a:pt x="0" y="1154"/>
                    </a:lnTo>
                    <a:lnTo>
                      <a:pt x="2279" y="3630"/>
                    </a:lnTo>
                    <a:lnTo>
                      <a:pt x="3049" y="2918"/>
                    </a:lnTo>
                    <a:cubicBezTo>
                      <a:pt x="3719" y="2291"/>
                      <a:pt x="3767" y="1239"/>
                      <a:pt x="3140" y="559"/>
                    </a:cubicBezTo>
                    <a:lnTo>
                      <a:pt x="3124" y="533"/>
                    </a:lnTo>
                    <a:cubicBezTo>
                      <a:pt x="2794" y="180"/>
                      <a:pt x="2344" y="0"/>
                      <a:pt x="18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1"/>
              <p:cNvSpPr/>
              <p:nvPr/>
            </p:nvSpPr>
            <p:spPr>
              <a:xfrm>
                <a:off x="3545225" y="2641450"/>
                <a:ext cx="337625" cy="305000"/>
              </a:xfrm>
              <a:custGeom>
                <a:avLst/>
                <a:gdLst/>
                <a:ahLst/>
                <a:cxnLst/>
                <a:rect l="l" t="t" r="r" b="b"/>
                <a:pathLst>
                  <a:path w="13505" h="12200" extrusionOk="0">
                    <a:moveTo>
                      <a:pt x="13122" y="116"/>
                    </a:moveTo>
                    <a:lnTo>
                      <a:pt x="13191" y="323"/>
                    </a:lnTo>
                    <a:lnTo>
                      <a:pt x="13063" y="493"/>
                    </a:lnTo>
                    <a:lnTo>
                      <a:pt x="13063" y="493"/>
                    </a:lnTo>
                    <a:lnTo>
                      <a:pt x="13265" y="424"/>
                    </a:lnTo>
                    <a:lnTo>
                      <a:pt x="13440" y="552"/>
                    </a:lnTo>
                    <a:lnTo>
                      <a:pt x="13377" y="350"/>
                    </a:lnTo>
                    <a:lnTo>
                      <a:pt x="13504" y="175"/>
                    </a:lnTo>
                    <a:lnTo>
                      <a:pt x="13297" y="244"/>
                    </a:lnTo>
                    <a:lnTo>
                      <a:pt x="13122" y="116"/>
                    </a:lnTo>
                    <a:close/>
                    <a:moveTo>
                      <a:pt x="10387" y="0"/>
                    </a:moveTo>
                    <a:cubicBezTo>
                      <a:pt x="10315" y="0"/>
                      <a:pt x="10244" y="24"/>
                      <a:pt x="10189" y="74"/>
                    </a:cubicBezTo>
                    <a:lnTo>
                      <a:pt x="10142" y="116"/>
                    </a:lnTo>
                    <a:cubicBezTo>
                      <a:pt x="10057" y="196"/>
                      <a:pt x="10030" y="313"/>
                      <a:pt x="10057" y="419"/>
                    </a:cubicBezTo>
                    <a:cubicBezTo>
                      <a:pt x="10037" y="415"/>
                      <a:pt x="10017" y="413"/>
                      <a:pt x="9996" y="413"/>
                    </a:cubicBezTo>
                    <a:cubicBezTo>
                      <a:pt x="9928" y="413"/>
                      <a:pt x="9859" y="435"/>
                      <a:pt x="9802" y="488"/>
                    </a:cubicBezTo>
                    <a:cubicBezTo>
                      <a:pt x="9690" y="589"/>
                      <a:pt x="9685" y="759"/>
                      <a:pt x="9791" y="870"/>
                    </a:cubicBezTo>
                    <a:lnTo>
                      <a:pt x="12144" y="3420"/>
                    </a:lnTo>
                    <a:cubicBezTo>
                      <a:pt x="12197" y="3481"/>
                      <a:pt x="12270" y="3512"/>
                      <a:pt x="12344" y="3512"/>
                    </a:cubicBezTo>
                    <a:cubicBezTo>
                      <a:pt x="12411" y="3512"/>
                      <a:pt x="12479" y="3487"/>
                      <a:pt x="12532" y="3436"/>
                    </a:cubicBezTo>
                    <a:cubicBezTo>
                      <a:pt x="12612" y="3357"/>
                      <a:pt x="12638" y="3245"/>
                      <a:pt x="12606" y="3144"/>
                    </a:cubicBezTo>
                    <a:lnTo>
                      <a:pt x="12606" y="3144"/>
                    </a:lnTo>
                    <a:cubicBezTo>
                      <a:pt x="12627" y="3149"/>
                      <a:pt x="12648" y="3151"/>
                      <a:pt x="12669" y="3151"/>
                    </a:cubicBezTo>
                    <a:cubicBezTo>
                      <a:pt x="12741" y="3151"/>
                      <a:pt x="12814" y="3123"/>
                      <a:pt x="12872" y="3070"/>
                    </a:cubicBezTo>
                    <a:lnTo>
                      <a:pt x="12915" y="3032"/>
                    </a:lnTo>
                    <a:cubicBezTo>
                      <a:pt x="13037" y="2916"/>
                      <a:pt x="13042" y="2724"/>
                      <a:pt x="12936" y="2608"/>
                    </a:cubicBezTo>
                    <a:lnTo>
                      <a:pt x="10614" y="95"/>
                    </a:lnTo>
                    <a:cubicBezTo>
                      <a:pt x="10555" y="32"/>
                      <a:pt x="10471" y="0"/>
                      <a:pt x="10387" y="0"/>
                    </a:cubicBezTo>
                    <a:close/>
                    <a:moveTo>
                      <a:pt x="251" y="11309"/>
                    </a:moveTo>
                    <a:cubicBezTo>
                      <a:pt x="97" y="11755"/>
                      <a:pt x="1" y="12105"/>
                      <a:pt x="54" y="12175"/>
                    </a:cubicBezTo>
                    <a:cubicBezTo>
                      <a:pt x="71" y="12192"/>
                      <a:pt x="109" y="12200"/>
                      <a:pt x="165" y="12200"/>
                    </a:cubicBezTo>
                    <a:cubicBezTo>
                      <a:pt x="315" y="12200"/>
                      <a:pt x="593" y="12142"/>
                      <a:pt x="931" y="12052"/>
                    </a:cubicBezTo>
                    <a:lnTo>
                      <a:pt x="251" y="11309"/>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1"/>
              <p:cNvSpPr/>
              <p:nvPr/>
            </p:nvSpPr>
            <p:spPr>
              <a:xfrm>
                <a:off x="3597425" y="2679575"/>
                <a:ext cx="235225" cy="222825"/>
              </a:xfrm>
              <a:custGeom>
                <a:avLst/>
                <a:gdLst/>
                <a:ahLst/>
                <a:cxnLst/>
                <a:rect l="l" t="t" r="r" b="b"/>
                <a:pathLst>
                  <a:path w="9409" h="8913" extrusionOk="0">
                    <a:moveTo>
                      <a:pt x="7613" y="1"/>
                    </a:moveTo>
                    <a:cubicBezTo>
                      <a:pt x="7546" y="1"/>
                      <a:pt x="7478" y="25"/>
                      <a:pt x="7422" y="73"/>
                    </a:cubicBezTo>
                    <a:lnTo>
                      <a:pt x="112" y="6825"/>
                    </a:lnTo>
                    <a:cubicBezTo>
                      <a:pt x="6" y="6926"/>
                      <a:pt x="1" y="7096"/>
                      <a:pt x="102" y="7207"/>
                    </a:cubicBezTo>
                    <a:cubicBezTo>
                      <a:pt x="152" y="7264"/>
                      <a:pt x="226" y="7293"/>
                      <a:pt x="300" y="7293"/>
                    </a:cubicBezTo>
                    <a:cubicBezTo>
                      <a:pt x="366" y="7293"/>
                      <a:pt x="432" y="7270"/>
                      <a:pt x="484" y="7223"/>
                    </a:cubicBezTo>
                    <a:lnTo>
                      <a:pt x="7793" y="472"/>
                    </a:lnTo>
                    <a:cubicBezTo>
                      <a:pt x="7910" y="365"/>
                      <a:pt x="7916" y="190"/>
                      <a:pt x="7809" y="84"/>
                    </a:cubicBezTo>
                    <a:cubicBezTo>
                      <a:pt x="7757" y="29"/>
                      <a:pt x="7686" y="1"/>
                      <a:pt x="7613" y="1"/>
                    </a:cubicBezTo>
                    <a:close/>
                    <a:moveTo>
                      <a:pt x="8361" y="805"/>
                    </a:moveTo>
                    <a:cubicBezTo>
                      <a:pt x="8295" y="805"/>
                      <a:pt x="8229" y="830"/>
                      <a:pt x="8176" y="881"/>
                    </a:cubicBezTo>
                    <a:lnTo>
                      <a:pt x="861" y="7632"/>
                    </a:lnTo>
                    <a:cubicBezTo>
                      <a:pt x="750" y="7733"/>
                      <a:pt x="744" y="7909"/>
                      <a:pt x="851" y="8020"/>
                    </a:cubicBezTo>
                    <a:cubicBezTo>
                      <a:pt x="903" y="8078"/>
                      <a:pt x="974" y="8107"/>
                      <a:pt x="1045" y="8107"/>
                    </a:cubicBezTo>
                    <a:cubicBezTo>
                      <a:pt x="1112" y="8107"/>
                      <a:pt x="1179" y="8082"/>
                      <a:pt x="1233" y="8031"/>
                    </a:cubicBezTo>
                    <a:lnTo>
                      <a:pt x="8548" y="1279"/>
                    </a:lnTo>
                    <a:cubicBezTo>
                      <a:pt x="8654" y="1173"/>
                      <a:pt x="8659" y="1003"/>
                      <a:pt x="8558" y="897"/>
                    </a:cubicBezTo>
                    <a:cubicBezTo>
                      <a:pt x="8505" y="835"/>
                      <a:pt x="8434" y="805"/>
                      <a:pt x="8361" y="805"/>
                    </a:cubicBezTo>
                    <a:close/>
                    <a:moveTo>
                      <a:pt x="9102" y="1609"/>
                    </a:moveTo>
                    <a:cubicBezTo>
                      <a:pt x="9037" y="1609"/>
                      <a:pt x="8972" y="1633"/>
                      <a:pt x="8920" y="1683"/>
                    </a:cubicBezTo>
                    <a:lnTo>
                      <a:pt x="1605" y="8440"/>
                    </a:lnTo>
                    <a:cubicBezTo>
                      <a:pt x="1493" y="8535"/>
                      <a:pt x="1488" y="8711"/>
                      <a:pt x="1594" y="8822"/>
                    </a:cubicBezTo>
                    <a:cubicBezTo>
                      <a:pt x="1648" y="8881"/>
                      <a:pt x="1721" y="8912"/>
                      <a:pt x="1794" y="8912"/>
                    </a:cubicBezTo>
                    <a:cubicBezTo>
                      <a:pt x="1859" y="8912"/>
                      <a:pt x="1924" y="8888"/>
                      <a:pt x="1977" y="8838"/>
                    </a:cubicBezTo>
                    <a:lnTo>
                      <a:pt x="9291" y="2081"/>
                    </a:lnTo>
                    <a:cubicBezTo>
                      <a:pt x="9403" y="1986"/>
                      <a:pt x="9408" y="1810"/>
                      <a:pt x="9302" y="1699"/>
                    </a:cubicBezTo>
                    <a:cubicBezTo>
                      <a:pt x="9248" y="1640"/>
                      <a:pt x="9175" y="1609"/>
                      <a:pt x="9102" y="1609"/>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1"/>
              <p:cNvSpPr/>
              <p:nvPr/>
            </p:nvSpPr>
            <p:spPr>
              <a:xfrm>
                <a:off x="3611250" y="2643800"/>
                <a:ext cx="246350" cy="242575"/>
              </a:xfrm>
              <a:custGeom>
                <a:avLst/>
                <a:gdLst/>
                <a:ahLst/>
                <a:cxnLst/>
                <a:rect l="l" t="t" r="r" b="b"/>
                <a:pathLst>
                  <a:path w="9854" h="9703" extrusionOk="0">
                    <a:moveTo>
                      <a:pt x="9280" y="1"/>
                    </a:moveTo>
                    <a:lnTo>
                      <a:pt x="9413" y="293"/>
                    </a:lnTo>
                    <a:lnTo>
                      <a:pt x="9254" y="575"/>
                    </a:lnTo>
                    <a:lnTo>
                      <a:pt x="9540" y="442"/>
                    </a:lnTo>
                    <a:lnTo>
                      <a:pt x="9833" y="601"/>
                    </a:lnTo>
                    <a:lnTo>
                      <a:pt x="9833" y="601"/>
                    </a:lnTo>
                    <a:lnTo>
                      <a:pt x="9700" y="309"/>
                    </a:lnTo>
                    <a:lnTo>
                      <a:pt x="9854" y="27"/>
                    </a:lnTo>
                    <a:lnTo>
                      <a:pt x="9556" y="160"/>
                    </a:lnTo>
                    <a:lnTo>
                      <a:pt x="9280" y="1"/>
                    </a:lnTo>
                    <a:close/>
                    <a:moveTo>
                      <a:pt x="6784" y="1804"/>
                    </a:moveTo>
                    <a:cubicBezTo>
                      <a:pt x="6766" y="1804"/>
                      <a:pt x="6748" y="1810"/>
                      <a:pt x="6736" y="1823"/>
                    </a:cubicBezTo>
                    <a:lnTo>
                      <a:pt x="5216" y="3231"/>
                    </a:lnTo>
                    <a:cubicBezTo>
                      <a:pt x="5185" y="3257"/>
                      <a:pt x="5185" y="3300"/>
                      <a:pt x="5211" y="3326"/>
                    </a:cubicBezTo>
                    <a:cubicBezTo>
                      <a:pt x="5226" y="3346"/>
                      <a:pt x="5245" y="3356"/>
                      <a:pt x="5263" y="3356"/>
                    </a:cubicBezTo>
                    <a:cubicBezTo>
                      <a:pt x="5279" y="3356"/>
                      <a:pt x="5295" y="3349"/>
                      <a:pt x="5307" y="3337"/>
                    </a:cubicBezTo>
                    <a:lnTo>
                      <a:pt x="6831" y="1929"/>
                    </a:lnTo>
                    <a:cubicBezTo>
                      <a:pt x="6858" y="1903"/>
                      <a:pt x="6863" y="1855"/>
                      <a:pt x="6837" y="1828"/>
                    </a:cubicBezTo>
                    <a:cubicBezTo>
                      <a:pt x="6823" y="1812"/>
                      <a:pt x="6803" y="1804"/>
                      <a:pt x="6784" y="1804"/>
                    </a:cubicBezTo>
                    <a:close/>
                    <a:moveTo>
                      <a:pt x="6974" y="3656"/>
                    </a:moveTo>
                    <a:cubicBezTo>
                      <a:pt x="6941" y="3656"/>
                      <a:pt x="6907" y="3668"/>
                      <a:pt x="6879" y="3693"/>
                    </a:cubicBezTo>
                    <a:cubicBezTo>
                      <a:pt x="6815" y="3746"/>
                      <a:pt x="6815" y="3842"/>
                      <a:pt x="6869" y="3895"/>
                    </a:cubicBezTo>
                    <a:cubicBezTo>
                      <a:pt x="6896" y="3925"/>
                      <a:pt x="6934" y="3939"/>
                      <a:pt x="6972" y="3939"/>
                    </a:cubicBezTo>
                    <a:cubicBezTo>
                      <a:pt x="7008" y="3939"/>
                      <a:pt x="7044" y="3926"/>
                      <a:pt x="7070" y="3900"/>
                    </a:cubicBezTo>
                    <a:cubicBezTo>
                      <a:pt x="7129" y="3847"/>
                      <a:pt x="7129" y="3751"/>
                      <a:pt x="7076" y="3698"/>
                    </a:cubicBezTo>
                    <a:cubicBezTo>
                      <a:pt x="7048" y="3670"/>
                      <a:pt x="7011" y="3656"/>
                      <a:pt x="6974" y="3656"/>
                    </a:cubicBezTo>
                    <a:close/>
                    <a:moveTo>
                      <a:pt x="3338" y="4908"/>
                    </a:moveTo>
                    <a:cubicBezTo>
                      <a:pt x="3280" y="4908"/>
                      <a:pt x="3222" y="4928"/>
                      <a:pt x="3177" y="4968"/>
                    </a:cubicBezTo>
                    <a:cubicBezTo>
                      <a:pt x="3081" y="5053"/>
                      <a:pt x="3081" y="5207"/>
                      <a:pt x="3166" y="5308"/>
                    </a:cubicBezTo>
                    <a:cubicBezTo>
                      <a:pt x="3210" y="5360"/>
                      <a:pt x="3272" y="5385"/>
                      <a:pt x="3334" y="5385"/>
                    </a:cubicBezTo>
                    <a:cubicBezTo>
                      <a:pt x="3394" y="5385"/>
                      <a:pt x="3454" y="5362"/>
                      <a:pt x="3501" y="5318"/>
                    </a:cubicBezTo>
                    <a:cubicBezTo>
                      <a:pt x="3602" y="5233"/>
                      <a:pt x="3602" y="5079"/>
                      <a:pt x="3517" y="4984"/>
                    </a:cubicBezTo>
                    <a:cubicBezTo>
                      <a:pt x="3469" y="4933"/>
                      <a:pt x="3403" y="4908"/>
                      <a:pt x="3338" y="4908"/>
                    </a:cubicBezTo>
                    <a:close/>
                    <a:moveTo>
                      <a:pt x="5588" y="5111"/>
                    </a:moveTo>
                    <a:lnTo>
                      <a:pt x="5721" y="5409"/>
                    </a:lnTo>
                    <a:lnTo>
                      <a:pt x="5562" y="5685"/>
                    </a:lnTo>
                    <a:lnTo>
                      <a:pt x="5562" y="5685"/>
                    </a:lnTo>
                    <a:lnTo>
                      <a:pt x="5849" y="5552"/>
                    </a:lnTo>
                    <a:lnTo>
                      <a:pt x="6141" y="5711"/>
                    </a:lnTo>
                    <a:lnTo>
                      <a:pt x="6141" y="5711"/>
                    </a:lnTo>
                    <a:lnTo>
                      <a:pt x="6008" y="5419"/>
                    </a:lnTo>
                    <a:lnTo>
                      <a:pt x="6167" y="5143"/>
                    </a:lnTo>
                    <a:lnTo>
                      <a:pt x="6167" y="5143"/>
                    </a:lnTo>
                    <a:lnTo>
                      <a:pt x="5870" y="5276"/>
                    </a:lnTo>
                    <a:lnTo>
                      <a:pt x="5588" y="5111"/>
                    </a:lnTo>
                    <a:close/>
                    <a:moveTo>
                      <a:pt x="2426" y="6466"/>
                    </a:moveTo>
                    <a:cubicBezTo>
                      <a:pt x="2392" y="6466"/>
                      <a:pt x="2357" y="6478"/>
                      <a:pt x="2327" y="6503"/>
                    </a:cubicBezTo>
                    <a:cubicBezTo>
                      <a:pt x="2268" y="6556"/>
                      <a:pt x="2268" y="6646"/>
                      <a:pt x="2321" y="6699"/>
                    </a:cubicBezTo>
                    <a:cubicBezTo>
                      <a:pt x="2350" y="6728"/>
                      <a:pt x="2390" y="6744"/>
                      <a:pt x="2430" y="6744"/>
                    </a:cubicBezTo>
                    <a:cubicBezTo>
                      <a:pt x="2465" y="6744"/>
                      <a:pt x="2499" y="6732"/>
                      <a:pt x="2523" y="6705"/>
                    </a:cubicBezTo>
                    <a:cubicBezTo>
                      <a:pt x="2582" y="6657"/>
                      <a:pt x="2582" y="6561"/>
                      <a:pt x="2529" y="6508"/>
                    </a:cubicBezTo>
                    <a:cubicBezTo>
                      <a:pt x="2501" y="6480"/>
                      <a:pt x="2464" y="6466"/>
                      <a:pt x="2426" y="6466"/>
                    </a:cubicBezTo>
                    <a:close/>
                    <a:moveTo>
                      <a:pt x="27" y="7719"/>
                    </a:moveTo>
                    <a:lnTo>
                      <a:pt x="159" y="8011"/>
                    </a:lnTo>
                    <a:lnTo>
                      <a:pt x="0" y="8288"/>
                    </a:lnTo>
                    <a:lnTo>
                      <a:pt x="282" y="8155"/>
                    </a:lnTo>
                    <a:lnTo>
                      <a:pt x="574" y="8314"/>
                    </a:lnTo>
                    <a:lnTo>
                      <a:pt x="441" y="8022"/>
                    </a:lnTo>
                    <a:lnTo>
                      <a:pt x="600" y="7746"/>
                    </a:lnTo>
                    <a:lnTo>
                      <a:pt x="303" y="7879"/>
                    </a:lnTo>
                    <a:lnTo>
                      <a:pt x="27" y="7719"/>
                    </a:lnTo>
                    <a:close/>
                    <a:moveTo>
                      <a:pt x="1800" y="9419"/>
                    </a:moveTo>
                    <a:cubicBezTo>
                      <a:pt x="1767" y="9419"/>
                      <a:pt x="1733" y="9431"/>
                      <a:pt x="1705" y="9456"/>
                    </a:cubicBezTo>
                    <a:cubicBezTo>
                      <a:pt x="1647" y="9509"/>
                      <a:pt x="1647" y="9605"/>
                      <a:pt x="1700" y="9658"/>
                    </a:cubicBezTo>
                    <a:cubicBezTo>
                      <a:pt x="1727" y="9688"/>
                      <a:pt x="1764" y="9703"/>
                      <a:pt x="1801" y="9703"/>
                    </a:cubicBezTo>
                    <a:cubicBezTo>
                      <a:pt x="1836" y="9703"/>
                      <a:pt x="1871" y="9689"/>
                      <a:pt x="1896" y="9664"/>
                    </a:cubicBezTo>
                    <a:cubicBezTo>
                      <a:pt x="1955" y="9610"/>
                      <a:pt x="1955" y="9515"/>
                      <a:pt x="1902" y="9462"/>
                    </a:cubicBezTo>
                    <a:cubicBezTo>
                      <a:pt x="1874" y="9434"/>
                      <a:pt x="1837" y="9419"/>
                      <a:pt x="1800" y="941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B4F3B2CA-E86C-89BB-CC2A-957780E69F99}"/>
              </a:ext>
            </a:extLst>
          </p:cNvPr>
          <p:cNvPicPr>
            <a:picLocks noChangeAspect="1"/>
          </p:cNvPicPr>
          <p:nvPr/>
        </p:nvPicPr>
        <p:blipFill>
          <a:blip r:embed="rId2"/>
          <a:stretch>
            <a:fillRect/>
          </a:stretch>
        </p:blipFill>
        <p:spPr>
          <a:xfrm>
            <a:off x="702931" y="954079"/>
            <a:ext cx="7738137" cy="3235342"/>
          </a:xfrm>
          <a:prstGeom prst="rect">
            <a:avLst/>
          </a:prstGeom>
        </p:spPr>
      </p:pic>
    </p:spTree>
    <p:extLst>
      <p:ext uri="{BB962C8B-B14F-4D97-AF65-F5344CB8AC3E}">
        <p14:creationId xmlns:p14="http://schemas.microsoft.com/office/powerpoint/2010/main" val="30286055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3" name="Google Shape;343;p33"/>
          <p:cNvSpPr txBox="1">
            <a:spLocks noGrp="1"/>
          </p:cNvSpPr>
          <p:nvPr>
            <p:ph type="title"/>
          </p:nvPr>
        </p:nvSpPr>
        <p:spPr>
          <a:xfrm>
            <a:off x="1311517" y="2493848"/>
            <a:ext cx="6520966" cy="1587434"/>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sz="4400" dirty="0"/>
              <a:t>Nociones de estadística descriptiva</a:t>
            </a:r>
            <a:endParaRPr lang="es-PE" sz="4400" dirty="0"/>
          </a:p>
        </p:txBody>
      </p:sp>
      <p:sp>
        <p:nvSpPr>
          <p:cNvPr id="344" name="Google Shape;344;p33"/>
          <p:cNvSpPr txBox="1">
            <a:spLocks noGrp="1"/>
          </p:cNvSpPr>
          <p:nvPr>
            <p:ph type="title" idx="2"/>
          </p:nvPr>
        </p:nvSpPr>
        <p:spPr>
          <a:xfrm>
            <a:off x="2288282" y="1030087"/>
            <a:ext cx="4360200" cy="151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01</a:t>
            </a:r>
            <a:endParaRPr dirty="0"/>
          </a:p>
        </p:txBody>
      </p:sp>
      <p:sp>
        <p:nvSpPr>
          <p:cNvPr id="345" name="Google Shape;345;p33"/>
          <p:cNvSpPr/>
          <p:nvPr/>
        </p:nvSpPr>
        <p:spPr>
          <a:xfrm>
            <a:off x="720404" y="4169175"/>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3"/>
          <p:cNvSpPr/>
          <p:nvPr/>
        </p:nvSpPr>
        <p:spPr>
          <a:xfrm>
            <a:off x="5736429" y="577540"/>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33"/>
          <p:cNvSpPr/>
          <p:nvPr/>
        </p:nvSpPr>
        <p:spPr>
          <a:xfrm>
            <a:off x="7975427" y="2271787"/>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33"/>
          <p:cNvSpPr/>
          <p:nvPr/>
        </p:nvSpPr>
        <p:spPr>
          <a:xfrm>
            <a:off x="720404" y="530202"/>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82E87517-3766-5FC7-B0F8-D4116F0B273C}"/>
              </a:ext>
            </a:extLst>
          </p:cNvPr>
          <p:cNvSpPr>
            <a:spLocks noGrp="1"/>
          </p:cNvSpPr>
          <p:nvPr>
            <p:ph type="subTitle" idx="2"/>
          </p:nvPr>
        </p:nvSpPr>
        <p:spPr>
          <a:xfrm>
            <a:off x="658136" y="1248425"/>
            <a:ext cx="7827727" cy="892884"/>
          </a:xfrm>
        </p:spPr>
        <p:txBody>
          <a:bodyPr/>
          <a:lstStyle/>
          <a:p>
            <a:pPr algn="l"/>
            <a:r>
              <a:rPr lang="es-PE" b="1" dirty="0"/>
              <a:t>Estadística</a:t>
            </a:r>
            <a:r>
              <a:rPr lang="es-PE" dirty="0"/>
              <a:t>: Es la ciencia aplicada que nos proporciona un conjunto de métodos, técnicas o procedimientos para: recopilar, organizar, presentar y analizar con el fin de predecir comportamientos y tomar decisiones a partir de estos.</a:t>
            </a:r>
          </a:p>
        </p:txBody>
      </p:sp>
      <p:sp>
        <p:nvSpPr>
          <p:cNvPr id="7" name="Título 6">
            <a:extLst>
              <a:ext uri="{FF2B5EF4-FFF2-40B4-BE49-F238E27FC236}">
                <a16:creationId xmlns:a16="http://schemas.microsoft.com/office/drawing/2014/main" id="{BB3F0383-D10D-8EE3-9C3A-25A7E3ECDF5B}"/>
              </a:ext>
            </a:extLst>
          </p:cNvPr>
          <p:cNvSpPr>
            <a:spLocks noGrp="1"/>
          </p:cNvSpPr>
          <p:nvPr>
            <p:ph type="title" idx="5"/>
          </p:nvPr>
        </p:nvSpPr>
        <p:spPr>
          <a:xfrm>
            <a:off x="675811" y="501814"/>
            <a:ext cx="7969496" cy="649255"/>
          </a:xfrm>
        </p:spPr>
        <p:txBody>
          <a:bodyPr/>
          <a:lstStyle/>
          <a:p>
            <a:r>
              <a:rPr lang="es-PE" sz="2800" dirty="0">
                <a:solidFill>
                  <a:schemeClr val="accent2"/>
                </a:solidFill>
              </a:rPr>
              <a:t>Estadística descriptiva e inferencial</a:t>
            </a:r>
          </a:p>
        </p:txBody>
      </p:sp>
      <p:sp>
        <p:nvSpPr>
          <p:cNvPr id="8" name="Subtítulo 3">
            <a:extLst>
              <a:ext uri="{FF2B5EF4-FFF2-40B4-BE49-F238E27FC236}">
                <a16:creationId xmlns:a16="http://schemas.microsoft.com/office/drawing/2014/main" id="{B2747210-C326-D65E-9E21-AD888448CB83}"/>
              </a:ext>
            </a:extLst>
          </p:cNvPr>
          <p:cNvSpPr txBox="1">
            <a:spLocks/>
          </p:cNvSpPr>
          <p:nvPr/>
        </p:nvSpPr>
        <p:spPr>
          <a:xfrm>
            <a:off x="675811" y="2163361"/>
            <a:ext cx="8111266" cy="225910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1pPr>
            <a:lvl2pPr marL="914400" marR="0" lvl="1"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2pPr>
            <a:lvl3pPr marL="1371600" marR="0" lvl="2"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3pPr>
            <a:lvl4pPr marL="1828800" marR="0" lvl="3"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4pPr>
            <a:lvl5pPr marL="2286000" marR="0" lvl="4"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5pPr>
            <a:lvl6pPr marL="2743200" marR="0" lvl="5"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6pPr>
            <a:lvl7pPr marL="3200400" marR="0" lvl="6"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7pPr>
            <a:lvl8pPr marL="3657600" marR="0" lvl="7"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8pPr>
            <a:lvl9pPr marL="4114800" marR="0" lvl="8"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9pPr>
          </a:lstStyle>
          <a:p>
            <a:pPr algn="l"/>
            <a:r>
              <a:rPr lang="es-PE" b="1" dirty="0"/>
              <a:t>Estadística descriptiva</a:t>
            </a:r>
            <a:r>
              <a:rPr lang="es-PE" dirty="0"/>
              <a:t>: Conjuntos de métodos estadísticos que se relacionan con el resumen y descripción de los datos. </a:t>
            </a:r>
          </a:p>
          <a:p>
            <a:pPr algn="l"/>
            <a:r>
              <a:rPr lang="es-PE" dirty="0"/>
              <a:t>A partir de los cuales se obtienen los estadísticos:</a:t>
            </a:r>
          </a:p>
          <a:p>
            <a:pPr algn="l">
              <a:buFont typeface="Arial" panose="020B0604020202020204" pitchFamily="34" charset="0"/>
              <a:buChar char="•"/>
            </a:pPr>
            <a:r>
              <a:rPr lang="es-MX" b="0" i="0" dirty="0">
                <a:solidFill>
                  <a:schemeClr val="bg2"/>
                </a:solidFill>
                <a:effectLst/>
                <a:latin typeface="Lato" panose="020F0502020204030203" pitchFamily="34" charset="0"/>
              </a:rPr>
              <a:t>Medidas de centralización: la media en todas sus variantes (aritmética, geométrica, ponderada), la moda y la mediana</a:t>
            </a:r>
          </a:p>
          <a:p>
            <a:pPr algn="l">
              <a:buFont typeface="Arial" panose="020B0604020202020204" pitchFamily="34" charset="0"/>
              <a:buChar char="•"/>
            </a:pPr>
            <a:r>
              <a:rPr lang="es-MX" b="0" i="0" dirty="0">
                <a:solidFill>
                  <a:schemeClr val="bg2"/>
                </a:solidFill>
                <a:effectLst/>
                <a:latin typeface="Lato" panose="020F0502020204030203" pitchFamily="34" charset="0"/>
              </a:rPr>
              <a:t>Medidas de dispersión: la varianza, la desviación típica (raíz cuadrada de la varianza) y el rango</a:t>
            </a:r>
          </a:p>
          <a:p>
            <a:pPr algn="l">
              <a:buFont typeface="Arial" panose="020B0604020202020204" pitchFamily="34" charset="0"/>
              <a:buChar char="•"/>
            </a:pPr>
            <a:r>
              <a:rPr lang="es-MX" b="0" i="0" dirty="0">
                <a:solidFill>
                  <a:schemeClr val="bg2"/>
                </a:solidFill>
                <a:effectLst/>
                <a:latin typeface="Lato" panose="020F0502020204030203" pitchFamily="34" charset="0"/>
              </a:rPr>
              <a:t>Medidas de tendencia central: los cuantiles y sus desgloses (percentiles, cuartiles, deciles, etc.)</a:t>
            </a:r>
          </a:p>
          <a:p>
            <a:pPr algn="l">
              <a:buFont typeface="Arial" panose="020B0604020202020204" pitchFamily="34" charset="0"/>
              <a:buChar char="•"/>
            </a:pPr>
            <a:r>
              <a:rPr lang="es-MX" b="0" i="0" dirty="0">
                <a:solidFill>
                  <a:schemeClr val="bg2"/>
                </a:solidFill>
                <a:effectLst/>
                <a:latin typeface="Lato" panose="020F0502020204030203" pitchFamily="34" charset="0"/>
              </a:rPr>
              <a:t>Medidas de forma: los coeficientes de asimetría y curtosis</a:t>
            </a:r>
          </a:p>
          <a:p>
            <a:pPr algn="l">
              <a:buFont typeface="Arial" panose="020B0604020202020204" pitchFamily="34" charset="0"/>
              <a:buChar char="•"/>
            </a:pPr>
            <a:r>
              <a:rPr lang="es-MX" b="0" i="0" dirty="0">
                <a:solidFill>
                  <a:schemeClr val="bg2"/>
                </a:solidFill>
                <a:effectLst/>
                <a:latin typeface="Lato" panose="020F0502020204030203" pitchFamily="34" charset="0"/>
              </a:rPr>
              <a:t>Medidas de concentración: el coeficiente Gini, a partir del cual se obtiene la curva de Lorenz</a:t>
            </a:r>
          </a:p>
        </p:txBody>
      </p:sp>
    </p:spTree>
    <p:extLst>
      <p:ext uri="{BB962C8B-B14F-4D97-AF65-F5344CB8AC3E}">
        <p14:creationId xmlns:p14="http://schemas.microsoft.com/office/powerpoint/2010/main" val="3252149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ítulo 3">
            <a:extLst>
              <a:ext uri="{FF2B5EF4-FFF2-40B4-BE49-F238E27FC236}">
                <a16:creationId xmlns:a16="http://schemas.microsoft.com/office/drawing/2014/main" id="{EBE948FC-9406-1396-689B-8D929CFF1AB7}"/>
              </a:ext>
            </a:extLst>
          </p:cNvPr>
          <p:cNvSpPr txBox="1">
            <a:spLocks/>
          </p:cNvSpPr>
          <p:nvPr/>
        </p:nvSpPr>
        <p:spPr>
          <a:xfrm>
            <a:off x="810663" y="529705"/>
            <a:ext cx="7042418" cy="71818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PE" b="1" dirty="0">
                <a:solidFill>
                  <a:schemeClr val="bg2"/>
                </a:solidFill>
              </a:rPr>
              <a:t>Estadística inferencial</a:t>
            </a:r>
            <a:r>
              <a:rPr lang="es-PE" dirty="0">
                <a:solidFill>
                  <a:schemeClr val="bg2"/>
                </a:solidFill>
              </a:rPr>
              <a:t>: </a:t>
            </a:r>
            <a:r>
              <a:rPr lang="es-MX" dirty="0">
                <a:solidFill>
                  <a:schemeClr val="bg2"/>
                </a:solidFill>
              </a:rPr>
              <a:t>Se ocupa del análisis, interpretación de los resultados y de las conclusiones a las que se puede llegar a partir de la información obtenida de una muestra con el fin de extender sus resultados a la población bajo estudio.</a:t>
            </a:r>
            <a:endParaRPr lang="es-PE" dirty="0">
              <a:solidFill>
                <a:schemeClr val="bg2"/>
              </a:solidFill>
            </a:endParaRPr>
          </a:p>
          <a:p>
            <a:endParaRPr lang="es-PE" dirty="0"/>
          </a:p>
        </p:txBody>
      </p:sp>
      <p:pic>
        <p:nvPicPr>
          <p:cNvPr id="5" name="Picture 2" descr="Clasificación e inferencia estadística | Objeto de Aprendizaje Estadística  secuencia I">
            <a:extLst>
              <a:ext uri="{FF2B5EF4-FFF2-40B4-BE49-F238E27FC236}">
                <a16:creationId xmlns:a16="http://schemas.microsoft.com/office/drawing/2014/main" id="{0B1CF84D-65B4-CF17-42F7-36AA6D212C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7246" y="1417317"/>
            <a:ext cx="6544470" cy="3088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2279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82E87517-3766-5FC7-B0F8-D4116F0B273C}"/>
              </a:ext>
            </a:extLst>
          </p:cNvPr>
          <p:cNvSpPr>
            <a:spLocks noGrp="1"/>
          </p:cNvSpPr>
          <p:nvPr>
            <p:ph type="subTitle" idx="2"/>
          </p:nvPr>
        </p:nvSpPr>
        <p:spPr>
          <a:xfrm>
            <a:off x="817581" y="1568548"/>
            <a:ext cx="7528432" cy="3005583"/>
          </a:xfrm>
        </p:spPr>
        <p:txBody>
          <a:bodyPr/>
          <a:lstStyle/>
          <a:p>
            <a:pPr marL="0" indent="0" algn="l">
              <a:buNone/>
            </a:pPr>
            <a:r>
              <a:rPr lang="es-PE" dirty="0"/>
              <a:t>Conjunto de elementos que consiste de personas, objetos, etc. En los que se pueden observar o medir una o más características de naturaleza cualitativa o cuantitativa. A cada elemento de una población se le denomina unidad elemental o unidad estadística.</a:t>
            </a:r>
          </a:p>
          <a:p>
            <a:pPr marL="285750" indent="-285750" algn="l">
              <a:buFont typeface="Wingdings" panose="05000000000000000000" pitchFamily="2" charset="2"/>
              <a:buChar char="v"/>
            </a:pPr>
            <a:r>
              <a:rPr lang="es-PE" dirty="0"/>
              <a:t>Población finita: Aquella que tiene un número limitado de elementos. Por ejemplo, las estaturas de todos los estudiantes que actualmente estudian en las universidades del Perú.</a:t>
            </a:r>
          </a:p>
          <a:p>
            <a:pPr marL="285750" indent="-285750" algn="l">
              <a:buFont typeface="Wingdings" panose="05000000000000000000" pitchFamily="2" charset="2"/>
              <a:buChar char="v"/>
            </a:pPr>
            <a:r>
              <a:rPr lang="es-PE" dirty="0"/>
              <a:t>Población infinita: Aquella que no tiene límite o que posee un número determinado de elementos pero no podemos conocer su exactitud. Por ejemplo, todos los mamíferos del océano.</a:t>
            </a:r>
          </a:p>
          <a:p>
            <a:pPr marL="0" indent="0" algn="l">
              <a:buNone/>
            </a:pPr>
            <a:endParaRPr lang="es-PE" b="1" dirty="0"/>
          </a:p>
        </p:txBody>
      </p:sp>
      <p:sp>
        <p:nvSpPr>
          <p:cNvPr id="7" name="Título 6">
            <a:extLst>
              <a:ext uri="{FF2B5EF4-FFF2-40B4-BE49-F238E27FC236}">
                <a16:creationId xmlns:a16="http://schemas.microsoft.com/office/drawing/2014/main" id="{BB3F0383-D10D-8EE3-9C3A-25A7E3ECDF5B}"/>
              </a:ext>
            </a:extLst>
          </p:cNvPr>
          <p:cNvSpPr>
            <a:spLocks noGrp="1"/>
          </p:cNvSpPr>
          <p:nvPr>
            <p:ph type="title" idx="5"/>
          </p:nvPr>
        </p:nvSpPr>
        <p:spPr>
          <a:xfrm>
            <a:off x="817581" y="655430"/>
            <a:ext cx="7691718" cy="649255"/>
          </a:xfrm>
        </p:spPr>
        <p:txBody>
          <a:bodyPr/>
          <a:lstStyle/>
          <a:p>
            <a:r>
              <a:rPr lang="es-PE" sz="2800" dirty="0">
                <a:solidFill>
                  <a:schemeClr val="accent2"/>
                </a:solidFill>
              </a:rPr>
              <a:t>POBLACIÓN</a:t>
            </a:r>
          </a:p>
        </p:txBody>
      </p:sp>
    </p:spTree>
    <p:extLst>
      <p:ext uri="{BB962C8B-B14F-4D97-AF65-F5344CB8AC3E}">
        <p14:creationId xmlns:p14="http://schemas.microsoft.com/office/powerpoint/2010/main" val="1187393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BB3F0383-D10D-8EE3-9C3A-25A7E3ECDF5B}"/>
              </a:ext>
            </a:extLst>
          </p:cNvPr>
          <p:cNvSpPr>
            <a:spLocks noGrp="1"/>
          </p:cNvSpPr>
          <p:nvPr>
            <p:ph type="title" idx="5"/>
          </p:nvPr>
        </p:nvSpPr>
        <p:spPr>
          <a:xfrm>
            <a:off x="817581" y="459348"/>
            <a:ext cx="7691718" cy="649255"/>
          </a:xfrm>
        </p:spPr>
        <p:txBody>
          <a:bodyPr/>
          <a:lstStyle/>
          <a:p>
            <a:r>
              <a:rPr lang="es-PE" sz="2800" dirty="0">
                <a:solidFill>
                  <a:schemeClr val="accent2"/>
                </a:solidFill>
              </a:rPr>
              <a:t>MUESTRA</a:t>
            </a:r>
          </a:p>
        </p:txBody>
      </p:sp>
      <p:sp>
        <p:nvSpPr>
          <p:cNvPr id="8" name="Subtítulo 3">
            <a:extLst>
              <a:ext uri="{FF2B5EF4-FFF2-40B4-BE49-F238E27FC236}">
                <a16:creationId xmlns:a16="http://schemas.microsoft.com/office/drawing/2014/main" id="{B2747210-C326-D65E-9E21-AD888448CB83}"/>
              </a:ext>
            </a:extLst>
          </p:cNvPr>
          <p:cNvSpPr txBox="1">
            <a:spLocks/>
          </p:cNvSpPr>
          <p:nvPr/>
        </p:nvSpPr>
        <p:spPr>
          <a:xfrm>
            <a:off x="658136" y="4180990"/>
            <a:ext cx="8111266" cy="47145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1pPr>
            <a:lvl2pPr marL="914400" marR="0" lvl="1"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2pPr>
            <a:lvl3pPr marL="1371600" marR="0" lvl="2"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3pPr>
            <a:lvl4pPr marL="1828800" marR="0" lvl="3"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4pPr>
            <a:lvl5pPr marL="2286000" marR="0" lvl="4"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5pPr>
            <a:lvl6pPr marL="2743200" marR="0" lvl="5"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6pPr>
            <a:lvl7pPr marL="3200400" marR="0" lvl="6"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7pPr>
            <a:lvl8pPr marL="3657600" marR="0" lvl="7"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8pPr>
            <a:lvl9pPr marL="4114800" marR="0" lvl="8"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9pPr>
          </a:lstStyle>
          <a:p>
            <a:pPr algn="l"/>
            <a:endParaRPr lang="es-MX" b="0" i="0" dirty="0">
              <a:solidFill>
                <a:schemeClr val="bg2"/>
              </a:solidFill>
              <a:effectLst/>
              <a:latin typeface="Lato" panose="020F0502020204030203" pitchFamily="34" charset="0"/>
            </a:endParaRPr>
          </a:p>
        </p:txBody>
      </p:sp>
      <p:sp>
        <p:nvSpPr>
          <p:cNvPr id="4" name="Subtítulo 3">
            <a:extLst>
              <a:ext uri="{FF2B5EF4-FFF2-40B4-BE49-F238E27FC236}">
                <a16:creationId xmlns:a16="http://schemas.microsoft.com/office/drawing/2014/main" id="{B1D5C07E-98E9-3ED1-DCAF-3CABC6DC6D1A}"/>
              </a:ext>
            </a:extLst>
          </p:cNvPr>
          <p:cNvSpPr>
            <a:spLocks noGrp="1"/>
          </p:cNvSpPr>
          <p:nvPr>
            <p:ph type="subTitle" idx="2"/>
          </p:nvPr>
        </p:nvSpPr>
        <p:spPr>
          <a:xfrm>
            <a:off x="817580" y="2154366"/>
            <a:ext cx="7668283" cy="2498078"/>
          </a:xfrm>
        </p:spPr>
        <p:txBody>
          <a:bodyPr/>
          <a:lstStyle/>
          <a:p>
            <a:pPr algn="l"/>
            <a:r>
              <a:rPr lang="es-PE" b="1" dirty="0"/>
              <a:t>Tipos de muestras</a:t>
            </a:r>
            <a:r>
              <a:rPr lang="es-PE" dirty="0"/>
              <a:t>:</a:t>
            </a:r>
          </a:p>
          <a:p>
            <a:pPr algn="l"/>
            <a:endParaRPr lang="es-PE" dirty="0"/>
          </a:p>
          <a:p>
            <a:pPr algn="l"/>
            <a:r>
              <a:rPr lang="es-PE" b="1" dirty="0">
                <a:solidFill>
                  <a:schemeClr val="tx2"/>
                </a:solidFill>
              </a:rPr>
              <a:t>Muestra no probabilística</a:t>
            </a:r>
          </a:p>
          <a:p>
            <a:pPr algn="l"/>
            <a:r>
              <a:rPr lang="es-PE" dirty="0"/>
              <a:t>Llamadas también muestras de conveniencia o de juicio, se basan en el conocimiento y la opinión personal para identificar los elementos de la población que se incluirán en la muestra.</a:t>
            </a:r>
          </a:p>
          <a:p>
            <a:pPr algn="l"/>
            <a:r>
              <a:rPr lang="es-PE" b="1" dirty="0">
                <a:solidFill>
                  <a:schemeClr val="tx2"/>
                </a:solidFill>
              </a:rPr>
              <a:t>Muestra probabilística</a:t>
            </a:r>
          </a:p>
          <a:p>
            <a:pPr algn="l"/>
            <a:r>
              <a:rPr lang="es-PE" dirty="0">
                <a:solidFill>
                  <a:schemeClr val="bg2"/>
                </a:solidFill>
              </a:rPr>
              <a:t>Son aquellas en que todos los elementos de la población tienen una posibilidad de ser incluida en la muestra. No es necesario que todos  tengan la misma posibilidad, basta con que tengan alguna posibilidad.</a:t>
            </a:r>
          </a:p>
        </p:txBody>
      </p:sp>
      <p:sp>
        <p:nvSpPr>
          <p:cNvPr id="5" name="Subtítulo 3">
            <a:extLst>
              <a:ext uri="{FF2B5EF4-FFF2-40B4-BE49-F238E27FC236}">
                <a16:creationId xmlns:a16="http://schemas.microsoft.com/office/drawing/2014/main" id="{FC7F4492-CC57-719E-4684-84CB413C7845}"/>
              </a:ext>
            </a:extLst>
          </p:cNvPr>
          <p:cNvSpPr txBox="1">
            <a:spLocks/>
          </p:cNvSpPr>
          <p:nvPr/>
        </p:nvSpPr>
        <p:spPr>
          <a:xfrm>
            <a:off x="794145" y="1197502"/>
            <a:ext cx="7691718" cy="86796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1pPr>
            <a:lvl2pPr marL="914400" marR="0" lvl="1"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2pPr>
            <a:lvl3pPr marL="1371600" marR="0" lvl="2"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3pPr>
            <a:lvl4pPr marL="1828800" marR="0" lvl="3"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4pPr>
            <a:lvl5pPr marL="2286000" marR="0" lvl="4"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5pPr>
            <a:lvl6pPr marL="2743200" marR="0" lvl="5"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6pPr>
            <a:lvl7pPr marL="3200400" marR="0" lvl="6"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7pPr>
            <a:lvl8pPr marL="3657600" marR="0" lvl="7"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8pPr>
            <a:lvl9pPr marL="4114800" marR="0" lvl="8"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9pPr>
          </a:lstStyle>
          <a:p>
            <a:pPr algn="l"/>
            <a:r>
              <a:rPr lang="es-PE" b="1" dirty="0"/>
              <a:t>Muestra</a:t>
            </a:r>
            <a:r>
              <a:rPr lang="es-PE" dirty="0"/>
              <a:t>: Parte de la población seleccionada de acuerdo con un plan o una regla con el fin de obtener información. Debe ser representativa de la población.  </a:t>
            </a:r>
          </a:p>
          <a:p>
            <a:pPr algn="l"/>
            <a:r>
              <a:rPr lang="es-PE" dirty="0"/>
              <a:t>Al proceso de obtener la muestra se le llama muestreo.</a:t>
            </a:r>
          </a:p>
          <a:p>
            <a:pPr algn="l"/>
            <a:endParaRPr lang="es-MX" b="0" i="0" dirty="0">
              <a:solidFill>
                <a:schemeClr val="bg2"/>
              </a:solidFill>
              <a:effectLst/>
              <a:latin typeface="Lato" panose="020F0502020204030203" pitchFamily="34" charset="0"/>
            </a:endParaRPr>
          </a:p>
        </p:txBody>
      </p:sp>
    </p:spTree>
    <p:extLst>
      <p:ext uri="{BB962C8B-B14F-4D97-AF65-F5344CB8AC3E}">
        <p14:creationId xmlns:p14="http://schemas.microsoft.com/office/powerpoint/2010/main" val="4034052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7D9A67-3CB8-C730-A5EF-87DBB24E9E9E}"/>
              </a:ext>
            </a:extLst>
          </p:cNvPr>
          <p:cNvSpPr>
            <a:spLocks noGrp="1"/>
          </p:cNvSpPr>
          <p:nvPr>
            <p:ph type="title"/>
          </p:nvPr>
        </p:nvSpPr>
        <p:spPr/>
        <p:txBody>
          <a:bodyPr/>
          <a:lstStyle/>
          <a:p>
            <a:endParaRPr lang="es-PE"/>
          </a:p>
        </p:txBody>
      </p:sp>
      <p:pic>
        <p:nvPicPr>
          <p:cNvPr id="2050" name="Picture 2" descr="Estadística básica: Tipos de muestreo">
            <a:extLst>
              <a:ext uri="{FF2B5EF4-FFF2-40B4-BE49-F238E27FC236}">
                <a16:creationId xmlns:a16="http://schemas.microsoft.com/office/drawing/2014/main" id="{1D50DBD2-FE34-034B-22D1-4AB820517C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840" y="135329"/>
            <a:ext cx="8658319" cy="4872842"/>
          </a:xfrm>
          <a:prstGeom prst="rect">
            <a:avLst/>
          </a:prstGeom>
          <a:noFill/>
          <a:ln w="57150">
            <a:solidFill>
              <a:schemeClr val="bg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72986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0360FF-37D1-2D84-A5FF-98FC98CE07A5}"/>
              </a:ext>
            </a:extLst>
          </p:cNvPr>
          <p:cNvSpPr>
            <a:spLocks noGrp="1"/>
          </p:cNvSpPr>
          <p:nvPr>
            <p:ph type="title"/>
          </p:nvPr>
        </p:nvSpPr>
        <p:spPr>
          <a:xfrm>
            <a:off x="720000" y="627905"/>
            <a:ext cx="7704000" cy="572700"/>
          </a:xfrm>
        </p:spPr>
        <p:txBody>
          <a:bodyPr/>
          <a:lstStyle/>
          <a:p>
            <a:r>
              <a:rPr lang="es-PE" sz="3200" dirty="0">
                <a:solidFill>
                  <a:schemeClr val="accent2"/>
                </a:solidFill>
              </a:rPr>
              <a:t>ESTADÍSTICO Y PARÁMETRO</a:t>
            </a:r>
          </a:p>
        </p:txBody>
      </p:sp>
      <p:pic>
        <p:nvPicPr>
          <p:cNvPr id="3" name="Picture 2" descr="Estadística Descriptiva Pablo Andrés Taipe: ESTADÍSTICO Y PARÁMETRO">
            <a:extLst>
              <a:ext uri="{FF2B5EF4-FFF2-40B4-BE49-F238E27FC236}">
                <a16:creationId xmlns:a16="http://schemas.microsoft.com/office/drawing/2014/main" id="{F50EDF4D-ABDA-174E-C400-ABAC2A04940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3358" b="6871"/>
          <a:stretch/>
        </p:blipFill>
        <p:spPr bwMode="auto">
          <a:xfrm>
            <a:off x="1541539" y="1343980"/>
            <a:ext cx="6060921" cy="31716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13259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82E87517-3766-5FC7-B0F8-D4116F0B273C}"/>
              </a:ext>
            </a:extLst>
          </p:cNvPr>
          <p:cNvSpPr>
            <a:spLocks noGrp="1"/>
          </p:cNvSpPr>
          <p:nvPr>
            <p:ph type="subTitle" idx="2"/>
          </p:nvPr>
        </p:nvSpPr>
        <p:spPr>
          <a:xfrm>
            <a:off x="807784" y="1393788"/>
            <a:ext cx="7528432" cy="2355923"/>
          </a:xfrm>
        </p:spPr>
        <p:txBody>
          <a:bodyPr/>
          <a:lstStyle/>
          <a:p>
            <a:pPr marL="0" indent="0" algn="l">
              <a:buNone/>
            </a:pPr>
            <a:r>
              <a:rPr lang="es-PE" b="1" dirty="0"/>
              <a:t>Estadísticas</a:t>
            </a:r>
            <a:r>
              <a:rPr lang="es-PE" dirty="0"/>
              <a:t>: También denominado </a:t>
            </a:r>
            <a:r>
              <a:rPr lang="es-PE" b="1" dirty="0">
                <a:solidFill>
                  <a:schemeClr val="tx2"/>
                </a:solidFill>
              </a:rPr>
              <a:t>estadígrafo o estadístico</a:t>
            </a:r>
            <a:r>
              <a:rPr lang="es-PE" dirty="0"/>
              <a:t>, es una medida descriptiva que resume una característica definida en una muestra aleatoria, como la media o la varianza.</a:t>
            </a:r>
          </a:p>
          <a:p>
            <a:pPr marL="0" indent="0" algn="l">
              <a:buNone/>
            </a:pPr>
            <a:r>
              <a:rPr lang="es-PE" dirty="0"/>
              <a:t>Es importante tener en cuenta si el análisis estadístico se hace con una muestra o población, una forma rápida de diferenciarlos es saber que los parámetros se denotan por letras griegas.</a:t>
            </a:r>
          </a:p>
          <a:p>
            <a:pPr marL="0" indent="0" algn="l">
              <a:buNone/>
            </a:pPr>
            <a:endParaRPr lang="es-PE" dirty="0"/>
          </a:p>
          <a:p>
            <a:pPr marL="0" indent="0" algn="l"/>
            <a:r>
              <a:rPr lang="es-PE" b="1" dirty="0"/>
              <a:t>Variable característica</a:t>
            </a:r>
            <a:r>
              <a:rPr lang="es-PE" dirty="0"/>
              <a:t>: Se denomina así a la característica que se observa o mide en las unidades estadísticas de una población tiene diversos valores de naturaleza cuantitativa o cualitativa. </a:t>
            </a:r>
          </a:p>
          <a:p>
            <a:pPr marL="0" indent="0" algn="l">
              <a:buNone/>
            </a:pPr>
            <a:endParaRPr lang="es-PE" dirty="0"/>
          </a:p>
        </p:txBody>
      </p:sp>
      <p:sp>
        <p:nvSpPr>
          <p:cNvPr id="8" name="Subtítulo 3">
            <a:extLst>
              <a:ext uri="{FF2B5EF4-FFF2-40B4-BE49-F238E27FC236}">
                <a16:creationId xmlns:a16="http://schemas.microsoft.com/office/drawing/2014/main" id="{B2747210-C326-D65E-9E21-AD888448CB83}"/>
              </a:ext>
            </a:extLst>
          </p:cNvPr>
          <p:cNvSpPr txBox="1">
            <a:spLocks/>
          </p:cNvSpPr>
          <p:nvPr/>
        </p:nvSpPr>
        <p:spPr>
          <a:xfrm>
            <a:off x="658136" y="4180990"/>
            <a:ext cx="8111266" cy="47145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1pPr>
            <a:lvl2pPr marL="914400" marR="0" lvl="1"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2pPr>
            <a:lvl3pPr marL="1371600" marR="0" lvl="2"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3pPr>
            <a:lvl4pPr marL="1828800" marR="0" lvl="3"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4pPr>
            <a:lvl5pPr marL="2286000" marR="0" lvl="4"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5pPr>
            <a:lvl6pPr marL="2743200" marR="0" lvl="5"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6pPr>
            <a:lvl7pPr marL="3200400" marR="0" lvl="6"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7pPr>
            <a:lvl8pPr marL="3657600" marR="0" lvl="7"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8pPr>
            <a:lvl9pPr marL="4114800" marR="0" lvl="8"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9pPr>
          </a:lstStyle>
          <a:p>
            <a:pPr algn="l"/>
            <a:endParaRPr lang="es-MX" b="0" i="0" dirty="0">
              <a:solidFill>
                <a:schemeClr val="bg2"/>
              </a:solidFill>
              <a:effectLst/>
              <a:latin typeface="Lato" panose="020F0502020204030203" pitchFamily="34" charset="0"/>
            </a:endParaRPr>
          </a:p>
        </p:txBody>
      </p:sp>
    </p:spTree>
    <p:extLst>
      <p:ext uri="{BB962C8B-B14F-4D97-AF65-F5344CB8AC3E}">
        <p14:creationId xmlns:p14="http://schemas.microsoft.com/office/powerpoint/2010/main" val="1483025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60D3E7-0B2A-8029-5A5A-ACA808843C4B}"/>
              </a:ext>
            </a:extLst>
          </p:cNvPr>
          <p:cNvSpPr>
            <a:spLocks noGrp="1"/>
          </p:cNvSpPr>
          <p:nvPr>
            <p:ph type="title"/>
          </p:nvPr>
        </p:nvSpPr>
        <p:spPr>
          <a:xfrm>
            <a:off x="719999" y="240629"/>
            <a:ext cx="7704000" cy="447860"/>
          </a:xfrm>
        </p:spPr>
        <p:txBody>
          <a:bodyPr/>
          <a:lstStyle/>
          <a:p>
            <a:r>
              <a:rPr lang="es-PE" sz="3200" dirty="0">
                <a:solidFill>
                  <a:schemeClr val="accent2"/>
                </a:solidFill>
              </a:rPr>
              <a:t>ESCALAS DE MEDICIÓN</a:t>
            </a:r>
          </a:p>
        </p:txBody>
      </p:sp>
      <p:sp>
        <p:nvSpPr>
          <p:cNvPr id="3" name="Marcador de texto 2">
            <a:extLst>
              <a:ext uri="{FF2B5EF4-FFF2-40B4-BE49-F238E27FC236}">
                <a16:creationId xmlns:a16="http://schemas.microsoft.com/office/drawing/2014/main" id="{19E65543-DB3F-9AE5-46E2-2AA367A65CA4}"/>
              </a:ext>
            </a:extLst>
          </p:cNvPr>
          <p:cNvSpPr>
            <a:spLocks noGrp="1"/>
          </p:cNvSpPr>
          <p:nvPr>
            <p:ph type="body" idx="1"/>
          </p:nvPr>
        </p:nvSpPr>
        <p:spPr>
          <a:xfrm>
            <a:off x="580913" y="806825"/>
            <a:ext cx="8165054" cy="3926540"/>
          </a:xfrm>
        </p:spPr>
        <p:txBody>
          <a:bodyPr/>
          <a:lstStyle/>
          <a:p>
            <a:pPr marL="0" indent="0" algn="l">
              <a:buNone/>
            </a:pPr>
            <a:r>
              <a:rPr lang="es-PE" dirty="0"/>
              <a:t>Niveles de valores que las variables estadísticas asignan a las unidades en estudio.</a:t>
            </a:r>
          </a:p>
          <a:p>
            <a:pPr marL="0" indent="0" algn="l">
              <a:buNone/>
            </a:pPr>
            <a:endParaRPr lang="es-PE" dirty="0"/>
          </a:p>
          <a:p>
            <a:pPr marL="514350" indent="-514350" algn="l">
              <a:buFont typeface="+mj-lt"/>
              <a:buAutoNum type="arabicPeriod"/>
            </a:pPr>
            <a:r>
              <a:rPr lang="es-PE" b="1" dirty="0">
                <a:solidFill>
                  <a:schemeClr val="tx2"/>
                </a:solidFill>
              </a:rPr>
              <a:t>Nominal</a:t>
            </a:r>
            <a:br>
              <a:rPr lang="es-PE" dirty="0"/>
            </a:br>
            <a:r>
              <a:rPr lang="es-PE" dirty="0"/>
              <a:t>Si estos solo clasifican a las unidades estadísticas en iguales o diferentes: estado civil, ideas religiosas, género.</a:t>
            </a:r>
          </a:p>
          <a:p>
            <a:pPr marL="514350" indent="-514350" algn="l">
              <a:buFont typeface="+mj-lt"/>
              <a:buAutoNum type="arabicPeriod"/>
            </a:pPr>
            <a:r>
              <a:rPr lang="es-PE" b="1" dirty="0">
                <a:solidFill>
                  <a:schemeClr val="tx2"/>
                </a:solidFill>
              </a:rPr>
              <a:t>Ordinal</a:t>
            </a:r>
            <a:br>
              <a:rPr lang="es-PE" dirty="0"/>
            </a:br>
            <a:r>
              <a:rPr lang="es-PE" dirty="0"/>
              <a:t>Si están en escala nominal y además ordenan a las unidades estadísticas por la característica definida que se observa, no se pueden realizar operaciones aritméticas, solo igualdad y orden: Nivel socioeconómico, </a:t>
            </a:r>
          </a:p>
          <a:p>
            <a:pPr marL="514350" indent="-514350" algn="l">
              <a:buFont typeface="+mj-lt"/>
              <a:buAutoNum type="arabicPeriod"/>
            </a:pPr>
            <a:r>
              <a:rPr lang="es-PE" b="1" dirty="0">
                <a:solidFill>
                  <a:schemeClr val="tx2"/>
                </a:solidFill>
              </a:rPr>
              <a:t>De intervalo</a:t>
            </a:r>
            <a:br>
              <a:rPr lang="es-PE" dirty="0"/>
            </a:br>
            <a:r>
              <a:rPr lang="es-PE" dirty="0"/>
              <a:t>Es una escala ordinal que asigna a las unidades estadísticas valores numéricos, que son mediciones realizadas respecto a un cero arbitrario (el 0 no mide la ausencia total de la característica)</a:t>
            </a:r>
          </a:p>
          <a:p>
            <a:pPr marL="514350" indent="-514350" algn="l">
              <a:buFont typeface="+mj-lt"/>
              <a:buAutoNum type="arabicPeriod"/>
            </a:pPr>
            <a:r>
              <a:rPr lang="es-PE" b="1" dirty="0">
                <a:solidFill>
                  <a:schemeClr val="tx2"/>
                </a:solidFill>
              </a:rPr>
              <a:t>De razón</a:t>
            </a:r>
            <a:br>
              <a:rPr lang="es-PE" dirty="0"/>
            </a:br>
            <a:r>
              <a:rPr lang="es-PE" dirty="0"/>
              <a:t>Es una escala de intervalo que asigna a las unidades estadísticas calores numéricos, que son mediciones realizadas con respecto a un cero real, el cual implica ausencia total de la característica observada: longitud, número de hijos, el 0 significa ausencia de hijos.</a:t>
            </a:r>
          </a:p>
          <a:p>
            <a:pPr marL="139700" indent="0" algn="l">
              <a:buNone/>
            </a:pPr>
            <a:endParaRPr lang="es-PE" dirty="0"/>
          </a:p>
        </p:txBody>
      </p:sp>
    </p:spTree>
    <p:extLst>
      <p:ext uri="{BB962C8B-B14F-4D97-AF65-F5344CB8AC3E}">
        <p14:creationId xmlns:p14="http://schemas.microsoft.com/office/powerpoint/2010/main" val="885455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8CC21F-A662-ADC5-F04B-8948985D2DB9}"/>
              </a:ext>
            </a:extLst>
          </p:cNvPr>
          <p:cNvSpPr>
            <a:spLocks noGrp="1"/>
          </p:cNvSpPr>
          <p:nvPr>
            <p:ph type="title"/>
          </p:nvPr>
        </p:nvSpPr>
        <p:spPr/>
        <p:txBody>
          <a:bodyPr/>
          <a:lstStyle/>
          <a:p>
            <a:endParaRPr lang="es-PE"/>
          </a:p>
        </p:txBody>
      </p:sp>
      <p:pic>
        <p:nvPicPr>
          <p:cNvPr id="3" name="Picture 2" descr="Vocacion Estadistica: Criterio 4: Los Atributos de la Variable de  Investigación">
            <a:extLst>
              <a:ext uri="{FF2B5EF4-FFF2-40B4-BE49-F238E27FC236}">
                <a16:creationId xmlns:a16="http://schemas.microsoft.com/office/drawing/2014/main" id="{8D4FDAAA-A650-3B32-D5CD-F4A7619B37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0306" y="239467"/>
            <a:ext cx="8283388" cy="46645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0615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648336-0A36-0088-1976-81873E86D100}"/>
              </a:ext>
            </a:extLst>
          </p:cNvPr>
          <p:cNvSpPr>
            <a:spLocks noGrp="1"/>
          </p:cNvSpPr>
          <p:nvPr>
            <p:ph type="title"/>
          </p:nvPr>
        </p:nvSpPr>
        <p:spPr/>
        <p:txBody>
          <a:bodyPr/>
          <a:lstStyle/>
          <a:p>
            <a:r>
              <a:rPr lang="es-PE" sz="3200" dirty="0">
                <a:solidFill>
                  <a:schemeClr val="accent2"/>
                </a:solidFill>
              </a:rPr>
              <a:t>CLASIFICACIÓN DE VARIABLES</a:t>
            </a:r>
          </a:p>
        </p:txBody>
      </p:sp>
      <p:sp>
        <p:nvSpPr>
          <p:cNvPr id="3" name="Marcador de texto 2">
            <a:extLst>
              <a:ext uri="{FF2B5EF4-FFF2-40B4-BE49-F238E27FC236}">
                <a16:creationId xmlns:a16="http://schemas.microsoft.com/office/drawing/2014/main" id="{47FA6B11-0926-FA70-7548-33A03883AC05}"/>
              </a:ext>
            </a:extLst>
          </p:cNvPr>
          <p:cNvSpPr>
            <a:spLocks noGrp="1"/>
          </p:cNvSpPr>
          <p:nvPr>
            <p:ph type="body" idx="1"/>
          </p:nvPr>
        </p:nvSpPr>
        <p:spPr>
          <a:xfrm>
            <a:off x="623944" y="1152474"/>
            <a:ext cx="7800056" cy="3365737"/>
          </a:xfrm>
        </p:spPr>
        <p:txBody>
          <a:bodyPr/>
          <a:lstStyle/>
          <a:p>
            <a:pPr marL="139700" indent="0" algn="l">
              <a:buNone/>
            </a:pPr>
            <a:r>
              <a:rPr lang="es-PE" b="1" dirty="0">
                <a:solidFill>
                  <a:schemeClr val="accent4">
                    <a:lumMod val="50000"/>
                  </a:schemeClr>
                </a:solidFill>
              </a:rPr>
              <a:t>VARIABLE CUALITATIVA</a:t>
            </a:r>
          </a:p>
          <a:p>
            <a:pPr marL="457200" lvl="1" indent="0">
              <a:buNone/>
            </a:pPr>
            <a:r>
              <a:rPr lang="es-PE" dirty="0"/>
              <a:t>Característica en la que los valores son cualidades, están en escala nominal u ordinal. Por ejemplo: género, profesión, estado civil, grado de instrucción.</a:t>
            </a:r>
          </a:p>
          <a:p>
            <a:pPr marL="0" indent="0" algn="l">
              <a:buNone/>
            </a:pPr>
            <a:endParaRPr lang="es-PE" dirty="0"/>
          </a:p>
          <a:p>
            <a:pPr marL="139700" indent="0" algn="l">
              <a:buNone/>
            </a:pPr>
            <a:r>
              <a:rPr lang="es-PE" b="1" dirty="0">
                <a:solidFill>
                  <a:schemeClr val="accent4">
                    <a:lumMod val="50000"/>
                  </a:schemeClr>
                </a:solidFill>
              </a:rPr>
              <a:t>VARIABLE CUANTITATIVA O MATEMÁTICAS</a:t>
            </a:r>
          </a:p>
          <a:p>
            <a:pPr marL="457200" lvl="1" indent="0">
              <a:buNone/>
            </a:pPr>
            <a:r>
              <a:rPr lang="es-PE" dirty="0"/>
              <a:t>Característica en la que los valores son numéricos, están en la escala de intervalo o razón. Por ejemplo: temperatura, número de hijos, tiempo de vida útil.</a:t>
            </a:r>
          </a:p>
          <a:p>
            <a:pPr lvl="1"/>
            <a:r>
              <a:rPr lang="es-PE" dirty="0"/>
              <a:t>Discretas</a:t>
            </a:r>
          </a:p>
          <a:p>
            <a:pPr marL="914400" lvl="2" indent="0">
              <a:buNone/>
            </a:pPr>
            <a:r>
              <a:rPr lang="es-PE" dirty="0"/>
              <a:t>Es aquella entre cuyos valores posibles no admite otros, generalmente se obtienen por conteo.</a:t>
            </a:r>
          </a:p>
          <a:p>
            <a:pPr lvl="1"/>
            <a:r>
              <a:rPr lang="es-PE" dirty="0"/>
              <a:t>Continuas</a:t>
            </a:r>
          </a:p>
          <a:p>
            <a:pPr marL="914400" lvl="2" indent="0">
              <a:buNone/>
            </a:pPr>
            <a:r>
              <a:rPr lang="es-PE" dirty="0"/>
              <a:t>Puede tomar cualquier valor entre dos valores, es decir que toma infinitos valores intermedios en un intervalo.</a:t>
            </a:r>
          </a:p>
          <a:p>
            <a:pPr marL="139700" indent="0" algn="l">
              <a:buNone/>
            </a:pPr>
            <a:endParaRPr lang="es-PE" dirty="0"/>
          </a:p>
        </p:txBody>
      </p:sp>
    </p:spTree>
    <p:extLst>
      <p:ext uri="{BB962C8B-B14F-4D97-AF65-F5344CB8AC3E}">
        <p14:creationId xmlns:p14="http://schemas.microsoft.com/office/powerpoint/2010/main" val="9482933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2E8BE0-0DF3-34E8-E089-8B2C52B72D9F}"/>
              </a:ext>
            </a:extLst>
          </p:cNvPr>
          <p:cNvSpPr>
            <a:spLocks noGrp="1"/>
          </p:cNvSpPr>
          <p:nvPr>
            <p:ph type="title"/>
          </p:nvPr>
        </p:nvSpPr>
        <p:spPr/>
        <p:txBody>
          <a:bodyPr/>
          <a:lstStyle/>
          <a:p>
            <a:endParaRPr lang="es-PE"/>
          </a:p>
        </p:txBody>
      </p:sp>
      <p:pic>
        <p:nvPicPr>
          <p:cNvPr id="3" name="Picture 2" descr="MEDICION Medir es tipificar o caracterizar un propiedad en un elemento de  estudio. Previamente se debe conceptualizar la propiedad por medirse y  obtener. - ppt video online descargar">
            <a:extLst>
              <a:ext uri="{FF2B5EF4-FFF2-40B4-BE49-F238E27FC236}">
                <a16:creationId xmlns:a16="http://schemas.microsoft.com/office/drawing/2014/main" id="{E805A025-3BDE-2A8E-5E96-0865988A5A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3159" y="328644"/>
            <a:ext cx="5981615" cy="44862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27944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3" name="Google Shape;343;p33"/>
          <p:cNvSpPr txBox="1">
            <a:spLocks noGrp="1"/>
          </p:cNvSpPr>
          <p:nvPr>
            <p:ph type="title"/>
          </p:nvPr>
        </p:nvSpPr>
        <p:spPr>
          <a:xfrm>
            <a:off x="1311517" y="2493848"/>
            <a:ext cx="6520966" cy="1587434"/>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sz="4400" dirty="0"/>
              <a:t>Organización y clasificación de datos</a:t>
            </a:r>
            <a:endParaRPr lang="es-PE" sz="4400" dirty="0"/>
          </a:p>
        </p:txBody>
      </p:sp>
      <p:sp>
        <p:nvSpPr>
          <p:cNvPr id="344" name="Google Shape;344;p33"/>
          <p:cNvSpPr txBox="1">
            <a:spLocks noGrp="1"/>
          </p:cNvSpPr>
          <p:nvPr>
            <p:ph type="title" idx="2"/>
          </p:nvPr>
        </p:nvSpPr>
        <p:spPr>
          <a:xfrm>
            <a:off x="2288282" y="1030087"/>
            <a:ext cx="4360200" cy="151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02</a:t>
            </a:r>
            <a:endParaRPr dirty="0"/>
          </a:p>
        </p:txBody>
      </p:sp>
      <p:sp>
        <p:nvSpPr>
          <p:cNvPr id="345" name="Google Shape;345;p33"/>
          <p:cNvSpPr/>
          <p:nvPr/>
        </p:nvSpPr>
        <p:spPr>
          <a:xfrm>
            <a:off x="720404" y="4169175"/>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3"/>
          <p:cNvSpPr/>
          <p:nvPr/>
        </p:nvSpPr>
        <p:spPr>
          <a:xfrm>
            <a:off x="5736429" y="577540"/>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33"/>
          <p:cNvSpPr/>
          <p:nvPr/>
        </p:nvSpPr>
        <p:spPr>
          <a:xfrm>
            <a:off x="7975427" y="2271787"/>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33"/>
          <p:cNvSpPr/>
          <p:nvPr/>
        </p:nvSpPr>
        <p:spPr>
          <a:xfrm>
            <a:off x="720404" y="530202"/>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18241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5DE043CE-CB2D-79C8-C725-67604272B26C}"/>
              </a:ext>
            </a:extLst>
          </p:cNvPr>
          <p:cNvSpPr>
            <a:spLocks noGrp="1"/>
          </p:cNvSpPr>
          <p:nvPr>
            <p:ph type="body" idx="1"/>
          </p:nvPr>
        </p:nvSpPr>
        <p:spPr>
          <a:xfrm>
            <a:off x="666974" y="1915857"/>
            <a:ext cx="7810052" cy="2610897"/>
          </a:xfrm>
        </p:spPr>
        <p:txBody>
          <a:bodyPr/>
          <a:lstStyle/>
          <a:p>
            <a:pPr algn="l" fontAlgn="base"/>
            <a:r>
              <a:rPr lang="es-MX" b="0" i="0" dirty="0">
                <a:solidFill>
                  <a:schemeClr val="bg2"/>
                </a:solidFill>
                <a:effectLst/>
                <a:latin typeface="source sans pro" panose="020B0604020202020204" pitchFamily="34" charset="0"/>
              </a:rPr>
              <a:t>Una </a:t>
            </a:r>
            <a:r>
              <a:rPr lang="es-MX" b="1" i="0" dirty="0">
                <a:solidFill>
                  <a:schemeClr val="bg2"/>
                </a:solidFill>
                <a:effectLst/>
                <a:latin typeface="source sans pro" panose="020B0604020202020204" pitchFamily="34" charset="0"/>
              </a:rPr>
              <a:t>tabla de frecuencias</a:t>
            </a:r>
            <a:r>
              <a:rPr lang="es-MX" b="0" i="0" dirty="0">
                <a:solidFill>
                  <a:schemeClr val="bg2"/>
                </a:solidFill>
                <a:effectLst/>
                <a:latin typeface="source sans pro" panose="020B0604020202020204" pitchFamily="34" charset="0"/>
              </a:rPr>
              <a:t> muestra de forma ordenada un conjunto de datos estadísticos y a cada uno de ellos le asigna una</a:t>
            </a:r>
            <a:r>
              <a:rPr lang="es-MX" b="1" i="0" dirty="0">
                <a:solidFill>
                  <a:schemeClr val="bg2"/>
                </a:solidFill>
                <a:effectLst/>
                <a:latin typeface="source sans pro" panose="020B0604020202020204" pitchFamily="34" charset="0"/>
              </a:rPr>
              <a:t> frecuencia</a:t>
            </a:r>
            <a:r>
              <a:rPr lang="es-MX" b="0" i="0" dirty="0">
                <a:solidFill>
                  <a:schemeClr val="bg2"/>
                </a:solidFill>
                <a:effectLst/>
                <a:latin typeface="source sans pro" panose="020B0604020202020204" pitchFamily="34" charset="0"/>
              </a:rPr>
              <a:t> que, en pocas palabras, son las veces que se repite un número o dato. </a:t>
            </a:r>
          </a:p>
          <a:p>
            <a:pPr algn="l" fontAlgn="base"/>
            <a:r>
              <a:rPr lang="es-MX" b="0" i="0" dirty="0">
                <a:solidFill>
                  <a:schemeClr val="bg2"/>
                </a:solidFill>
                <a:effectLst/>
                <a:latin typeface="source sans pro" panose="020B0604020202020204" pitchFamily="34" charset="0"/>
              </a:rPr>
              <a:t>Puedes usar las tablas de frecuencias para ordenar </a:t>
            </a:r>
            <a:r>
              <a:rPr lang="es-MX" b="1" i="0" u="none" strike="noStrike" dirty="0">
                <a:solidFill>
                  <a:schemeClr val="bg2"/>
                </a:solidFill>
                <a:effectLst/>
                <a:latin typeface="inherit"/>
                <a:hlinkClick r:id="rId2">
                  <a:extLst>
                    <a:ext uri="{A12FA001-AC4F-418D-AE19-62706E023703}">
                      <ahyp:hlinkClr xmlns:ahyp="http://schemas.microsoft.com/office/drawing/2018/hyperlinkcolor" val="tx"/>
                    </a:ext>
                  </a:extLst>
                </a:hlinkClick>
              </a:rPr>
              <a:t>variables cuantitativas</a:t>
            </a:r>
            <a:r>
              <a:rPr lang="es-MX" b="0" i="0" dirty="0">
                <a:solidFill>
                  <a:schemeClr val="bg2"/>
                </a:solidFill>
                <a:effectLst/>
                <a:latin typeface="source sans pro" panose="020B0604020202020204" pitchFamily="34" charset="0"/>
              </a:rPr>
              <a:t> o </a:t>
            </a:r>
            <a:r>
              <a:rPr lang="es-MX" b="1" i="0" u="none" strike="noStrike" dirty="0">
                <a:solidFill>
                  <a:schemeClr val="bg2"/>
                </a:solidFill>
                <a:effectLst/>
                <a:latin typeface="inherit"/>
                <a:hlinkClick r:id="rId2">
                  <a:extLst>
                    <a:ext uri="{A12FA001-AC4F-418D-AE19-62706E023703}">
                      <ahyp:hlinkClr xmlns:ahyp="http://schemas.microsoft.com/office/drawing/2018/hyperlinkcolor" val="tx"/>
                    </a:ext>
                  </a:extLst>
                </a:hlinkClick>
              </a:rPr>
              <a:t>cualitativas</a:t>
            </a:r>
            <a:r>
              <a:rPr lang="es-MX" b="0" i="0" dirty="0">
                <a:solidFill>
                  <a:schemeClr val="bg2"/>
                </a:solidFill>
                <a:effectLst/>
                <a:latin typeface="source sans pro" panose="020B0604020202020204" pitchFamily="34" charset="0"/>
              </a:rPr>
              <a:t>.</a:t>
            </a:r>
          </a:p>
          <a:p>
            <a:pPr marL="139700" indent="0" algn="l" fontAlgn="base">
              <a:buNone/>
            </a:pPr>
            <a:endParaRPr lang="es-MX" dirty="0">
              <a:solidFill>
                <a:schemeClr val="bg2"/>
              </a:solidFill>
              <a:latin typeface="source sans pro" panose="020B0604020202020204" pitchFamily="34" charset="0"/>
            </a:endParaRPr>
          </a:p>
          <a:p>
            <a:pPr algn="l" fontAlgn="base">
              <a:buFont typeface="Arial" panose="020B0604020202020204" pitchFamily="34" charset="0"/>
              <a:buChar char="•"/>
            </a:pPr>
            <a:r>
              <a:rPr lang="es-MX" b="1" i="0" dirty="0">
                <a:solidFill>
                  <a:schemeClr val="bg2"/>
                </a:solidFill>
                <a:effectLst/>
                <a:latin typeface="inherit"/>
              </a:rPr>
              <a:t>Frecuencias absolutas: </a:t>
            </a:r>
            <a:r>
              <a:rPr lang="es-MX" b="0" i="0" dirty="0">
                <a:solidFill>
                  <a:schemeClr val="bg2"/>
                </a:solidFill>
                <a:effectLst/>
                <a:latin typeface="inherit"/>
              </a:rPr>
              <a:t>son el número de veces que se repite un número en un conjunto de datos.</a:t>
            </a:r>
          </a:p>
          <a:p>
            <a:pPr algn="l" fontAlgn="base">
              <a:buFont typeface="Arial" panose="020B0604020202020204" pitchFamily="34" charset="0"/>
              <a:buChar char="•"/>
            </a:pPr>
            <a:r>
              <a:rPr lang="es-MX" b="1" i="0" dirty="0">
                <a:solidFill>
                  <a:schemeClr val="bg2"/>
                </a:solidFill>
                <a:effectLst/>
                <a:latin typeface="inherit"/>
              </a:rPr>
              <a:t>Frecuencias absolutas acumuladas:</a:t>
            </a:r>
            <a:r>
              <a:rPr lang="es-MX" b="0" i="0" dirty="0">
                <a:solidFill>
                  <a:schemeClr val="bg2"/>
                </a:solidFill>
                <a:effectLst/>
                <a:latin typeface="inherit"/>
              </a:rPr>
              <a:t> es la suma de las frecuencias absolutas.</a:t>
            </a:r>
          </a:p>
          <a:p>
            <a:pPr algn="l" fontAlgn="base">
              <a:buFont typeface="Arial" panose="020B0604020202020204" pitchFamily="34" charset="0"/>
              <a:buChar char="•"/>
            </a:pPr>
            <a:r>
              <a:rPr lang="es-MX" b="1" i="0" dirty="0">
                <a:solidFill>
                  <a:schemeClr val="bg2"/>
                </a:solidFill>
                <a:effectLst/>
                <a:latin typeface="inherit"/>
              </a:rPr>
              <a:t>Frecuencia relativa: </a:t>
            </a:r>
            <a:r>
              <a:rPr lang="es-MX" b="0" i="0" dirty="0">
                <a:solidFill>
                  <a:schemeClr val="bg2"/>
                </a:solidFill>
                <a:effectLst/>
                <a:latin typeface="inherit"/>
              </a:rPr>
              <a:t>corresponde a las veces que se repite un número en un conjunto de datos respecto al total, pero se expresa en porcentajes (%).</a:t>
            </a:r>
          </a:p>
          <a:p>
            <a:pPr algn="l" fontAlgn="base">
              <a:buFont typeface="Arial" panose="020B0604020202020204" pitchFamily="34" charset="0"/>
              <a:buChar char="•"/>
            </a:pPr>
            <a:r>
              <a:rPr lang="es-MX" b="1" i="0" dirty="0">
                <a:solidFill>
                  <a:schemeClr val="bg2"/>
                </a:solidFill>
                <a:effectLst/>
                <a:latin typeface="inherit"/>
              </a:rPr>
              <a:t>Frecuencia relativa acumulada: </a:t>
            </a:r>
            <a:r>
              <a:rPr lang="es-MX" b="0" i="0" dirty="0">
                <a:solidFill>
                  <a:schemeClr val="bg2"/>
                </a:solidFill>
                <a:effectLst/>
                <a:latin typeface="inherit"/>
              </a:rPr>
              <a:t>es</a:t>
            </a:r>
            <a:r>
              <a:rPr lang="es-MX" b="1" i="0" dirty="0">
                <a:solidFill>
                  <a:schemeClr val="bg2"/>
                </a:solidFill>
                <a:effectLst/>
                <a:latin typeface="inherit"/>
              </a:rPr>
              <a:t> </a:t>
            </a:r>
            <a:r>
              <a:rPr lang="es-MX" b="0" i="0" dirty="0">
                <a:solidFill>
                  <a:schemeClr val="bg2"/>
                </a:solidFill>
                <a:effectLst/>
                <a:latin typeface="inherit"/>
              </a:rPr>
              <a:t>la suma de las frecuencias relativas.</a:t>
            </a:r>
          </a:p>
          <a:p>
            <a:pPr marL="139700" indent="0" algn="l" fontAlgn="base">
              <a:buNone/>
            </a:pPr>
            <a:endParaRPr lang="es-MX" b="0" i="0" dirty="0">
              <a:solidFill>
                <a:srgbClr val="4E4E4E"/>
              </a:solidFill>
              <a:effectLst/>
              <a:latin typeface="source sans pro" panose="020B0604020202020204" pitchFamily="34" charset="0"/>
            </a:endParaRPr>
          </a:p>
          <a:p>
            <a:pPr marL="139700" indent="0">
              <a:buNone/>
            </a:pPr>
            <a:endParaRPr lang="es-PE" dirty="0"/>
          </a:p>
        </p:txBody>
      </p:sp>
      <p:sp>
        <p:nvSpPr>
          <p:cNvPr id="5" name="Título 4">
            <a:extLst>
              <a:ext uri="{FF2B5EF4-FFF2-40B4-BE49-F238E27FC236}">
                <a16:creationId xmlns:a16="http://schemas.microsoft.com/office/drawing/2014/main" id="{2B518DC2-38D8-7EDD-EAA3-B21B7ECC055D}"/>
              </a:ext>
            </a:extLst>
          </p:cNvPr>
          <p:cNvSpPr>
            <a:spLocks noGrp="1"/>
          </p:cNvSpPr>
          <p:nvPr>
            <p:ph type="title"/>
          </p:nvPr>
        </p:nvSpPr>
        <p:spPr>
          <a:xfrm>
            <a:off x="666974" y="659061"/>
            <a:ext cx="7704000" cy="1094823"/>
          </a:xfrm>
        </p:spPr>
        <p:txBody>
          <a:bodyPr/>
          <a:lstStyle/>
          <a:p>
            <a:r>
              <a:rPr lang="es-PE" dirty="0">
                <a:solidFill>
                  <a:schemeClr val="accent2"/>
                </a:solidFill>
              </a:rPr>
              <a:t>2.1 Tabla de frecuencias para variables cuantitativas</a:t>
            </a:r>
          </a:p>
        </p:txBody>
      </p:sp>
    </p:spTree>
    <p:extLst>
      <p:ext uri="{BB962C8B-B14F-4D97-AF65-F5344CB8AC3E}">
        <p14:creationId xmlns:p14="http://schemas.microsoft.com/office/powerpoint/2010/main" val="42036773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711A12-AC9A-984D-76CE-A209FBD9C6B0}"/>
              </a:ext>
            </a:extLst>
          </p:cNvPr>
          <p:cNvSpPr>
            <a:spLocks noGrp="1"/>
          </p:cNvSpPr>
          <p:nvPr>
            <p:ph type="title"/>
          </p:nvPr>
        </p:nvSpPr>
        <p:spPr>
          <a:xfrm>
            <a:off x="720000" y="390537"/>
            <a:ext cx="7704000" cy="910439"/>
          </a:xfrm>
        </p:spPr>
        <p:txBody>
          <a:bodyPr/>
          <a:lstStyle/>
          <a:p>
            <a:r>
              <a:rPr lang="es-PE" sz="2800" dirty="0">
                <a:solidFill>
                  <a:schemeClr val="accent2"/>
                </a:solidFill>
              </a:rPr>
              <a:t>Tabla de distribución de frecuencias para datos de variables discretas</a:t>
            </a:r>
          </a:p>
        </p:txBody>
      </p:sp>
      <p:sp>
        <p:nvSpPr>
          <p:cNvPr id="3" name="Marcador de texto 2">
            <a:extLst>
              <a:ext uri="{FF2B5EF4-FFF2-40B4-BE49-F238E27FC236}">
                <a16:creationId xmlns:a16="http://schemas.microsoft.com/office/drawing/2014/main" id="{5F0FF19B-057B-2810-DC3F-DBB7F162A972}"/>
              </a:ext>
            </a:extLst>
          </p:cNvPr>
          <p:cNvSpPr>
            <a:spLocks noGrp="1"/>
          </p:cNvSpPr>
          <p:nvPr>
            <p:ph type="body" idx="1"/>
          </p:nvPr>
        </p:nvSpPr>
        <p:spPr>
          <a:xfrm>
            <a:off x="720000" y="1355464"/>
            <a:ext cx="7704000" cy="673771"/>
          </a:xfrm>
        </p:spPr>
        <p:txBody>
          <a:bodyPr/>
          <a:lstStyle/>
          <a:p>
            <a:pPr marL="139700" indent="0" algn="l">
              <a:buNone/>
            </a:pPr>
            <a:r>
              <a:rPr lang="es-MX" dirty="0"/>
              <a:t>¡Vamos a tomar como ejemplo un salón de clases! Imagina que eres profesor o profesora de biología de 20 estudiantes y tienes las notas finales del semestre.</a:t>
            </a:r>
          </a:p>
          <a:p>
            <a:pPr marL="139700" indent="0">
              <a:buNone/>
            </a:pPr>
            <a:endParaRPr lang="es-MX" dirty="0"/>
          </a:p>
        </p:txBody>
      </p:sp>
      <p:pic>
        <p:nvPicPr>
          <p:cNvPr id="5" name="Imagen 4">
            <a:extLst>
              <a:ext uri="{FF2B5EF4-FFF2-40B4-BE49-F238E27FC236}">
                <a16:creationId xmlns:a16="http://schemas.microsoft.com/office/drawing/2014/main" id="{3DA88BDD-675A-650F-4538-9D864D8ABFF5}"/>
              </a:ext>
            </a:extLst>
          </p:cNvPr>
          <p:cNvPicPr>
            <a:picLocks noChangeAspect="1"/>
          </p:cNvPicPr>
          <p:nvPr/>
        </p:nvPicPr>
        <p:blipFill rotWithShape="1">
          <a:blip r:embed="rId2"/>
          <a:srcRect t="10612"/>
          <a:stretch/>
        </p:blipFill>
        <p:spPr>
          <a:xfrm>
            <a:off x="599358" y="1921658"/>
            <a:ext cx="3692165" cy="2905910"/>
          </a:xfrm>
          <a:prstGeom prst="rect">
            <a:avLst/>
          </a:prstGeom>
        </p:spPr>
      </p:pic>
      <p:pic>
        <p:nvPicPr>
          <p:cNvPr id="7" name="Imagen 6">
            <a:extLst>
              <a:ext uri="{FF2B5EF4-FFF2-40B4-BE49-F238E27FC236}">
                <a16:creationId xmlns:a16="http://schemas.microsoft.com/office/drawing/2014/main" id="{49E6A228-20E6-A275-7508-F0CE1609C72D}"/>
              </a:ext>
            </a:extLst>
          </p:cNvPr>
          <p:cNvPicPr>
            <a:picLocks noChangeAspect="1"/>
          </p:cNvPicPr>
          <p:nvPr/>
        </p:nvPicPr>
        <p:blipFill rotWithShape="1">
          <a:blip r:embed="rId3"/>
          <a:srcRect t="11402" b="-1"/>
          <a:stretch/>
        </p:blipFill>
        <p:spPr>
          <a:xfrm>
            <a:off x="4291523" y="1904803"/>
            <a:ext cx="4416858" cy="2905910"/>
          </a:xfrm>
          <a:prstGeom prst="rect">
            <a:avLst/>
          </a:prstGeom>
        </p:spPr>
      </p:pic>
    </p:spTree>
    <p:extLst>
      <p:ext uri="{BB962C8B-B14F-4D97-AF65-F5344CB8AC3E}">
        <p14:creationId xmlns:p14="http://schemas.microsoft.com/office/powerpoint/2010/main" val="39633973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BBE7BDED-B437-2E75-0FBE-4E1D6B19531A}"/>
              </a:ext>
            </a:extLst>
          </p:cNvPr>
          <p:cNvPicPr>
            <a:picLocks noChangeAspect="1"/>
          </p:cNvPicPr>
          <p:nvPr/>
        </p:nvPicPr>
        <p:blipFill rotWithShape="1">
          <a:blip r:embed="rId2"/>
          <a:srcRect t="9040" r="3423"/>
          <a:stretch/>
        </p:blipFill>
        <p:spPr>
          <a:xfrm>
            <a:off x="203633" y="1101521"/>
            <a:ext cx="3981092" cy="2901260"/>
          </a:xfrm>
          <a:prstGeom prst="rect">
            <a:avLst/>
          </a:prstGeom>
        </p:spPr>
      </p:pic>
      <p:pic>
        <p:nvPicPr>
          <p:cNvPr id="6" name="Imagen 5">
            <a:extLst>
              <a:ext uri="{FF2B5EF4-FFF2-40B4-BE49-F238E27FC236}">
                <a16:creationId xmlns:a16="http://schemas.microsoft.com/office/drawing/2014/main" id="{F57532B1-0E8F-0BE8-CEF6-7A37FF7AF728}"/>
              </a:ext>
            </a:extLst>
          </p:cNvPr>
          <p:cNvPicPr>
            <a:picLocks noChangeAspect="1"/>
          </p:cNvPicPr>
          <p:nvPr/>
        </p:nvPicPr>
        <p:blipFill rotWithShape="1">
          <a:blip r:embed="rId3"/>
          <a:srcRect l="1215" t="7788" r="1326"/>
          <a:stretch/>
        </p:blipFill>
        <p:spPr>
          <a:xfrm>
            <a:off x="4184725" y="1084185"/>
            <a:ext cx="4680338" cy="2875974"/>
          </a:xfrm>
          <a:prstGeom prst="rect">
            <a:avLst/>
          </a:prstGeom>
        </p:spPr>
      </p:pic>
    </p:spTree>
    <p:extLst>
      <p:ext uri="{BB962C8B-B14F-4D97-AF65-F5344CB8AC3E}">
        <p14:creationId xmlns:p14="http://schemas.microsoft.com/office/powerpoint/2010/main" val="11435261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F472E2F-B7F6-38D0-C82C-581BACFBCEC9}"/>
              </a:ext>
            </a:extLst>
          </p:cNvPr>
          <p:cNvPicPr>
            <a:picLocks noChangeAspect="1"/>
          </p:cNvPicPr>
          <p:nvPr/>
        </p:nvPicPr>
        <p:blipFill rotWithShape="1">
          <a:blip r:embed="rId2"/>
          <a:srcRect t="10263"/>
          <a:stretch/>
        </p:blipFill>
        <p:spPr>
          <a:xfrm>
            <a:off x="166785" y="1463040"/>
            <a:ext cx="4086438" cy="2821924"/>
          </a:xfrm>
          <a:prstGeom prst="rect">
            <a:avLst/>
          </a:prstGeom>
        </p:spPr>
      </p:pic>
      <p:pic>
        <p:nvPicPr>
          <p:cNvPr id="7" name="Imagen 6">
            <a:extLst>
              <a:ext uri="{FF2B5EF4-FFF2-40B4-BE49-F238E27FC236}">
                <a16:creationId xmlns:a16="http://schemas.microsoft.com/office/drawing/2014/main" id="{55E99F01-0A40-86F4-B0A4-C10D2826D177}"/>
              </a:ext>
            </a:extLst>
          </p:cNvPr>
          <p:cNvPicPr>
            <a:picLocks noChangeAspect="1"/>
          </p:cNvPicPr>
          <p:nvPr/>
        </p:nvPicPr>
        <p:blipFill>
          <a:blip r:embed="rId3"/>
          <a:stretch>
            <a:fillRect/>
          </a:stretch>
        </p:blipFill>
        <p:spPr>
          <a:xfrm>
            <a:off x="4253223" y="1121213"/>
            <a:ext cx="4588095" cy="3163751"/>
          </a:xfrm>
          <a:prstGeom prst="rect">
            <a:avLst/>
          </a:prstGeom>
        </p:spPr>
      </p:pic>
    </p:spTree>
    <p:extLst>
      <p:ext uri="{BB962C8B-B14F-4D97-AF65-F5344CB8AC3E}">
        <p14:creationId xmlns:p14="http://schemas.microsoft.com/office/powerpoint/2010/main" val="35997775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0AB3455A-788E-CB84-D0FB-E2A938618873}"/>
              </a:ext>
            </a:extLst>
          </p:cNvPr>
          <p:cNvPicPr>
            <a:picLocks noChangeAspect="1"/>
          </p:cNvPicPr>
          <p:nvPr/>
        </p:nvPicPr>
        <p:blipFill>
          <a:blip r:embed="rId2"/>
          <a:stretch>
            <a:fillRect/>
          </a:stretch>
        </p:blipFill>
        <p:spPr>
          <a:xfrm>
            <a:off x="1875560" y="540170"/>
            <a:ext cx="5192214" cy="4063159"/>
          </a:xfrm>
          <a:prstGeom prst="rect">
            <a:avLst/>
          </a:prstGeom>
        </p:spPr>
      </p:pic>
    </p:spTree>
    <p:extLst>
      <p:ext uri="{BB962C8B-B14F-4D97-AF65-F5344CB8AC3E}">
        <p14:creationId xmlns:p14="http://schemas.microsoft.com/office/powerpoint/2010/main" val="33005009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AC9A2460-F3E3-D80A-AAEE-3B693916A95F}"/>
              </a:ext>
            </a:extLst>
          </p:cNvPr>
          <p:cNvPicPr>
            <a:picLocks noChangeAspect="1"/>
          </p:cNvPicPr>
          <p:nvPr/>
        </p:nvPicPr>
        <p:blipFill>
          <a:blip r:embed="rId2"/>
          <a:stretch>
            <a:fillRect/>
          </a:stretch>
        </p:blipFill>
        <p:spPr>
          <a:xfrm>
            <a:off x="1609164" y="349623"/>
            <a:ext cx="5925671" cy="4444253"/>
          </a:xfrm>
          <a:prstGeom prst="rect">
            <a:avLst/>
          </a:prstGeom>
        </p:spPr>
      </p:pic>
    </p:spTree>
    <p:extLst>
      <p:ext uri="{BB962C8B-B14F-4D97-AF65-F5344CB8AC3E}">
        <p14:creationId xmlns:p14="http://schemas.microsoft.com/office/powerpoint/2010/main" val="41160702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97339B4E-3956-3AD5-F7D0-E57F855ABD3B}"/>
              </a:ext>
            </a:extLst>
          </p:cNvPr>
          <p:cNvPicPr>
            <a:picLocks noChangeAspect="1"/>
          </p:cNvPicPr>
          <p:nvPr/>
        </p:nvPicPr>
        <p:blipFill>
          <a:blip r:embed="rId2"/>
          <a:stretch>
            <a:fillRect/>
          </a:stretch>
        </p:blipFill>
        <p:spPr>
          <a:xfrm>
            <a:off x="1540437" y="357882"/>
            <a:ext cx="6063126" cy="4427735"/>
          </a:xfrm>
          <a:prstGeom prst="rect">
            <a:avLst/>
          </a:prstGeom>
        </p:spPr>
      </p:pic>
    </p:spTree>
    <p:extLst>
      <p:ext uri="{BB962C8B-B14F-4D97-AF65-F5344CB8AC3E}">
        <p14:creationId xmlns:p14="http://schemas.microsoft.com/office/powerpoint/2010/main" val="36002594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711A12-AC9A-984D-76CE-A209FBD9C6B0}"/>
              </a:ext>
            </a:extLst>
          </p:cNvPr>
          <p:cNvSpPr>
            <a:spLocks noGrp="1"/>
          </p:cNvSpPr>
          <p:nvPr>
            <p:ph type="title"/>
          </p:nvPr>
        </p:nvSpPr>
        <p:spPr>
          <a:xfrm>
            <a:off x="720000" y="616315"/>
            <a:ext cx="7704000" cy="910439"/>
          </a:xfrm>
        </p:spPr>
        <p:txBody>
          <a:bodyPr/>
          <a:lstStyle/>
          <a:p>
            <a:r>
              <a:rPr lang="es-PE" sz="2800" dirty="0">
                <a:solidFill>
                  <a:schemeClr val="accent2"/>
                </a:solidFill>
              </a:rPr>
              <a:t>Tabla de distribución de frecuencias para datos de variables continuas</a:t>
            </a:r>
          </a:p>
        </p:txBody>
      </p:sp>
      <p:sp>
        <p:nvSpPr>
          <p:cNvPr id="5" name="Marcador de texto 2">
            <a:extLst>
              <a:ext uri="{FF2B5EF4-FFF2-40B4-BE49-F238E27FC236}">
                <a16:creationId xmlns:a16="http://schemas.microsoft.com/office/drawing/2014/main" id="{6AF31E78-04D3-128C-C993-6DA71DCD08C5}"/>
              </a:ext>
            </a:extLst>
          </p:cNvPr>
          <p:cNvSpPr txBox="1">
            <a:spLocks/>
          </p:cNvSpPr>
          <p:nvPr/>
        </p:nvSpPr>
        <p:spPr>
          <a:xfrm>
            <a:off x="720000" y="1968228"/>
            <a:ext cx="7704000" cy="1444978"/>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39700"/>
            <a:r>
              <a:rPr lang="es-MX" dirty="0">
                <a:solidFill>
                  <a:schemeClr val="bg2"/>
                </a:solidFill>
              </a:rPr>
              <a:t>En este caso debido a que la magnitud de la característica que puede tomar al menos teóricamente, una infinidad de valores, el proceso de reducción, agrupación o condensación de los datos originales, que conducen a la construcción de tablas de frecuencia, no es tan simple como en el caso de datos discretos y no se puede proceder como en el caso ya estudiado.</a:t>
            </a:r>
          </a:p>
          <a:p>
            <a:pPr marL="139700"/>
            <a:r>
              <a:rPr lang="es-MX" dirty="0">
                <a:solidFill>
                  <a:schemeClr val="bg2"/>
                </a:solidFill>
              </a:rPr>
              <a:t>Entonces, se realiza cuando la cantidad de datos es grande y/o la variable es continua.</a:t>
            </a:r>
          </a:p>
          <a:p>
            <a:pPr marL="139700"/>
            <a:endParaRPr lang="es-MX" dirty="0"/>
          </a:p>
        </p:txBody>
      </p:sp>
    </p:spTree>
    <p:extLst>
      <p:ext uri="{BB962C8B-B14F-4D97-AF65-F5344CB8AC3E}">
        <p14:creationId xmlns:p14="http://schemas.microsoft.com/office/powerpoint/2010/main" val="40192913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862593-15B3-8436-C4C2-0F39CD526E7C}"/>
              </a:ext>
            </a:extLst>
          </p:cNvPr>
          <p:cNvSpPr>
            <a:spLocks noGrp="1"/>
          </p:cNvSpPr>
          <p:nvPr>
            <p:ph type="title"/>
          </p:nvPr>
        </p:nvSpPr>
        <p:spPr/>
        <p:txBody>
          <a:bodyPr/>
          <a:lstStyle/>
          <a:p>
            <a:endParaRPr lang="es-PE"/>
          </a:p>
        </p:txBody>
      </p:sp>
      <p:pic>
        <p:nvPicPr>
          <p:cNvPr id="4" name="Picture 2" descr="distribución de frecuencias para datos agrupados">
            <a:extLst>
              <a:ext uri="{FF2B5EF4-FFF2-40B4-BE49-F238E27FC236}">
                <a16:creationId xmlns:a16="http://schemas.microsoft.com/office/drawing/2014/main" id="{439774B1-6CE2-6C5F-3792-ED68337B0F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0014" y="360388"/>
            <a:ext cx="7583972" cy="44227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11932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5DE043CE-CB2D-79C8-C725-67604272B26C}"/>
              </a:ext>
            </a:extLst>
          </p:cNvPr>
          <p:cNvSpPr>
            <a:spLocks noGrp="1"/>
          </p:cNvSpPr>
          <p:nvPr>
            <p:ph type="body" idx="1"/>
          </p:nvPr>
        </p:nvSpPr>
        <p:spPr>
          <a:xfrm>
            <a:off x="666974" y="1915857"/>
            <a:ext cx="7810052" cy="2610897"/>
          </a:xfrm>
        </p:spPr>
        <p:txBody>
          <a:bodyPr/>
          <a:lstStyle/>
          <a:p>
            <a:pPr marL="139700" indent="0" algn="l" fontAlgn="base">
              <a:buNone/>
            </a:pPr>
            <a:r>
              <a:rPr lang="es-MX" sz="2000" b="1" i="0" dirty="0">
                <a:solidFill>
                  <a:schemeClr val="tx2"/>
                </a:solidFill>
                <a:effectLst/>
                <a:latin typeface="source sans pro" panose="020B0604020202020204" pitchFamily="34" charset="0"/>
              </a:rPr>
              <a:t>Razones/ Índices</a:t>
            </a:r>
          </a:p>
          <a:p>
            <a:pPr marL="139700" indent="0" algn="l" fontAlgn="base">
              <a:buNone/>
            </a:pPr>
            <a:r>
              <a:rPr lang="es-MX" dirty="0">
                <a:solidFill>
                  <a:schemeClr val="bg2"/>
                </a:solidFill>
                <a:latin typeface="source sans pro" panose="020B0604020202020204" pitchFamily="34" charset="0"/>
              </a:rPr>
              <a:t>Cuando se compara el número de elementos de una característica cualitativa, con el número de elementos de otra característica cualitativa, estamos en presencia de una razón. Esta comparación se puede hacer por diferencia y cociente.</a:t>
            </a:r>
          </a:p>
          <a:p>
            <a:pPr marL="139700" indent="0" algn="l" fontAlgn="base">
              <a:buNone/>
            </a:pPr>
            <a:endParaRPr lang="es-MX" b="0" i="0" dirty="0">
              <a:solidFill>
                <a:schemeClr val="bg2"/>
              </a:solidFill>
              <a:effectLst/>
              <a:latin typeface="source sans pro" panose="020B0604020202020204" pitchFamily="34" charset="0"/>
            </a:endParaRPr>
          </a:p>
          <a:p>
            <a:pPr marL="139700" indent="0" algn="l" fontAlgn="base">
              <a:buNone/>
            </a:pPr>
            <a:r>
              <a:rPr lang="es-MX" dirty="0">
                <a:solidFill>
                  <a:schemeClr val="bg2"/>
                </a:solidFill>
                <a:latin typeface="source sans pro" panose="020B0604020202020204" pitchFamily="34" charset="0"/>
              </a:rPr>
              <a:t>Ejemplo: En un estudio sobre la fertilidad, de 400 mujeres analizadas, 350 fecundaron. Entonces la razón de fertilidad sería:  350/50 = 70</a:t>
            </a:r>
          </a:p>
          <a:p>
            <a:pPr marL="139700" indent="0" algn="l" fontAlgn="base">
              <a:buNone/>
            </a:pPr>
            <a:r>
              <a:rPr lang="es-MX" b="0" i="0" dirty="0">
                <a:solidFill>
                  <a:schemeClr val="bg2"/>
                </a:solidFill>
                <a:effectLst/>
                <a:latin typeface="source sans pro" panose="020B0604020202020204" pitchFamily="34" charset="0"/>
              </a:rPr>
              <a:t>Lo cual representa que por cada 7 mujeres fértiles, se encuentra una mujer estéril en la muestra estudiada.</a:t>
            </a:r>
          </a:p>
          <a:p>
            <a:pPr marL="139700" indent="0" algn="l" fontAlgn="base">
              <a:buNone/>
            </a:pPr>
            <a:endParaRPr lang="es-MX" dirty="0">
              <a:solidFill>
                <a:schemeClr val="bg2"/>
              </a:solidFill>
              <a:latin typeface="source sans pro" panose="020B0604020202020204" pitchFamily="34" charset="0"/>
            </a:endParaRPr>
          </a:p>
          <a:p>
            <a:pPr marL="139700" indent="0" algn="l" fontAlgn="base">
              <a:buNone/>
            </a:pPr>
            <a:r>
              <a:rPr lang="es-MX" b="0" i="0" dirty="0">
                <a:solidFill>
                  <a:schemeClr val="bg2"/>
                </a:solidFill>
                <a:effectLst/>
                <a:latin typeface="source sans pro" panose="020B0604020202020204" pitchFamily="34" charset="0"/>
              </a:rPr>
              <a:t>Los índices son las razones que se expresan en porcentajes</a:t>
            </a:r>
          </a:p>
          <a:p>
            <a:pPr marL="139700" indent="0" algn="l" fontAlgn="base">
              <a:buNone/>
            </a:pPr>
            <a:endParaRPr lang="es-MX" b="0" i="0" dirty="0">
              <a:solidFill>
                <a:srgbClr val="4E4E4E"/>
              </a:solidFill>
              <a:effectLst/>
              <a:latin typeface="source sans pro" panose="020B0604020202020204" pitchFamily="34" charset="0"/>
            </a:endParaRPr>
          </a:p>
          <a:p>
            <a:pPr marL="139700" indent="0">
              <a:buNone/>
            </a:pPr>
            <a:endParaRPr lang="es-PE" dirty="0"/>
          </a:p>
        </p:txBody>
      </p:sp>
      <p:sp>
        <p:nvSpPr>
          <p:cNvPr id="5" name="Título 4">
            <a:extLst>
              <a:ext uri="{FF2B5EF4-FFF2-40B4-BE49-F238E27FC236}">
                <a16:creationId xmlns:a16="http://schemas.microsoft.com/office/drawing/2014/main" id="{2B518DC2-38D8-7EDD-EAA3-B21B7ECC055D}"/>
              </a:ext>
            </a:extLst>
          </p:cNvPr>
          <p:cNvSpPr>
            <a:spLocks noGrp="1"/>
          </p:cNvSpPr>
          <p:nvPr>
            <p:ph type="title"/>
          </p:nvPr>
        </p:nvSpPr>
        <p:spPr>
          <a:xfrm>
            <a:off x="990600" y="717677"/>
            <a:ext cx="7162800" cy="1094823"/>
          </a:xfrm>
        </p:spPr>
        <p:txBody>
          <a:bodyPr/>
          <a:lstStyle/>
          <a:p>
            <a:r>
              <a:rPr lang="es-PE" dirty="0">
                <a:solidFill>
                  <a:schemeClr val="accent2"/>
                </a:solidFill>
              </a:rPr>
              <a:t>2.1 Análisis descriptivo para datos cualitativos</a:t>
            </a:r>
          </a:p>
        </p:txBody>
      </p:sp>
    </p:spTree>
    <p:extLst>
      <p:ext uri="{BB962C8B-B14F-4D97-AF65-F5344CB8AC3E}">
        <p14:creationId xmlns:p14="http://schemas.microsoft.com/office/powerpoint/2010/main" val="27443590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texto 2">
                <a:extLst>
                  <a:ext uri="{FF2B5EF4-FFF2-40B4-BE49-F238E27FC236}">
                    <a16:creationId xmlns:a16="http://schemas.microsoft.com/office/drawing/2014/main" id="{5DE043CE-CB2D-79C8-C725-67604272B26C}"/>
                  </a:ext>
                </a:extLst>
              </p:cNvPr>
              <p:cNvSpPr>
                <a:spLocks noGrp="1"/>
              </p:cNvSpPr>
              <p:nvPr>
                <p:ph type="body" idx="1"/>
              </p:nvPr>
            </p:nvSpPr>
            <p:spPr>
              <a:xfrm>
                <a:off x="666974" y="1915857"/>
                <a:ext cx="7810052" cy="2610897"/>
              </a:xfrm>
            </p:spPr>
            <p:txBody>
              <a:bodyPr/>
              <a:lstStyle/>
              <a:p>
                <a:pPr marL="139700" indent="0" algn="l" fontAlgn="base">
                  <a:buNone/>
                </a:pPr>
                <a:r>
                  <a:rPr lang="es-MX" sz="2000" b="1" i="0" dirty="0">
                    <a:solidFill>
                      <a:schemeClr val="tx2"/>
                    </a:solidFill>
                    <a:effectLst/>
                    <a:latin typeface="source sans pro" panose="020B0604020202020204" pitchFamily="34" charset="0"/>
                  </a:rPr>
                  <a:t>Proporción/ porcentajes</a:t>
                </a:r>
              </a:p>
              <a:p>
                <a:pPr marL="139700" indent="0" algn="l" fontAlgn="base">
                  <a:buNone/>
                </a:pPr>
                <a:r>
                  <a:rPr lang="es-MX" dirty="0">
                    <a:solidFill>
                      <a:schemeClr val="bg2"/>
                    </a:solidFill>
                    <a:latin typeface="source sans pro" panose="020B0604020202020204" pitchFamily="34" charset="0"/>
                  </a:rPr>
                  <a:t>Se llama proporción a la relación que existe entre el número de casos observados en un grupo particular de objetos con una característica y el total de objetos que poseen la característica.</a:t>
                </a:r>
              </a:p>
              <a:p>
                <a:pPr marL="139700" indent="0" algn="l" fontAlgn="base">
                  <a:buNone/>
                </a:pPr>
                <a14:m>
                  <m:oMathPara xmlns:m="http://schemas.openxmlformats.org/officeDocument/2006/math">
                    <m:oMathParaPr>
                      <m:jc m:val="centerGroup"/>
                    </m:oMathParaPr>
                    <m:oMath xmlns:m="http://schemas.openxmlformats.org/officeDocument/2006/math">
                      <m:r>
                        <a:rPr lang="es-MX" b="0" i="1" smtClean="0">
                          <a:solidFill>
                            <a:schemeClr val="bg2"/>
                          </a:solidFill>
                          <a:latin typeface="Cambria Math" panose="02040503050406030204" pitchFamily="18" charset="0"/>
                        </a:rPr>
                        <m:t>𝑃</m:t>
                      </m:r>
                      <m:r>
                        <a:rPr lang="es-MX" b="0" i="1" smtClean="0">
                          <a:solidFill>
                            <a:schemeClr val="bg2"/>
                          </a:solidFill>
                          <a:latin typeface="Cambria Math" panose="02040503050406030204" pitchFamily="18" charset="0"/>
                        </a:rPr>
                        <m:t>=</m:t>
                      </m:r>
                      <m:f>
                        <m:fPr>
                          <m:ctrlPr>
                            <a:rPr lang="es-MX" b="0" i="1" smtClean="0">
                              <a:solidFill>
                                <a:schemeClr val="bg2"/>
                              </a:solidFill>
                              <a:latin typeface="Cambria Math" panose="02040503050406030204" pitchFamily="18" charset="0"/>
                            </a:rPr>
                          </m:ctrlPr>
                        </m:fPr>
                        <m:num>
                          <m:r>
                            <a:rPr lang="es-MX" b="0" i="1" smtClean="0">
                              <a:solidFill>
                                <a:schemeClr val="bg2"/>
                              </a:solidFill>
                              <a:latin typeface="Cambria Math" panose="02040503050406030204" pitchFamily="18" charset="0"/>
                            </a:rPr>
                            <m:t>𝑎</m:t>
                          </m:r>
                        </m:num>
                        <m:den>
                          <m:r>
                            <a:rPr lang="es-MX" b="0" i="1" smtClean="0">
                              <a:solidFill>
                                <a:schemeClr val="bg2"/>
                              </a:solidFill>
                              <a:latin typeface="Cambria Math" panose="02040503050406030204" pitchFamily="18" charset="0"/>
                            </a:rPr>
                            <m:t>𝑎</m:t>
                          </m:r>
                          <m:r>
                            <a:rPr lang="es-MX" b="0" i="1" smtClean="0">
                              <a:solidFill>
                                <a:schemeClr val="bg2"/>
                              </a:solidFill>
                              <a:latin typeface="Cambria Math" panose="02040503050406030204" pitchFamily="18" charset="0"/>
                            </a:rPr>
                            <m:t>+</m:t>
                          </m:r>
                          <m:r>
                            <a:rPr lang="es-MX" b="0" i="1" smtClean="0">
                              <a:solidFill>
                                <a:schemeClr val="bg2"/>
                              </a:solidFill>
                              <a:latin typeface="Cambria Math" panose="02040503050406030204" pitchFamily="18" charset="0"/>
                            </a:rPr>
                            <m:t>𝑏</m:t>
                          </m:r>
                        </m:den>
                      </m:f>
                    </m:oMath>
                  </m:oMathPara>
                </a14:m>
                <a:endParaRPr lang="es-PE" dirty="0">
                  <a:solidFill>
                    <a:schemeClr val="bg2"/>
                  </a:solidFill>
                  <a:latin typeface="source sans pro" panose="020B0604020202020204" pitchFamily="34" charset="0"/>
                </a:endParaRPr>
              </a:p>
              <a:p>
                <a:pPr marL="139700" indent="0" algn="l" fontAlgn="base">
                  <a:buNone/>
                </a:pPr>
                <a:endParaRPr lang="es-PE" dirty="0">
                  <a:solidFill>
                    <a:schemeClr val="bg2"/>
                  </a:solidFill>
                  <a:latin typeface="source sans pro" panose="020B0604020202020204" pitchFamily="34" charset="0"/>
                </a:endParaRPr>
              </a:p>
              <a:p>
                <a:pPr marL="139700" indent="0" algn="l" fontAlgn="base">
                  <a:buNone/>
                </a:pPr>
                <a:r>
                  <a:rPr lang="es-PE" dirty="0">
                    <a:solidFill>
                      <a:schemeClr val="bg2"/>
                    </a:solidFill>
                    <a:latin typeface="source sans pro" panose="020B0604020202020204" pitchFamily="34" charset="0"/>
                  </a:rPr>
                  <a:t>Un porcentaje es una proporción multiplicada por 100.</a:t>
                </a:r>
              </a:p>
              <a:p>
                <a:pPr marL="139700" indent="0" algn="l" fontAlgn="base">
                  <a:buNone/>
                </a:pPr>
                <a:endParaRPr lang="es-PE" dirty="0">
                  <a:solidFill>
                    <a:schemeClr val="bg2"/>
                  </a:solidFill>
                  <a:latin typeface="source sans pro" panose="020B0604020202020204" pitchFamily="34" charset="0"/>
                </a:endParaRPr>
              </a:p>
            </p:txBody>
          </p:sp>
        </mc:Choice>
        <mc:Fallback xmlns="">
          <p:sp>
            <p:nvSpPr>
              <p:cNvPr id="3" name="Marcador de texto 2">
                <a:extLst>
                  <a:ext uri="{FF2B5EF4-FFF2-40B4-BE49-F238E27FC236}">
                    <a16:creationId xmlns:a16="http://schemas.microsoft.com/office/drawing/2014/main" id="{5DE043CE-CB2D-79C8-C725-67604272B26C}"/>
                  </a:ext>
                </a:extLst>
              </p:cNvPr>
              <p:cNvSpPr>
                <a:spLocks noGrp="1" noRot="1" noChangeAspect="1" noMove="1" noResize="1" noEditPoints="1" noAdjustHandles="1" noChangeArrowheads="1" noChangeShapeType="1" noTextEdit="1"/>
              </p:cNvSpPr>
              <p:nvPr>
                <p:ph type="body" idx="1"/>
              </p:nvPr>
            </p:nvSpPr>
            <p:spPr>
              <a:xfrm>
                <a:off x="666974" y="1915857"/>
                <a:ext cx="7810052" cy="2610897"/>
              </a:xfrm>
              <a:blipFill>
                <a:blip r:embed="rId2"/>
                <a:stretch>
                  <a:fillRect/>
                </a:stretch>
              </a:blipFill>
            </p:spPr>
            <p:txBody>
              <a:bodyPr/>
              <a:lstStyle/>
              <a:p>
                <a:r>
                  <a:rPr lang="es-PE">
                    <a:noFill/>
                  </a:rPr>
                  <a:t> </a:t>
                </a:r>
              </a:p>
            </p:txBody>
          </p:sp>
        </mc:Fallback>
      </mc:AlternateContent>
      <p:sp>
        <p:nvSpPr>
          <p:cNvPr id="5" name="Título 4">
            <a:extLst>
              <a:ext uri="{FF2B5EF4-FFF2-40B4-BE49-F238E27FC236}">
                <a16:creationId xmlns:a16="http://schemas.microsoft.com/office/drawing/2014/main" id="{2B518DC2-38D8-7EDD-EAA3-B21B7ECC055D}"/>
              </a:ext>
            </a:extLst>
          </p:cNvPr>
          <p:cNvSpPr>
            <a:spLocks noGrp="1"/>
          </p:cNvSpPr>
          <p:nvPr>
            <p:ph type="title"/>
          </p:nvPr>
        </p:nvSpPr>
        <p:spPr>
          <a:xfrm>
            <a:off x="990600" y="717677"/>
            <a:ext cx="7162800" cy="1094823"/>
          </a:xfrm>
        </p:spPr>
        <p:txBody>
          <a:bodyPr/>
          <a:lstStyle/>
          <a:p>
            <a:r>
              <a:rPr lang="es-PE" dirty="0">
                <a:solidFill>
                  <a:schemeClr val="accent2"/>
                </a:solidFill>
              </a:rPr>
              <a:t>2.1 Análisis descriptivo para datos cualitativos</a:t>
            </a:r>
          </a:p>
        </p:txBody>
      </p:sp>
    </p:spTree>
    <p:extLst>
      <p:ext uri="{BB962C8B-B14F-4D97-AF65-F5344CB8AC3E}">
        <p14:creationId xmlns:p14="http://schemas.microsoft.com/office/powerpoint/2010/main" val="27260861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711A12-AC9A-984D-76CE-A209FBD9C6B0}"/>
              </a:ext>
            </a:extLst>
          </p:cNvPr>
          <p:cNvSpPr>
            <a:spLocks noGrp="1"/>
          </p:cNvSpPr>
          <p:nvPr>
            <p:ph type="title"/>
          </p:nvPr>
        </p:nvSpPr>
        <p:spPr>
          <a:xfrm>
            <a:off x="720000" y="390538"/>
            <a:ext cx="7704000" cy="591596"/>
          </a:xfrm>
        </p:spPr>
        <p:txBody>
          <a:bodyPr/>
          <a:lstStyle/>
          <a:p>
            <a:r>
              <a:rPr lang="es-PE" sz="2800" dirty="0">
                <a:solidFill>
                  <a:schemeClr val="accent2"/>
                </a:solidFill>
              </a:rPr>
              <a:t>Principales gráficos descriptivos</a:t>
            </a:r>
          </a:p>
        </p:txBody>
      </p:sp>
      <p:pic>
        <p:nvPicPr>
          <p:cNvPr id="7" name="Imagen 6">
            <a:extLst>
              <a:ext uri="{FF2B5EF4-FFF2-40B4-BE49-F238E27FC236}">
                <a16:creationId xmlns:a16="http://schemas.microsoft.com/office/drawing/2014/main" id="{9133BA4E-2223-808D-248C-64A97D26935A}"/>
              </a:ext>
            </a:extLst>
          </p:cNvPr>
          <p:cNvPicPr>
            <a:picLocks noChangeAspect="1"/>
          </p:cNvPicPr>
          <p:nvPr/>
        </p:nvPicPr>
        <p:blipFill>
          <a:blip r:embed="rId2"/>
          <a:stretch>
            <a:fillRect/>
          </a:stretch>
        </p:blipFill>
        <p:spPr>
          <a:xfrm>
            <a:off x="588103" y="1685801"/>
            <a:ext cx="4887007" cy="1771897"/>
          </a:xfrm>
          <a:prstGeom prst="rect">
            <a:avLst/>
          </a:prstGeom>
        </p:spPr>
      </p:pic>
      <p:pic>
        <p:nvPicPr>
          <p:cNvPr id="9" name="Imagen 8">
            <a:extLst>
              <a:ext uri="{FF2B5EF4-FFF2-40B4-BE49-F238E27FC236}">
                <a16:creationId xmlns:a16="http://schemas.microsoft.com/office/drawing/2014/main" id="{451972AF-9D92-BF31-4529-64446C066ABC}"/>
              </a:ext>
            </a:extLst>
          </p:cNvPr>
          <p:cNvPicPr>
            <a:picLocks noChangeAspect="1"/>
          </p:cNvPicPr>
          <p:nvPr/>
        </p:nvPicPr>
        <p:blipFill rotWithShape="1">
          <a:blip r:embed="rId3"/>
          <a:srcRect l="2668" r="5541"/>
          <a:stretch/>
        </p:blipFill>
        <p:spPr>
          <a:xfrm>
            <a:off x="5475110" y="1381104"/>
            <a:ext cx="3366578" cy="2810267"/>
          </a:xfrm>
          <a:prstGeom prst="rect">
            <a:avLst/>
          </a:prstGeom>
        </p:spPr>
      </p:pic>
    </p:spTree>
    <p:extLst>
      <p:ext uri="{BB962C8B-B14F-4D97-AF65-F5344CB8AC3E}">
        <p14:creationId xmlns:p14="http://schemas.microsoft.com/office/powerpoint/2010/main" val="28394250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03B29FB7-4C8A-06B8-37A6-1E158981C097}"/>
              </a:ext>
            </a:extLst>
          </p:cNvPr>
          <p:cNvPicPr>
            <a:picLocks noChangeAspect="1"/>
          </p:cNvPicPr>
          <p:nvPr/>
        </p:nvPicPr>
        <p:blipFill>
          <a:blip r:embed="rId2"/>
          <a:stretch>
            <a:fillRect/>
          </a:stretch>
        </p:blipFill>
        <p:spPr>
          <a:xfrm>
            <a:off x="293513" y="633477"/>
            <a:ext cx="4296560" cy="3619476"/>
          </a:xfrm>
          <a:prstGeom prst="rect">
            <a:avLst/>
          </a:prstGeom>
        </p:spPr>
      </p:pic>
      <p:pic>
        <p:nvPicPr>
          <p:cNvPr id="10" name="Imagen 9">
            <a:extLst>
              <a:ext uri="{FF2B5EF4-FFF2-40B4-BE49-F238E27FC236}">
                <a16:creationId xmlns:a16="http://schemas.microsoft.com/office/drawing/2014/main" id="{BE781EC3-DB20-D898-0549-7A370FD56E7A}"/>
              </a:ext>
            </a:extLst>
          </p:cNvPr>
          <p:cNvPicPr>
            <a:picLocks noChangeAspect="1"/>
          </p:cNvPicPr>
          <p:nvPr/>
        </p:nvPicPr>
        <p:blipFill>
          <a:blip r:embed="rId3"/>
          <a:stretch>
            <a:fillRect/>
          </a:stretch>
        </p:blipFill>
        <p:spPr>
          <a:xfrm>
            <a:off x="4524565" y="1124984"/>
            <a:ext cx="4296561" cy="2543905"/>
          </a:xfrm>
          <a:prstGeom prst="rect">
            <a:avLst/>
          </a:prstGeom>
        </p:spPr>
      </p:pic>
    </p:spTree>
    <p:extLst>
      <p:ext uri="{BB962C8B-B14F-4D97-AF65-F5344CB8AC3E}">
        <p14:creationId xmlns:p14="http://schemas.microsoft.com/office/powerpoint/2010/main" val="14080995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C4C1DE1A-FC6F-9B5D-6A17-AE264DB5834F}"/>
              </a:ext>
            </a:extLst>
          </p:cNvPr>
          <p:cNvPicPr>
            <a:picLocks noChangeAspect="1"/>
          </p:cNvPicPr>
          <p:nvPr/>
        </p:nvPicPr>
        <p:blipFill>
          <a:blip r:embed="rId2"/>
          <a:stretch>
            <a:fillRect/>
          </a:stretch>
        </p:blipFill>
        <p:spPr>
          <a:xfrm>
            <a:off x="2138023" y="499437"/>
            <a:ext cx="4867954" cy="3896269"/>
          </a:xfrm>
          <a:prstGeom prst="rect">
            <a:avLst/>
          </a:prstGeom>
        </p:spPr>
      </p:pic>
    </p:spTree>
    <p:extLst>
      <p:ext uri="{BB962C8B-B14F-4D97-AF65-F5344CB8AC3E}">
        <p14:creationId xmlns:p14="http://schemas.microsoft.com/office/powerpoint/2010/main" val="8683700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A16D0F3B-F702-B81F-BCBD-A7417A447ABE}"/>
              </a:ext>
            </a:extLst>
          </p:cNvPr>
          <p:cNvPicPr>
            <a:picLocks noChangeAspect="1"/>
          </p:cNvPicPr>
          <p:nvPr/>
        </p:nvPicPr>
        <p:blipFill>
          <a:blip r:embed="rId2"/>
          <a:stretch>
            <a:fillRect/>
          </a:stretch>
        </p:blipFill>
        <p:spPr>
          <a:xfrm>
            <a:off x="2114207" y="504536"/>
            <a:ext cx="4915586" cy="4134427"/>
          </a:xfrm>
          <a:prstGeom prst="rect">
            <a:avLst/>
          </a:prstGeom>
        </p:spPr>
      </p:pic>
    </p:spTree>
    <p:extLst>
      <p:ext uri="{BB962C8B-B14F-4D97-AF65-F5344CB8AC3E}">
        <p14:creationId xmlns:p14="http://schemas.microsoft.com/office/powerpoint/2010/main" val="34926247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90FB171F-6195-26DC-B934-34622CCB4668}"/>
              </a:ext>
            </a:extLst>
          </p:cNvPr>
          <p:cNvPicPr>
            <a:picLocks noChangeAspect="1"/>
          </p:cNvPicPr>
          <p:nvPr/>
        </p:nvPicPr>
        <p:blipFill>
          <a:blip r:embed="rId2"/>
          <a:stretch>
            <a:fillRect/>
          </a:stretch>
        </p:blipFill>
        <p:spPr>
          <a:xfrm>
            <a:off x="2128496" y="577581"/>
            <a:ext cx="4887007" cy="1324160"/>
          </a:xfrm>
          <a:prstGeom prst="rect">
            <a:avLst/>
          </a:prstGeom>
        </p:spPr>
      </p:pic>
      <p:pic>
        <p:nvPicPr>
          <p:cNvPr id="5" name="Imagen 4">
            <a:extLst>
              <a:ext uri="{FF2B5EF4-FFF2-40B4-BE49-F238E27FC236}">
                <a16:creationId xmlns:a16="http://schemas.microsoft.com/office/drawing/2014/main" id="{5377D10D-9277-9557-4732-593E016F1A39}"/>
              </a:ext>
            </a:extLst>
          </p:cNvPr>
          <p:cNvPicPr>
            <a:picLocks noChangeAspect="1"/>
          </p:cNvPicPr>
          <p:nvPr/>
        </p:nvPicPr>
        <p:blipFill>
          <a:blip r:embed="rId3"/>
          <a:stretch>
            <a:fillRect/>
          </a:stretch>
        </p:blipFill>
        <p:spPr>
          <a:xfrm>
            <a:off x="2909654" y="2193864"/>
            <a:ext cx="3324689" cy="2095792"/>
          </a:xfrm>
          <a:prstGeom prst="rect">
            <a:avLst/>
          </a:prstGeom>
        </p:spPr>
      </p:pic>
    </p:spTree>
    <p:extLst>
      <p:ext uri="{BB962C8B-B14F-4D97-AF65-F5344CB8AC3E}">
        <p14:creationId xmlns:p14="http://schemas.microsoft.com/office/powerpoint/2010/main" val="5109964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3" name="Google Shape;343;p33"/>
          <p:cNvSpPr txBox="1">
            <a:spLocks noGrp="1"/>
          </p:cNvSpPr>
          <p:nvPr>
            <p:ph type="title"/>
          </p:nvPr>
        </p:nvSpPr>
        <p:spPr>
          <a:xfrm>
            <a:off x="720404" y="2122544"/>
            <a:ext cx="7870440" cy="210572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sz="4400" dirty="0"/>
              <a:t>Medidas de tendencia central (centralización) y otras medidas de posición</a:t>
            </a:r>
            <a:endParaRPr lang="es-PE" sz="4400" dirty="0"/>
          </a:p>
        </p:txBody>
      </p:sp>
      <p:sp>
        <p:nvSpPr>
          <p:cNvPr id="344" name="Google Shape;344;p33"/>
          <p:cNvSpPr txBox="1">
            <a:spLocks noGrp="1"/>
          </p:cNvSpPr>
          <p:nvPr>
            <p:ph type="title" idx="2"/>
          </p:nvPr>
        </p:nvSpPr>
        <p:spPr>
          <a:xfrm>
            <a:off x="2276993" y="594492"/>
            <a:ext cx="4360200" cy="151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03</a:t>
            </a:r>
            <a:endParaRPr dirty="0"/>
          </a:p>
        </p:txBody>
      </p:sp>
      <p:sp>
        <p:nvSpPr>
          <p:cNvPr id="345" name="Google Shape;345;p33"/>
          <p:cNvSpPr/>
          <p:nvPr/>
        </p:nvSpPr>
        <p:spPr>
          <a:xfrm>
            <a:off x="720404" y="4169175"/>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3"/>
          <p:cNvSpPr/>
          <p:nvPr/>
        </p:nvSpPr>
        <p:spPr>
          <a:xfrm>
            <a:off x="5736429" y="577540"/>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33"/>
          <p:cNvSpPr/>
          <p:nvPr/>
        </p:nvSpPr>
        <p:spPr>
          <a:xfrm>
            <a:off x="7975427" y="2271787"/>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33"/>
          <p:cNvSpPr/>
          <p:nvPr/>
        </p:nvSpPr>
        <p:spPr>
          <a:xfrm>
            <a:off x="720404" y="530202"/>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02302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2" name="Google Shape;292;p32"/>
          <p:cNvSpPr txBox="1">
            <a:spLocks noGrp="1"/>
          </p:cNvSpPr>
          <p:nvPr>
            <p:ph type="subTitle" idx="1"/>
          </p:nvPr>
        </p:nvSpPr>
        <p:spPr>
          <a:xfrm>
            <a:off x="719999" y="1700290"/>
            <a:ext cx="7352335" cy="1864211"/>
          </a:xfrm>
          <a:prstGeom prst="rect">
            <a:avLst/>
          </a:prstGeom>
        </p:spPr>
        <p:txBody>
          <a:bodyPr spcFirstLastPara="1" wrap="square" lIns="91425" tIns="91425" rIns="91425" bIns="91425" anchor="t" anchorCtr="0">
            <a:noAutofit/>
          </a:bodyPr>
          <a:lstStyle/>
          <a:p>
            <a:pPr marL="139700" indent="0" algn="l">
              <a:buNone/>
            </a:pPr>
            <a:r>
              <a:rPr lang="es-PE" dirty="0"/>
              <a:t>Es la medida de tendencia central más conocida usada en datos tabulados o no tabulados. Actúa como punto de equilibrio o balanceo del conjunto de valores.</a:t>
            </a:r>
          </a:p>
          <a:p>
            <a:pPr marL="139700" indent="0" algn="l">
              <a:buNone/>
            </a:pPr>
            <a:r>
              <a:rPr lang="es-PE" dirty="0"/>
              <a:t>Se le denomina media aritmética porque es el valor central de una progresión aritmética que tiene un número impar de términos</a:t>
            </a:r>
          </a:p>
          <a:p>
            <a:pPr marL="139700" indent="0" algn="l">
              <a:buNone/>
            </a:pPr>
            <a:endParaRPr lang="es-PE" dirty="0"/>
          </a:p>
          <a:p>
            <a:pPr marL="139700" indent="0" algn="l">
              <a:buNone/>
            </a:pPr>
            <a:r>
              <a:rPr lang="es-PE" dirty="0"/>
              <a:t>DESVENTAJA</a:t>
            </a:r>
          </a:p>
          <a:p>
            <a:pPr marL="139700" indent="0" algn="l">
              <a:buNone/>
            </a:pPr>
            <a:r>
              <a:rPr lang="es-PE" dirty="0"/>
              <a:t>Puede verse afectada por valores extremos que no son representativos del resto de observaciones.</a:t>
            </a:r>
          </a:p>
        </p:txBody>
      </p:sp>
      <p:sp>
        <p:nvSpPr>
          <p:cNvPr id="295" name="Google Shape;295;p32"/>
          <p:cNvSpPr txBox="1">
            <a:spLocks noGrp="1"/>
          </p:cNvSpPr>
          <p:nvPr>
            <p:ph type="title"/>
          </p:nvPr>
        </p:nvSpPr>
        <p:spPr>
          <a:xfrm>
            <a:off x="719999" y="385789"/>
            <a:ext cx="7704000" cy="603314"/>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chemeClr val="accent2"/>
                </a:solidFill>
              </a:rPr>
              <a:t>3.1 Media</a:t>
            </a:r>
            <a:endParaRPr dirty="0">
              <a:solidFill>
                <a:schemeClr val="accent2"/>
              </a:solidFill>
            </a:endParaRPr>
          </a:p>
        </p:txBody>
      </p:sp>
      <p:sp>
        <p:nvSpPr>
          <p:cNvPr id="296" name="Google Shape;296;p32"/>
          <p:cNvSpPr txBox="1">
            <a:spLocks noGrp="1"/>
          </p:cNvSpPr>
          <p:nvPr>
            <p:ph type="subTitle" idx="4"/>
          </p:nvPr>
        </p:nvSpPr>
        <p:spPr>
          <a:xfrm>
            <a:off x="804252" y="1070572"/>
            <a:ext cx="2558714"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ARITMÉTICA</a:t>
            </a:r>
            <a:endParaRPr dirty="0"/>
          </a:p>
        </p:txBody>
      </p:sp>
      <p:sp>
        <p:nvSpPr>
          <p:cNvPr id="301" name="Google Shape;301;p32"/>
          <p:cNvSpPr/>
          <p:nvPr/>
        </p:nvSpPr>
        <p:spPr>
          <a:xfrm>
            <a:off x="7977925" y="673213"/>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2"/>
          <p:cNvSpPr/>
          <p:nvPr/>
        </p:nvSpPr>
        <p:spPr>
          <a:xfrm>
            <a:off x="4256613" y="3724989"/>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2"/>
          <p:cNvSpPr/>
          <p:nvPr/>
        </p:nvSpPr>
        <p:spPr>
          <a:xfrm>
            <a:off x="1053138" y="534988"/>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2"/>
          <p:cNvSpPr/>
          <p:nvPr/>
        </p:nvSpPr>
        <p:spPr>
          <a:xfrm>
            <a:off x="6089523" y="353373"/>
            <a:ext cx="469298"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5" name="Google Shape;305;p32"/>
          <p:cNvGrpSpPr/>
          <p:nvPr/>
        </p:nvGrpSpPr>
        <p:grpSpPr>
          <a:xfrm>
            <a:off x="6806157" y="250734"/>
            <a:ext cx="972476" cy="979722"/>
            <a:chOff x="4310224" y="3648282"/>
            <a:chExt cx="1352104" cy="1375825"/>
          </a:xfrm>
        </p:grpSpPr>
        <p:sp>
          <p:nvSpPr>
            <p:cNvPr id="306" name="Google Shape;306;p32"/>
            <p:cNvSpPr/>
            <p:nvPr/>
          </p:nvSpPr>
          <p:spPr>
            <a:xfrm rot="4222258">
              <a:off x="4442780" y="3812272"/>
              <a:ext cx="1086992" cy="1047845"/>
            </a:xfrm>
            <a:custGeom>
              <a:avLst/>
              <a:gdLst/>
              <a:ahLst/>
              <a:cxnLst/>
              <a:rect l="l" t="t" r="r" b="b"/>
              <a:pathLst>
                <a:path w="27684" h="26687" extrusionOk="0">
                  <a:moveTo>
                    <a:pt x="2231" y="22107"/>
                  </a:moveTo>
                  <a:cubicBezTo>
                    <a:pt x="2189" y="22149"/>
                    <a:pt x="2147" y="22183"/>
                    <a:pt x="2104" y="22225"/>
                  </a:cubicBezTo>
                  <a:cubicBezTo>
                    <a:pt x="2037" y="22292"/>
                    <a:pt x="1970" y="22359"/>
                    <a:pt x="1902" y="22427"/>
                  </a:cubicBezTo>
                  <a:cubicBezTo>
                    <a:pt x="1786" y="22546"/>
                    <a:pt x="1722" y="22593"/>
                    <a:pt x="1703" y="22593"/>
                  </a:cubicBezTo>
                  <a:cubicBezTo>
                    <a:pt x="1657" y="22593"/>
                    <a:pt x="1868" y="22321"/>
                    <a:pt x="2231" y="22107"/>
                  </a:cubicBezTo>
                  <a:close/>
                  <a:moveTo>
                    <a:pt x="22602" y="0"/>
                  </a:moveTo>
                  <a:cubicBezTo>
                    <a:pt x="22495" y="0"/>
                    <a:pt x="22388" y="4"/>
                    <a:pt x="22280" y="12"/>
                  </a:cubicBezTo>
                  <a:cubicBezTo>
                    <a:pt x="21295" y="80"/>
                    <a:pt x="20445" y="399"/>
                    <a:pt x="19688" y="913"/>
                  </a:cubicBezTo>
                  <a:cubicBezTo>
                    <a:pt x="19275" y="1014"/>
                    <a:pt x="18888" y="1216"/>
                    <a:pt x="18576" y="1519"/>
                  </a:cubicBezTo>
                  <a:cubicBezTo>
                    <a:pt x="18391" y="1687"/>
                    <a:pt x="18215" y="1864"/>
                    <a:pt x="18038" y="2032"/>
                  </a:cubicBezTo>
                  <a:cubicBezTo>
                    <a:pt x="17777" y="2285"/>
                    <a:pt x="17592" y="2588"/>
                    <a:pt x="17482" y="2916"/>
                  </a:cubicBezTo>
                  <a:lnTo>
                    <a:pt x="12971" y="7301"/>
                  </a:lnTo>
                  <a:cubicBezTo>
                    <a:pt x="12659" y="7411"/>
                    <a:pt x="12365" y="7588"/>
                    <a:pt x="12112" y="7832"/>
                  </a:cubicBezTo>
                  <a:cubicBezTo>
                    <a:pt x="11809" y="8118"/>
                    <a:pt x="11515" y="8412"/>
                    <a:pt x="11212" y="8707"/>
                  </a:cubicBezTo>
                  <a:cubicBezTo>
                    <a:pt x="10959" y="8943"/>
                    <a:pt x="10782" y="9229"/>
                    <a:pt x="10673" y="9540"/>
                  </a:cubicBezTo>
                  <a:cubicBezTo>
                    <a:pt x="8678" y="11485"/>
                    <a:pt x="6683" y="13421"/>
                    <a:pt x="4688" y="15365"/>
                  </a:cubicBezTo>
                  <a:cubicBezTo>
                    <a:pt x="4672" y="15382"/>
                    <a:pt x="4646" y="15399"/>
                    <a:pt x="4630" y="15424"/>
                  </a:cubicBezTo>
                  <a:cubicBezTo>
                    <a:pt x="4200" y="15516"/>
                    <a:pt x="3796" y="15727"/>
                    <a:pt x="3468" y="16038"/>
                  </a:cubicBezTo>
                  <a:cubicBezTo>
                    <a:pt x="3258" y="16232"/>
                    <a:pt x="3056" y="16425"/>
                    <a:pt x="2845" y="16627"/>
                  </a:cubicBezTo>
                  <a:cubicBezTo>
                    <a:pt x="2205" y="17234"/>
                    <a:pt x="2029" y="18159"/>
                    <a:pt x="2264" y="18967"/>
                  </a:cubicBezTo>
                  <a:cubicBezTo>
                    <a:pt x="2037" y="19540"/>
                    <a:pt x="1818" y="20112"/>
                    <a:pt x="1608" y="20693"/>
                  </a:cubicBezTo>
                  <a:cubicBezTo>
                    <a:pt x="1448" y="21131"/>
                    <a:pt x="1271" y="21577"/>
                    <a:pt x="1136" y="22040"/>
                  </a:cubicBezTo>
                  <a:cubicBezTo>
                    <a:pt x="236" y="23151"/>
                    <a:pt x="0" y="24834"/>
                    <a:pt x="1170" y="25911"/>
                  </a:cubicBezTo>
                  <a:cubicBezTo>
                    <a:pt x="1753" y="26445"/>
                    <a:pt x="2422" y="26686"/>
                    <a:pt x="3087" y="26686"/>
                  </a:cubicBezTo>
                  <a:cubicBezTo>
                    <a:pt x="3786" y="26686"/>
                    <a:pt x="4481" y="26420"/>
                    <a:pt x="5067" y="25945"/>
                  </a:cubicBezTo>
                  <a:cubicBezTo>
                    <a:pt x="6102" y="25667"/>
                    <a:pt x="7121" y="25297"/>
                    <a:pt x="8131" y="24918"/>
                  </a:cubicBezTo>
                  <a:cubicBezTo>
                    <a:pt x="8317" y="24964"/>
                    <a:pt x="8510" y="24987"/>
                    <a:pt x="8702" y="24987"/>
                  </a:cubicBezTo>
                  <a:cubicBezTo>
                    <a:pt x="9319" y="24987"/>
                    <a:pt x="9942" y="24755"/>
                    <a:pt x="10404" y="24312"/>
                  </a:cubicBezTo>
                  <a:cubicBezTo>
                    <a:pt x="10606" y="24110"/>
                    <a:pt x="10816" y="23908"/>
                    <a:pt x="11018" y="23706"/>
                  </a:cubicBezTo>
                  <a:cubicBezTo>
                    <a:pt x="11329" y="23412"/>
                    <a:pt x="11523" y="23041"/>
                    <a:pt x="11624" y="22654"/>
                  </a:cubicBezTo>
                  <a:cubicBezTo>
                    <a:pt x="13568" y="20760"/>
                    <a:pt x="15521" y="18866"/>
                    <a:pt x="17465" y="16973"/>
                  </a:cubicBezTo>
                  <a:lnTo>
                    <a:pt x="17566" y="16872"/>
                  </a:lnTo>
                  <a:cubicBezTo>
                    <a:pt x="17970" y="16771"/>
                    <a:pt x="18349" y="16569"/>
                    <a:pt x="18661" y="16274"/>
                  </a:cubicBezTo>
                  <a:cubicBezTo>
                    <a:pt x="18964" y="15979"/>
                    <a:pt x="19267" y="15685"/>
                    <a:pt x="19561" y="15399"/>
                  </a:cubicBezTo>
                  <a:cubicBezTo>
                    <a:pt x="19873" y="15104"/>
                    <a:pt x="20075" y="14734"/>
                    <a:pt x="20167" y="14338"/>
                  </a:cubicBezTo>
                  <a:lnTo>
                    <a:pt x="24494" y="10130"/>
                  </a:lnTo>
                  <a:cubicBezTo>
                    <a:pt x="24847" y="10020"/>
                    <a:pt x="25184" y="9835"/>
                    <a:pt x="25453" y="9566"/>
                  </a:cubicBezTo>
                  <a:cubicBezTo>
                    <a:pt x="25638" y="9397"/>
                    <a:pt x="25815" y="9229"/>
                    <a:pt x="25992" y="9052"/>
                  </a:cubicBezTo>
                  <a:cubicBezTo>
                    <a:pt x="26320" y="8732"/>
                    <a:pt x="26531" y="8337"/>
                    <a:pt x="26615" y="7907"/>
                  </a:cubicBezTo>
                  <a:cubicBezTo>
                    <a:pt x="27069" y="7268"/>
                    <a:pt x="27372" y="6552"/>
                    <a:pt x="27490" y="5736"/>
                  </a:cubicBezTo>
                  <a:cubicBezTo>
                    <a:pt x="27684" y="4254"/>
                    <a:pt x="27254" y="2866"/>
                    <a:pt x="26312" y="1738"/>
                  </a:cubicBezTo>
                  <a:cubicBezTo>
                    <a:pt x="26253" y="1662"/>
                    <a:pt x="26194" y="1586"/>
                    <a:pt x="26118" y="1519"/>
                  </a:cubicBezTo>
                  <a:cubicBezTo>
                    <a:pt x="26068" y="1460"/>
                    <a:pt x="26000" y="1401"/>
                    <a:pt x="25941" y="1351"/>
                  </a:cubicBezTo>
                  <a:cubicBezTo>
                    <a:pt x="25036" y="522"/>
                    <a:pt x="23831" y="0"/>
                    <a:pt x="22602" y="0"/>
                  </a:cubicBezTo>
                  <a:close/>
                </a:path>
              </a:pathLst>
            </a:custGeom>
            <a:solidFill>
              <a:schemeClr val="l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7" name="Google Shape;307;p32"/>
            <p:cNvGrpSpPr/>
            <p:nvPr/>
          </p:nvGrpSpPr>
          <p:grpSpPr>
            <a:xfrm rot="4272151">
              <a:off x="4511477" y="3886002"/>
              <a:ext cx="928162" cy="896515"/>
              <a:chOff x="1802700" y="1365150"/>
              <a:chExt cx="3869032" cy="3737112"/>
            </a:xfrm>
          </p:grpSpPr>
          <p:sp>
            <p:nvSpPr>
              <p:cNvPr id="308" name="Google Shape;308;p32"/>
              <p:cNvSpPr/>
              <p:nvPr/>
            </p:nvSpPr>
            <p:spPr>
              <a:xfrm>
                <a:off x="1802700" y="1365150"/>
                <a:ext cx="3869032" cy="3737112"/>
              </a:xfrm>
              <a:custGeom>
                <a:avLst/>
                <a:gdLst/>
                <a:ahLst/>
                <a:cxnLst/>
                <a:rect l="l" t="t" r="r" b="b"/>
                <a:pathLst>
                  <a:path w="14371" h="13881" extrusionOk="0">
                    <a:moveTo>
                      <a:pt x="12519" y="1"/>
                    </a:moveTo>
                    <a:cubicBezTo>
                      <a:pt x="12098" y="1"/>
                      <a:pt x="11677" y="157"/>
                      <a:pt x="11353" y="471"/>
                    </a:cubicBezTo>
                    <a:lnTo>
                      <a:pt x="1520" y="10038"/>
                    </a:lnTo>
                    <a:lnTo>
                      <a:pt x="3863" y="12450"/>
                    </a:lnTo>
                    <a:lnTo>
                      <a:pt x="13695" y="2883"/>
                    </a:lnTo>
                    <a:cubicBezTo>
                      <a:pt x="14354" y="2245"/>
                      <a:pt x="14370" y="1183"/>
                      <a:pt x="13733" y="524"/>
                    </a:cubicBezTo>
                    <a:lnTo>
                      <a:pt x="13711" y="503"/>
                    </a:lnTo>
                    <a:cubicBezTo>
                      <a:pt x="13387" y="168"/>
                      <a:pt x="12954" y="1"/>
                      <a:pt x="12519" y="1"/>
                    </a:cubicBezTo>
                    <a:close/>
                    <a:moveTo>
                      <a:pt x="564" y="13092"/>
                    </a:moveTo>
                    <a:cubicBezTo>
                      <a:pt x="499" y="13092"/>
                      <a:pt x="433" y="13117"/>
                      <a:pt x="383" y="13167"/>
                    </a:cubicBezTo>
                    <a:lnTo>
                      <a:pt x="107" y="13438"/>
                    </a:lnTo>
                    <a:cubicBezTo>
                      <a:pt x="1" y="13539"/>
                      <a:pt x="1" y="13703"/>
                      <a:pt x="102" y="13804"/>
                    </a:cubicBezTo>
                    <a:cubicBezTo>
                      <a:pt x="150" y="13855"/>
                      <a:pt x="218" y="13881"/>
                      <a:pt x="285" y="13881"/>
                    </a:cubicBezTo>
                    <a:cubicBezTo>
                      <a:pt x="351" y="13881"/>
                      <a:pt x="416" y="13857"/>
                      <a:pt x="463" y="13810"/>
                    </a:cubicBezTo>
                    <a:lnTo>
                      <a:pt x="745" y="13539"/>
                    </a:lnTo>
                    <a:cubicBezTo>
                      <a:pt x="851" y="13438"/>
                      <a:pt x="851" y="13273"/>
                      <a:pt x="750" y="13172"/>
                    </a:cubicBezTo>
                    <a:cubicBezTo>
                      <a:pt x="699" y="13118"/>
                      <a:pt x="631" y="13092"/>
                      <a:pt x="564" y="1309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2"/>
              <p:cNvSpPr/>
              <p:nvPr/>
            </p:nvSpPr>
            <p:spPr>
              <a:xfrm>
                <a:off x="1902852" y="1506224"/>
                <a:ext cx="3575577" cy="3502617"/>
              </a:xfrm>
              <a:custGeom>
                <a:avLst/>
                <a:gdLst/>
                <a:ahLst/>
                <a:cxnLst/>
                <a:rect l="l" t="t" r="r" b="b"/>
                <a:pathLst>
                  <a:path w="13281" h="13010" extrusionOk="0">
                    <a:moveTo>
                      <a:pt x="10710" y="0"/>
                    </a:moveTo>
                    <a:lnTo>
                      <a:pt x="10370" y="324"/>
                    </a:lnTo>
                    <a:lnTo>
                      <a:pt x="12096" y="2098"/>
                    </a:lnTo>
                    <a:lnTo>
                      <a:pt x="9297" y="4829"/>
                    </a:lnTo>
                    <a:cubicBezTo>
                      <a:pt x="9191" y="4935"/>
                      <a:pt x="9185" y="5105"/>
                      <a:pt x="9292" y="5211"/>
                    </a:cubicBezTo>
                    <a:cubicBezTo>
                      <a:pt x="9346" y="5266"/>
                      <a:pt x="9417" y="5294"/>
                      <a:pt x="9488" y="5294"/>
                    </a:cubicBezTo>
                    <a:cubicBezTo>
                      <a:pt x="9555" y="5294"/>
                      <a:pt x="9622" y="5268"/>
                      <a:pt x="9674" y="5217"/>
                    </a:cubicBezTo>
                    <a:lnTo>
                      <a:pt x="12479" y="2491"/>
                    </a:lnTo>
                    <a:lnTo>
                      <a:pt x="12941" y="2970"/>
                    </a:lnTo>
                    <a:lnTo>
                      <a:pt x="13281" y="2640"/>
                    </a:lnTo>
                    <a:lnTo>
                      <a:pt x="12813" y="2162"/>
                    </a:lnTo>
                    <a:lnTo>
                      <a:pt x="12883" y="2098"/>
                    </a:lnTo>
                    <a:cubicBezTo>
                      <a:pt x="12989" y="1992"/>
                      <a:pt x="12994" y="1817"/>
                      <a:pt x="12888" y="1711"/>
                    </a:cubicBezTo>
                    <a:cubicBezTo>
                      <a:pt x="12833" y="1656"/>
                      <a:pt x="12761" y="1628"/>
                      <a:pt x="12689" y="1628"/>
                    </a:cubicBezTo>
                    <a:cubicBezTo>
                      <a:pt x="12621" y="1628"/>
                      <a:pt x="12555" y="1653"/>
                      <a:pt x="12505" y="1705"/>
                    </a:cubicBezTo>
                    <a:lnTo>
                      <a:pt x="12436" y="1774"/>
                    </a:lnTo>
                    <a:lnTo>
                      <a:pt x="10710" y="0"/>
                    </a:lnTo>
                    <a:close/>
                    <a:moveTo>
                      <a:pt x="6630" y="3984"/>
                    </a:moveTo>
                    <a:lnTo>
                      <a:pt x="6062" y="4537"/>
                    </a:lnTo>
                    <a:lnTo>
                      <a:pt x="8654" y="7198"/>
                    </a:lnTo>
                    <a:lnTo>
                      <a:pt x="9223" y="6645"/>
                    </a:lnTo>
                    <a:lnTo>
                      <a:pt x="6630" y="3984"/>
                    </a:lnTo>
                    <a:close/>
                    <a:moveTo>
                      <a:pt x="1175" y="9163"/>
                    </a:moveTo>
                    <a:lnTo>
                      <a:pt x="782" y="9535"/>
                    </a:lnTo>
                    <a:lnTo>
                      <a:pt x="1031" y="9785"/>
                    </a:lnTo>
                    <a:cubicBezTo>
                      <a:pt x="771" y="10422"/>
                      <a:pt x="181" y="11899"/>
                      <a:pt x="1" y="12622"/>
                    </a:cubicBezTo>
                    <a:lnTo>
                      <a:pt x="373" y="13009"/>
                    </a:lnTo>
                    <a:cubicBezTo>
                      <a:pt x="1100" y="12850"/>
                      <a:pt x="2588" y="12298"/>
                      <a:pt x="3236" y="12058"/>
                    </a:cubicBezTo>
                    <a:lnTo>
                      <a:pt x="3438" y="12271"/>
                    </a:lnTo>
                    <a:lnTo>
                      <a:pt x="3831" y="11894"/>
                    </a:lnTo>
                    <a:lnTo>
                      <a:pt x="1175" y="916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2"/>
              <p:cNvSpPr/>
              <p:nvPr/>
            </p:nvSpPr>
            <p:spPr>
              <a:xfrm>
                <a:off x="4518637" y="2335709"/>
                <a:ext cx="110382" cy="110382"/>
              </a:xfrm>
              <a:custGeom>
                <a:avLst/>
                <a:gdLst/>
                <a:ahLst/>
                <a:cxnLst/>
                <a:rect l="l" t="t" r="r" b="b"/>
                <a:pathLst>
                  <a:path w="410" h="410" extrusionOk="0">
                    <a:moveTo>
                      <a:pt x="383" y="0"/>
                    </a:moveTo>
                    <a:lnTo>
                      <a:pt x="197" y="106"/>
                    </a:lnTo>
                    <a:lnTo>
                      <a:pt x="1" y="27"/>
                    </a:lnTo>
                    <a:lnTo>
                      <a:pt x="1" y="27"/>
                    </a:lnTo>
                    <a:lnTo>
                      <a:pt x="112" y="213"/>
                    </a:lnTo>
                    <a:lnTo>
                      <a:pt x="27" y="409"/>
                    </a:lnTo>
                    <a:lnTo>
                      <a:pt x="202" y="298"/>
                    </a:lnTo>
                    <a:lnTo>
                      <a:pt x="410" y="383"/>
                    </a:lnTo>
                    <a:lnTo>
                      <a:pt x="298" y="197"/>
                    </a:lnTo>
                    <a:lnTo>
                      <a:pt x="3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2"/>
              <p:cNvSpPr/>
              <p:nvPr/>
            </p:nvSpPr>
            <p:spPr>
              <a:xfrm>
                <a:off x="3132938" y="3486919"/>
                <a:ext cx="110382" cy="110382"/>
              </a:xfrm>
              <a:custGeom>
                <a:avLst/>
                <a:gdLst/>
                <a:ahLst/>
                <a:cxnLst/>
                <a:rect l="l" t="t" r="r" b="b"/>
                <a:pathLst>
                  <a:path w="410" h="410" extrusionOk="0">
                    <a:moveTo>
                      <a:pt x="383" y="0"/>
                    </a:moveTo>
                    <a:lnTo>
                      <a:pt x="197" y="112"/>
                    </a:lnTo>
                    <a:lnTo>
                      <a:pt x="0" y="27"/>
                    </a:lnTo>
                    <a:lnTo>
                      <a:pt x="0" y="27"/>
                    </a:lnTo>
                    <a:lnTo>
                      <a:pt x="112" y="213"/>
                    </a:lnTo>
                    <a:lnTo>
                      <a:pt x="27" y="409"/>
                    </a:lnTo>
                    <a:lnTo>
                      <a:pt x="202" y="303"/>
                    </a:lnTo>
                    <a:lnTo>
                      <a:pt x="409" y="383"/>
                    </a:lnTo>
                    <a:lnTo>
                      <a:pt x="298" y="197"/>
                    </a:lnTo>
                    <a:lnTo>
                      <a:pt x="3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2"/>
              <p:cNvSpPr/>
              <p:nvPr/>
            </p:nvSpPr>
            <p:spPr>
              <a:xfrm>
                <a:off x="2931289" y="1919486"/>
                <a:ext cx="1890767" cy="2297028"/>
              </a:xfrm>
              <a:custGeom>
                <a:avLst/>
                <a:gdLst/>
                <a:ahLst/>
                <a:cxnLst/>
                <a:rect l="l" t="t" r="r" b="b"/>
                <a:pathLst>
                  <a:path w="7023" h="8532" extrusionOk="0">
                    <a:moveTo>
                      <a:pt x="7007" y="0"/>
                    </a:moveTo>
                    <a:lnTo>
                      <a:pt x="6672" y="176"/>
                    </a:lnTo>
                    <a:lnTo>
                      <a:pt x="6327" y="11"/>
                    </a:lnTo>
                    <a:lnTo>
                      <a:pt x="6502" y="351"/>
                    </a:lnTo>
                    <a:lnTo>
                      <a:pt x="6337" y="696"/>
                    </a:lnTo>
                    <a:lnTo>
                      <a:pt x="6661" y="516"/>
                    </a:lnTo>
                    <a:lnTo>
                      <a:pt x="7023" y="680"/>
                    </a:lnTo>
                    <a:lnTo>
                      <a:pt x="6842" y="346"/>
                    </a:lnTo>
                    <a:lnTo>
                      <a:pt x="7007" y="0"/>
                    </a:lnTo>
                    <a:close/>
                    <a:moveTo>
                      <a:pt x="4348" y="2032"/>
                    </a:moveTo>
                    <a:cubicBezTo>
                      <a:pt x="4312" y="2032"/>
                      <a:pt x="4276" y="2045"/>
                      <a:pt x="4250" y="2072"/>
                    </a:cubicBezTo>
                    <a:cubicBezTo>
                      <a:pt x="4197" y="2125"/>
                      <a:pt x="4186" y="2215"/>
                      <a:pt x="4250" y="2269"/>
                    </a:cubicBezTo>
                    <a:cubicBezTo>
                      <a:pt x="4277" y="2296"/>
                      <a:pt x="4314" y="2310"/>
                      <a:pt x="4351" y="2310"/>
                    </a:cubicBezTo>
                    <a:cubicBezTo>
                      <a:pt x="4386" y="2310"/>
                      <a:pt x="4420" y="2297"/>
                      <a:pt x="4446" y="2269"/>
                    </a:cubicBezTo>
                    <a:cubicBezTo>
                      <a:pt x="4499" y="2210"/>
                      <a:pt x="4505" y="2125"/>
                      <a:pt x="4446" y="2072"/>
                    </a:cubicBezTo>
                    <a:cubicBezTo>
                      <a:pt x="4420" y="2045"/>
                      <a:pt x="4384" y="2032"/>
                      <a:pt x="4348" y="2032"/>
                    </a:cubicBezTo>
                    <a:close/>
                    <a:moveTo>
                      <a:pt x="2874" y="4613"/>
                    </a:moveTo>
                    <a:cubicBezTo>
                      <a:pt x="2816" y="4613"/>
                      <a:pt x="2758" y="4634"/>
                      <a:pt x="2715" y="4680"/>
                    </a:cubicBezTo>
                    <a:cubicBezTo>
                      <a:pt x="2619" y="4771"/>
                      <a:pt x="2614" y="4925"/>
                      <a:pt x="2709" y="5020"/>
                    </a:cubicBezTo>
                    <a:cubicBezTo>
                      <a:pt x="2756" y="5067"/>
                      <a:pt x="2819" y="5091"/>
                      <a:pt x="2882" y="5091"/>
                    </a:cubicBezTo>
                    <a:cubicBezTo>
                      <a:pt x="2941" y="5091"/>
                      <a:pt x="3000" y="5069"/>
                      <a:pt x="3044" y="5025"/>
                    </a:cubicBezTo>
                    <a:cubicBezTo>
                      <a:pt x="3140" y="4930"/>
                      <a:pt x="3145" y="4776"/>
                      <a:pt x="3049" y="4686"/>
                    </a:cubicBezTo>
                    <a:cubicBezTo>
                      <a:pt x="3002" y="4638"/>
                      <a:pt x="2938" y="4613"/>
                      <a:pt x="2874" y="4613"/>
                    </a:cubicBezTo>
                    <a:close/>
                    <a:moveTo>
                      <a:pt x="2379" y="6494"/>
                    </a:moveTo>
                    <a:cubicBezTo>
                      <a:pt x="2343" y="6494"/>
                      <a:pt x="2306" y="6508"/>
                      <a:pt x="2274" y="6534"/>
                    </a:cubicBezTo>
                    <a:cubicBezTo>
                      <a:pt x="2221" y="6587"/>
                      <a:pt x="2215" y="6678"/>
                      <a:pt x="2274" y="6731"/>
                    </a:cubicBezTo>
                    <a:cubicBezTo>
                      <a:pt x="2301" y="6758"/>
                      <a:pt x="2339" y="6773"/>
                      <a:pt x="2377" y="6773"/>
                    </a:cubicBezTo>
                    <a:cubicBezTo>
                      <a:pt x="2414" y="6773"/>
                      <a:pt x="2450" y="6759"/>
                      <a:pt x="2476" y="6731"/>
                    </a:cubicBezTo>
                    <a:cubicBezTo>
                      <a:pt x="2529" y="6678"/>
                      <a:pt x="2534" y="6587"/>
                      <a:pt x="2476" y="6534"/>
                    </a:cubicBezTo>
                    <a:cubicBezTo>
                      <a:pt x="2449" y="6508"/>
                      <a:pt x="2415" y="6494"/>
                      <a:pt x="2379" y="6494"/>
                    </a:cubicBezTo>
                    <a:close/>
                    <a:moveTo>
                      <a:pt x="680" y="7836"/>
                    </a:moveTo>
                    <a:lnTo>
                      <a:pt x="345" y="8011"/>
                    </a:lnTo>
                    <a:lnTo>
                      <a:pt x="0" y="7846"/>
                    </a:lnTo>
                    <a:lnTo>
                      <a:pt x="175" y="8186"/>
                    </a:lnTo>
                    <a:lnTo>
                      <a:pt x="11" y="8531"/>
                    </a:lnTo>
                    <a:lnTo>
                      <a:pt x="335" y="8351"/>
                    </a:lnTo>
                    <a:lnTo>
                      <a:pt x="696" y="8516"/>
                    </a:lnTo>
                    <a:lnTo>
                      <a:pt x="515" y="8181"/>
                    </a:lnTo>
                    <a:lnTo>
                      <a:pt x="680" y="783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8" name="Picture 2" descr="Cómo se calcula la media aritmética? - Yo Soy Tu Profe">
            <a:extLst>
              <a:ext uri="{FF2B5EF4-FFF2-40B4-BE49-F238E27FC236}">
                <a16:creationId xmlns:a16="http://schemas.microsoft.com/office/drawing/2014/main" id="{55BA9C41-0B58-42A0-4629-26984CA6FB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0054" y="3365702"/>
            <a:ext cx="3889740" cy="14144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2" name="Google Shape;292;p32"/>
          <p:cNvSpPr txBox="1">
            <a:spLocks noGrp="1"/>
          </p:cNvSpPr>
          <p:nvPr>
            <p:ph type="subTitle" idx="1"/>
          </p:nvPr>
        </p:nvSpPr>
        <p:spPr>
          <a:xfrm>
            <a:off x="682260" y="2408515"/>
            <a:ext cx="3889740" cy="515488"/>
          </a:xfrm>
          <a:prstGeom prst="rect">
            <a:avLst/>
          </a:prstGeom>
        </p:spPr>
        <p:txBody>
          <a:bodyPr spcFirstLastPara="1" wrap="square" lIns="91425" tIns="91425" rIns="91425" bIns="91425" anchor="t" anchorCtr="0">
            <a:noAutofit/>
          </a:bodyPr>
          <a:lstStyle/>
          <a:p>
            <a:pPr marL="139700" indent="0" algn="l">
              <a:buNone/>
            </a:pPr>
            <a:r>
              <a:rPr lang="es-PE" dirty="0"/>
              <a:t>Datos no agrupados</a:t>
            </a:r>
          </a:p>
        </p:txBody>
      </p:sp>
      <p:sp>
        <p:nvSpPr>
          <p:cNvPr id="296" name="Google Shape;296;p32"/>
          <p:cNvSpPr txBox="1">
            <a:spLocks noGrp="1"/>
          </p:cNvSpPr>
          <p:nvPr>
            <p:ph type="subTitle" idx="2"/>
          </p:nvPr>
        </p:nvSpPr>
        <p:spPr>
          <a:xfrm>
            <a:off x="717122" y="862074"/>
            <a:ext cx="29076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GEOMÉTRICA</a:t>
            </a:r>
            <a:endParaRPr dirty="0"/>
          </a:p>
        </p:txBody>
      </p:sp>
      <p:sp>
        <p:nvSpPr>
          <p:cNvPr id="3" name="Subtítulo 2">
            <a:extLst>
              <a:ext uri="{FF2B5EF4-FFF2-40B4-BE49-F238E27FC236}">
                <a16:creationId xmlns:a16="http://schemas.microsoft.com/office/drawing/2014/main" id="{9821A452-5528-7530-EE5E-C5BC54930589}"/>
              </a:ext>
            </a:extLst>
          </p:cNvPr>
          <p:cNvSpPr>
            <a:spLocks noGrp="1"/>
          </p:cNvSpPr>
          <p:nvPr>
            <p:ph type="subTitle" idx="4"/>
          </p:nvPr>
        </p:nvSpPr>
        <p:spPr>
          <a:xfrm>
            <a:off x="4877690" y="3218400"/>
            <a:ext cx="2907600" cy="1026300"/>
          </a:xfrm>
        </p:spPr>
        <p:txBody>
          <a:bodyPr/>
          <a:lstStyle/>
          <a:p>
            <a:endParaRPr lang="es-PE" dirty="0"/>
          </a:p>
        </p:txBody>
      </p:sp>
      <p:sp>
        <p:nvSpPr>
          <p:cNvPr id="295" name="Google Shape;295;p32"/>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chemeClr val="accent2"/>
                </a:solidFill>
              </a:rPr>
              <a:t>3.1 Media</a:t>
            </a:r>
            <a:endParaRPr dirty="0">
              <a:solidFill>
                <a:schemeClr val="accent2"/>
              </a:solidFill>
            </a:endParaRPr>
          </a:p>
        </p:txBody>
      </p:sp>
      <p:sp>
        <p:nvSpPr>
          <p:cNvPr id="301" name="Google Shape;301;p32"/>
          <p:cNvSpPr/>
          <p:nvPr/>
        </p:nvSpPr>
        <p:spPr>
          <a:xfrm>
            <a:off x="7977925" y="673213"/>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2"/>
          <p:cNvSpPr/>
          <p:nvPr/>
        </p:nvSpPr>
        <p:spPr>
          <a:xfrm>
            <a:off x="4263931" y="3800577"/>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2"/>
          <p:cNvSpPr/>
          <p:nvPr/>
        </p:nvSpPr>
        <p:spPr>
          <a:xfrm>
            <a:off x="1053138" y="534988"/>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2"/>
          <p:cNvSpPr/>
          <p:nvPr/>
        </p:nvSpPr>
        <p:spPr>
          <a:xfrm>
            <a:off x="6089523" y="353373"/>
            <a:ext cx="469298"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5" name="Google Shape;305;p32"/>
          <p:cNvGrpSpPr/>
          <p:nvPr/>
        </p:nvGrpSpPr>
        <p:grpSpPr>
          <a:xfrm>
            <a:off x="6806157" y="250734"/>
            <a:ext cx="972476" cy="979722"/>
            <a:chOff x="4310224" y="3648282"/>
            <a:chExt cx="1352104" cy="1375825"/>
          </a:xfrm>
        </p:grpSpPr>
        <p:sp>
          <p:nvSpPr>
            <p:cNvPr id="306" name="Google Shape;306;p32"/>
            <p:cNvSpPr/>
            <p:nvPr/>
          </p:nvSpPr>
          <p:spPr>
            <a:xfrm rot="4222258">
              <a:off x="4442780" y="3812272"/>
              <a:ext cx="1086992" cy="1047845"/>
            </a:xfrm>
            <a:custGeom>
              <a:avLst/>
              <a:gdLst/>
              <a:ahLst/>
              <a:cxnLst/>
              <a:rect l="l" t="t" r="r" b="b"/>
              <a:pathLst>
                <a:path w="27684" h="26687" extrusionOk="0">
                  <a:moveTo>
                    <a:pt x="2231" y="22107"/>
                  </a:moveTo>
                  <a:cubicBezTo>
                    <a:pt x="2189" y="22149"/>
                    <a:pt x="2147" y="22183"/>
                    <a:pt x="2104" y="22225"/>
                  </a:cubicBezTo>
                  <a:cubicBezTo>
                    <a:pt x="2037" y="22292"/>
                    <a:pt x="1970" y="22359"/>
                    <a:pt x="1902" y="22427"/>
                  </a:cubicBezTo>
                  <a:cubicBezTo>
                    <a:pt x="1786" y="22546"/>
                    <a:pt x="1722" y="22593"/>
                    <a:pt x="1703" y="22593"/>
                  </a:cubicBezTo>
                  <a:cubicBezTo>
                    <a:pt x="1657" y="22593"/>
                    <a:pt x="1868" y="22321"/>
                    <a:pt x="2231" y="22107"/>
                  </a:cubicBezTo>
                  <a:close/>
                  <a:moveTo>
                    <a:pt x="22602" y="0"/>
                  </a:moveTo>
                  <a:cubicBezTo>
                    <a:pt x="22495" y="0"/>
                    <a:pt x="22388" y="4"/>
                    <a:pt x="22280" y="12"/>
                  </a:cubicBezTo>
                  <a:cubicBezTo>
                    <a:pt x="21295" y="80"/>
                    <a:pt x="20445" y="399"/>
                    <a:pt x="19688" y="913"/>
                  </a:cubicBezTo>
                  <a:cubicBezTo>
                    <a:pt x="19275" y="1014"/>
                    <a:pt x="18888" y="1216"/>
                    <a:pt x="18576" y="1519"/>
                  </a:cubicBezTo>
                  <a:cubicBezTo>
                    <a:pt x="18391" y="1687"/>
                    <a:pt x="18215" y="1864"/>
                    <a:pt x="18038" y="2032"/>
                  </a:cubicBezTo>
                  <a:cubicBezTo>
                    <a:pt x="17777" y="2285"/>
                    <a:pt x="17592" y="2588"/>
                    <a:pt x="17482" y="2916"/>
                  </a:cubicBezTo>
                  <a:lnTo>
                    <a:pt x="12971" y="7301"/>
                  </a:lnTo>
                  <a:cubicBezTo>
                    <a:pt x="12659" y="7411"/>
                    <a:pt x="12365" y="7588"/>
                    <a:pt x="12112" y="7832"/>
                  </a:cubicBezTo>
                  <a:cubicBezTo>
                    <a:pt x="11809" y="8118"/>
                    <a:pt x="11515" y="8412"/>
                    <a:pt x="11212" y="8707"/>
                  </a:cubicBezTo>
                  <a:cubicBezTo>
                    <a:pt x="10959" y="8943"/>
                    <a:pt x="10782" y="9229"/>
                    <a:pt x="10673" y="9540"/>
                  </a:cubicBezTo>
                  <a:cubicBezTo>
                    <a:pt x="8678" y="11485"/>
                    <a:pt x="6683" y="13421"/>
                    <a:pt x="4688" y="15365"/>
                  </a:cubicBezTo>
                  <a:cubicBezTo>
                    <a:pt x="4672" y="15382"/>
                    <a:pt x="4646" y="15399"/>
                    <a:pt x="4630" y="15424"/>
                  </a:cubicBezTo>
                  <a:cubicBezTo>
                    <a:pt x="4200" y="15516"/>
                    <a:pt x="3796" y="15727"/>
                    <a:pt x="3468" y="16038"/>
                  </a:cubicBezTo>
                  <a:cubicBezTo>
                    <a:pt x="3258" y="16232"/>
                    <a:pt x="3056" y="16425"/>
                    <a:pt x="2845" y="16627"/>
                  </a:cubicBezTo>
                  <a:cubicBezTo>
                    <a:pt x="2205" y="17234"/>
                    <a:pt x="2029" y="18159"/>
                    <a:pt x="2264" y="18967"/>
                  </a:cubicBezTo>
                  <a:cubicBezTo>
                    <a:pt x="2037" y="19540"/>
                    <a:pt x="1818" y="20112"/>
                    <a:pt x="1608" y="20693"/>
                  </a:cubicBezTo>
                  <a:cubicBezTo>
                    <a:pt x="1448" y="21131"/>
                    <a:pt x="1271" y="21577"/>
                    <a:pt x="1136" y="22040"/>
                  </a:cubicBezTo>
                  <a:cubicBezTo>
                    <a:pt x="236" y="23151"/>
                    <a:pt x="0" y="24834"/>
                    <a:pt x="1170" y="25911"/>
                  </a:cubicBezTo>
                  <a:cubicBezTo>
                    <a:pt x="1753" y="26445"/>
                    <a:pt x="2422" y="26686"/>
                    <a:pt x="3087" y="26686"/>
                  </a:cubicBezTo>
                  <a:cubicBezTo>
                    <a:pt x="3786" y="26686"/>
                    <a:pt x="4481" y="26420"/>
                    <a:pt x="5067" y="25945"/>
                  </a:cubicBezTo>
                  <a:cubicBezTo>
                    <a:pt x="6102" y="25667"/>
                    <a:pt x="7121" y="25297"/>
                    <a:pt x="8131" y="24918"/>
                  </a:cubicBezTo>
                  <a:cubicBezTo>
                    <a:pt x="8317" y="24964"/>
                    <a:pt x="8510" y="24987"/>
                    <a:pt x="8702" y="24987"/>
                  </a:cubicBezTo>
                  <a:cubicBezTo>
                    <a:pt x="9319" y="24987"/>
                    <a:pt x="9942" y="24755"/>
                    <a:pt x="10404" y="24312"/>
                  </a:cubicBezTo>
                  <a:cubicBezTo>
                    <a:pt x="10606" y="24110"/>
                    <a:pt x="10816" y="23908"/>
                    <a:pt x="11018" y="23706"/>
                  </a:cubicBezTo>
                  <a:cubicBezTo>
                    <a:pt x="11329" y="23412"/>
                    <a:pt x="11523" y="23041"/>
                    <a:pt x="11624" y="22654"/>
                  </a:cubicBezTo>
                  <a:cubicBezTo>
                    <a:pt x="13568" y="20760"/>
                    <a:pt x="15521" y="18866"/>
                    <a:pt x="17465" y="16973"/>
                  </a:cubicBezTo>
                  <a:lnTo>
                    <a:pt x="17566" y="16872"/>
                  </a:lnTo>
                  <a:cubicBezTo>
                    <a:pt x="17970" y="16771"/>
                    <a:pt x="18349" y="16569"/>
                    <a:pt x="18661" y="16274"/>
                  </a:cubicBezTo>
                  <a:cubicBezTo>
                    <a:pt x="18964" y="15979"/>
                    <a:pt x="19267" y="15685"/>
                    <a:pt x="19561" y="15399"/>
                  </a:cubicBezTo>
                  <a:cubicBezTo>
                    <a:pt x="19873" y="15104"/>
                    <a:pt x="20075" y="14734"/>
                    <a:pt x="20167" y="14338"/>
                  </a:cubicBezTo>
                  <a:lnTo>
                    <a:pt x="24494" y="10130"/>
                  </a:lnTo>
                  <a:cubicBezTo>
                    <a:pt x="24847" y="10020"/>
                    <a:pt x="25184" y="9835"/>
                    <a:pt x="25453" y="9566"/>
                  </a:cubicBezTo>
                  <a:cubicBezTo>
                    <a:pt x="25638" y="9397"/>
                    <a:pt x="25815" y="9229"/>
                    <a:pt x="25992" y="9052"/>
                  </a:cubicBezTo>
                  <a:cubicBezTo>
                    <a:pt x="26320" y="8732"/>
                    <a:pt x="26531" y="8337"/>
                    <a:pt x="26615" y="7907"/>
                  </a:cubicBezTo>
                  <a:cubicBezTo>
                    <a:pt x="27069" y="7268"/>
                    <a:pt x="27372" y="6552"/>
                    <a:pt x="27490" y="5736"/>
                  </a:cubicBezTo>
                  <a:cubicBezTo>
                    <a:pt x="27684" y="4254"/>
                    <a:pt x="27254" y="2866"/>
                    <a:pt x="26312" y="1738"/>
                  </a:cubicBezTo>
                  <a:cubicBezTo>
                    <a:pt x="26253" y="1662"/>
                    <a:pt x="26194" y="1586"/>
                    <a:pt x="26118" y="1519"/>
                  </a:cubicBezTo>
                  <a:cubicBezTo>
                    <a:pt x="26068" y="1460"/>
                    <a:pt x="26000" y="1401"/>
                    <a:pt x="25941" y="1351"/>
                  </a:cubicBezTo>
                  <a:cubicBezTo>
                    <a:pt x="25036" y="522"/>
                    <a:pt x="23831" y="0"/>
                    <a:pt x="22602" y="0"/>
                  </a:cubicBezTo>
                  <a:close/>
                </a:path>
              </a:pathLst>
            </a:custGeom>
            <a:solidFill>
              <a:schemeClr val="l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7" name="Google Shape;307;p32"/>
            <p:cNvGrpSpPr/>
            <p:nvPr/>
          </p:nvGrpSpPr>
          <p:grpSpPr>
            <a:xfrm rot="4272151">
              <a:off x="4511477" y="3886002"/>
              <a:ext cx="928162" cy="896515"/>
              <a:chOff x="1802700" y="1365150"/>
              <a:chExt cx="3869032" cy="3737112"/>
            </a:xfrm>
          </p:grpSpPr>
          <p:sp>
            <p:nvSpPr>
              <p:cNvPr id="308" name="Google Shape;308;p32"/>
              <p:cNvSpPr/>
              <p:nvPr/>
            </p:nvSpPr>
            <p:spPr>
              <a:xfrm>
                <a:off x="1802700" y="1365150"/>
                <a:ext cx="3869032" cy="3737112"/>
              </a:xfrm>
              <a:custGeom>
                <a:avLst/>
                <a:gdLst/>
                <a:ahLst/>
                <a:cxnLst/>
                <a:rect l="l" t="t" r="r" b="b"/>
                <a:pathLst>
                  <a:path w="14371" h="13881" extrusionOk="0">
                    <a:moveTo>
                      <a:pt x="12519" y="1"/>
                    </a:moveTo>
                    <a:cubicBezTo>
                      <a:pt x="12098" y="1"/>
                      <a:pt x="11677" y="157"/>
                      <a:pt x="11353" y="471"/>
                    </a:cubicBezTo>
                    <a:lnTo>
                      <a:pt x="1520" y="10038"/>
                    </a:lnTo>
                    <a:lnTo>
                      <a:pt x="3863" y="12450"/>
                    </a:lnTo>
                    <a:lnTo>
                      <a:pt x="13695" y="2883"/>
                    </a:lnTo>
                    <a:cubicBezTo>
                      <a:pt x="14354" y="2245"/>
                      <a:pt x="14370" y="1183"/>
                      <a:pt x="13733" y="524"/>
                    </a:cubicBezTo>
                    <a:lnTo>
                      <a:pt x="13711" y="503"/>
                    </a:lnTo>
                    <a:cubicBezTo>
                      <a:pt x="13387" y="168"/>
                      <a:pt x="12954" y="1"/>
                      <a:pt x="12519" y="1"/>
                    </a:cubicBezTo>
                    <a:close/>
                    <a:moveTo>
                      <a:pt x="564" y="13092"/>
                    </a:moveTo>
                    <a:cubicBezTo>
                      <a:pt x="499" y="13092"/>
                      <a:pt x="433" y="13117"/>
                      <a:pt x="383" y="13167"/>
                    </a:cubicBezTo>
                    <a:lnTo>
                      <a:pt x="107" y="13438"/>
                    </a:lnTo>
                    <a:cubicBezTo>
                      <a:pt x="1" y="13539"/>
                      <a:pt x="1" y="13703"/>
                      <a:pt x="102" y="13804"/>
                    </a:cubicBezTo>
                    <a:cubicBezTo>
                      <a:pt x="150" y="13855"/>
                      <a:pt x="218" y="13881"/>
                      <a:pt x="285" y="13881"/>
                    </a:cubicBezTo>
                    <a:cubicBezTo>
                      <a:pt x="351" y="13881"/>
                      <a:pt x="416" y="13857"/>
                      <a:pt x="463" y="13810"/>
                    </a:cubicBezTo>
                    <a:lnTo>
                      <a:pt x="745" y="13539"/>
                    </a:lnTo>
                    <a:cubicBezTo>
                      <a:pt x="851" y="13438"/>
                      <a:pt x="851" y="13273"/>
                      <a:pt x="750" y="13172"/>
                    </a:cubicBezTo>
                    <a:cubicBezTo>
                      <a:pt x="699" y="13118"/>
                      <a:pt x="631" y="13092"/>
                      <a:pt x="564" y="1309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2"/>
              <p:cNvSpPr/>
              <p:nvPr/>
            </p:nvSpPr>
            <p:spPr>
              <a:xfrm>
                <a:off x="1902852" y="1506224"/>
                <a:ext cx="3575577" cy="3502617"/>
              </a:xfrm>
              <a:custGeom>
                <a:avLst/>
                <a:gdLst/>
                <a:ahLst/>
                <a:cxnLst/>
                <a:rect l="l" t="t" r="r" b="b"/>
                <a:pathLst>
                  <a:path w="13281" h="13010" extrusionOk="0">
                    <a:moveTo>
                      <a:pt x="10710" y="0"/>
                    </a:moveTo>
                    <a:lnTo>
                      <a:pt x="10370" y="324"/>
                    </a:lnTo>
                    <a:lnTo>
                      <a:pt x="12096" y="2098"/>
                    </a:lnTo>
                    <a:lnTo>
                      <a:pt x="9297" y="4829"/>
                    </a:lnTo>
                    <a:cubicBezTo>
                      <a:pt x="9191" y="4935"/>
                      <a:pt x="9185" y="5105"/>
                      <a:pt x="9292" y="5211"/>
                    </a:cubicBezTo>
                    <a:cubicBezTo>
                      <a:pt x="9346" y="5266"/>
                      <a:pt x="9417" y="5294"/>
                      <a:pt x="9488" y="5294"/>
                    </a:cubicBezTo>
                    <a:cubicBezTo>
                      <a:pt x="9555" y="5294"/>
                      <a:pt x="9622" y="5268"/>
                      <a:pt x="9674" y="5217"/>
                    </a:cubicBezTo>
                    <a:lnTo>
                      <a:pt x="12479" y="2491"/>
                    </a:lnTo>
                    <a:lnTo>
                      <a:pt x="12941" y="2970"/>
                    </a:lnTo>
                    <a:lnTo>
                      <a:pt x="13281" y="2640"/>
                    </a:lnTo>
                    <a:lnTo>
                      <a:pt x="12813" y="2162"/>
                    </a:lnTo>
                    <a:lnTo>
                      <a:pt x="12883" y="2098"/>
                    </a:lnTo>
                    <a:cubicBezTo>
                      <a:pt x="12989" y="1992"/>
                      <a:pt x="12994" y="1817"/>
                      <a:pt x="12888" y="1711"/>
                    </a:cubicBezTo>
                    <a:cubicBezTo>
                      <a:pt x="12833" y="1656"/>
                      <a:pt x="12761" y="1628"/>
                      <a:pt x="12689" y="1628"/>
                    </a:cubicBezTo>
                    <a:cubicBezTo>
                      <a:pt x="12621" y="1628"/>
                      <a:pt x="12555" y="1653"/>
                      <a:pt x="12505" y="1705"/>
                    </a:cubicBezTo>
                    <a:lnTo>
                      <a:pt x="12436" y="1774"/>
                    </a:lnTo>
                    <a:lnTo>
                      <a:pt x="10710" y="0"/>
                    </a:lnTo>
                    <a:close/>
                    <a:moveTo>
                      <a:pt x="6630" y="3984"/>
                    </a:moveTo>
                    <a:lnTo>
                      <a:pt x="6062" y="4537"/>
                    </a:lnTo>
                    <a:lnTo>
                      <a:pt x="8654" y="7198"/>
                    </a:lnTo>
                    <a:lnTo>
                      <a:pt x="9223" y="6645"/>
                    </a:lnTo>
                    <a:lnTo>
                      <a:pt x="6630" y="3984"/>
                    </a:lnTo>
                    <a:close/>
                    <a:moveTo>
                      <a:pt x="1175" y="9163"/>
                    </a:moveTo>
                    <a:lnTo>
                      <a:pt x="782" y="9535"/>
                    </a:lnTo>
                    <a:lnTo>
                      <a:pt x="1031" y="9785"/>
                    </a:lnTo>
                    <a:cubicBezTo>
                      <a:pt x="771" y="10422"/>
                      <a:pt x="181" y="11899"/>
                      <a:pt x="1" y="12622"/>
                    </a:cubicBezTo>
                    <a:lnTo>
                      <a:pt x="373" y="13009"/>
                    </a:lnTo>
                    <a:cubicBezTo>
                      <a:pt x="1100" y="12850"/>
                      <a:pt x="2588" y="12298"/>
                      <a:pt x="3236" y="12058"/>
                    </a:cubicBezTo>
                    <a:lnTo>
                      <a:pt x="3438" y="12271"/>
                    </a:lnTo>
                    <a:lnTo>
                      <a:pt x="3831" y="11894"/>
                    </a:lnTo>
                    <a:lnTo>
                      <a:pt x="1175" y="916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2"/>
              <p:cNvSpPr/>
              <p:nvPr/>
            </p:nvSpPr>
            <p:spPr>
              <a:xfrm>
                <a:off x="4518637" y="2335709"/>
                <a:ext cx="110382" cy="110382"/>
              </a:xfrm>
              <a:custGeom>
                <a:avLst/>
                <a:gdLst/>
                <a:ahLst/>
                <a:cxnLst/>
                <a:rect l="l" t="t" r="r" b="b"/>
                <a:pathLst>
                  <a:path w="410" h="410" extrusionOk="0">
                    <a:moveTo>
                      <a:pt x="383" y="0"/>
                    </a:moveTo>
                    <a:lnTo>
                      <a:pt x="197" y="106"/>
                    </a:lnTo>
                    <a:lnTo>
                      <a:pt x="1" y="27"/>
                    </a:lnTo>
                    <a:lnTo>
                      <a:pt x="1" y="27"/>
                    </a:lnTo>
                    <a:lnTo>
                      <a:pt x="112" y="213"/>
                    </a:lnTo>
                    <a:lnTo>
                      <a:pt x="27" y="409"/>
                    </a:lnTo>
                    <a:lnTo>
                      <a:pt x="202" y="298"/>
                    </a:lnTo>
                    <a:lnTo>
                      <a:pt x="410" y="383"/>
                    </a:lnTo>
                    <a:lnTo>
                      <a:pt x="298" y="197"/>
                    </a:lnTo>
                    <a:lnTo>
                      <a:pt x="3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2"/>
              <p:cNvSpPr/>
              <p:nvPr/>
            </p:nvSpPr>
            <p:spPr>
              <a:xfrm>
                <a:off x="3132938" y="3486919"/>
                <a:ext cx="110382" cy="110382"/>
              </a:xfrm>
              <a:custGeom>
                <a:avLst/>
                <a:gdLst/>
                <a:ahLst/>
                <a:cxnLst/>
                <a:rect l="l" t="t" r="r" b="b"/>
                <a:pathLst>
                  <a:path w="410" h="410" extrusionOk="0">
                    <a:moveTo>
                      <a:pt x="383" y="0"/>
                    </a:moveTo>
                    <a:lnTo>
                      <a:pt x="197" y="112"/>
                    </a:lnTo>
                    <a:lnTo>
                      <a:pt x="0" y="27"/>
                    </a:lnTo>
                    <a:lnTo>
                      <a:pt x="0" y="27"/>
                    </a:lnTo>
                    <a:lnTo>
                      <a:pt x="112" y="213"/>
                    </a:lnTo>
                    <a:lnTo>
                      <a:pt x="27" y="409"/>
                    </a:lnTo>
                    <a:lnTo>
                      <a:pt x="202" y="303"/>
                    </a:lnTo>
                    <a:lnTo>
                      <a:pt x="409" y="383"/>
                    </a:lnTo>
                    <a:lnTo>
                      <a:pt x="298" y="197"/>
                    </a:lnTo>
                    <a:lnTo>
                      <a:pt x="3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2"/>
              <p:cNvSpPr/>
              <p:nvPr/>
            </p:nvSpPr>
            <p:spPr>
              <a:xfrm>
                <a:off x="2931289" y="1919486"/>
                <a:ext cx="1890767" cy="2297028"/>
              </a:xfrm>
              <a:custGeom>
                <a:avLst/>
                <a:gdLst/>
                <a:ahLst/>
                <a:cxnLst/>
                <a:rect l="l" t="t" r="r" b="b"/>
                <a:pathLst>
                  <a:path w="7023" h="8532" extrusionOk="0">
                    <a:moveTo>
                      <a:pt x="7007" y="0"/>
                    </a:moveTo>
                    <a:lnTo>
                      <a:pt x="6672" y="176"/>
                    </a:lnTo>
                    <a:lnTo>
                      <a:pt x="6327" y="11"/>
                    </a:lnTo>
                    <a:lnTo>
                      <a:pt x="6502" y="351"/>
                    </a:lnTo>
                    <a:lnTo>
                      <a:pt x="6337" y="696"/>
                    </a:lnTo>
                    <a:lnTo>
                      <a:pt x="6661" y="516"/>
                    </a:lnTo>
                    <a:lnTo>
                      <a:pt x="7023" y="680"/>
                    </a:lnTo>
                    <a:lnTo>
                      <a:pt x="6842" y="346"/>
                    </a:lnTo>
                    <a:lnTo>
                      <a:pt x="7007" y="0"/>
                    </a:lnTo>
                    <a:close/>
                    <a:moveTo>
                      <a:pt x="4348" y="2032"/>
                    </a:moveTo>
                    <a:cubicBezTo>
                      <a:pt x="4312" y="2032"/>
                      <a:pt x="4276" y="2045"/>
                      <a:pt x="4250" y="2072"/>
                    </a:cubicBezTo>
                    <a:cubicBezTo>
                      <a:pt x="4197" y="2125"/>
                      <a:pt x="4186" y="2215"/>
                      <a:pt x="4250" y="2269"/>
                    </a:cubicBezTo>
                    <a:cubicBezTo>
                      <a:pt x="4277" y="2296"/>
                      <a:pt x="4314" y="2310"/>
                      <a:pt x="4351" y="2310"/>
                    </a:cubicBezTo>
                    <a:cubicBezTo>
                      <a:pt x="4386" y="2310"/>
                      <a:pt x="4420" y="2297"/>
                      <a:pt x="4446" y="2269"/>
                    </a:cubicBezTo>
                    <a:cubicBezTo>
                      <a:pt x="4499" y="2210"/>
                      <a:pt x="4505" y="2125"/>
                      <a:pt x="4446" y="2072"/>
                    </a:cubicBezTo>
                    <a:cubicBezTo>
                      <a:pt x="4420" y="2045"/>
                      <a:pt x="4384" y="2032"/>
                      <a:pt x="4348" y="2032"/>
                    </a:cubicBezTo>
                    <a:close/>
                    <a:moveTo>
                      <a:pt x="2874" y="4613"/>
                    </a:moveTo>
                    <a:cubicBezTo>
                      <a:pt x="2816" y="4613"/>
                      <a:pt x="2758" y="4634"/>
                      <a:pt x="2715" y="4680"/>
                    </a:cubicBezTo>
                    <a:cubicBezTo>
                      <a:pt x="2619" y="4771"/>
                      <a:pt x="2614" y="4925"/>
                      <a:pt x="2709" y="5020"/>
                    </a:cubicBezTo>
                    <a:cubicBezTo>
                      <a:pt x="2756" y="5067"/>
                      <a:pt x="2819" y="5091"/>
                      <a:pt x="2882" y="5091"/>
                    </a:cubicBezTo>
                    <a:cubicBezTo>
                      <a:pt x="2941" y="5091"/>
                      <a:pt x="3000" y="5069"/>
                      <a:pt x="3044" y="5025"/>
                    </a:cubicBezTo>
                    <a:cubicBezTo>
                      <a:pt x="3140" y="4930"/>
                      <a:pt x="3145" y="4776"/>
                      <a:pt x="3049" y="4686"/>
                    </a:cubicBezTo>
                    <a:cubicBezTo>
                      <a:pt x="3002" y="4638"/>
                      <a:pt x="2938" y="4613"/>
                      <a:pt x="2874" y="4613"/>
                    </a:cubicBezTo>
                    <a:close/>
                    <a:moveTo>
                      <a:pt x="2379" y="6494"/>
                    </a:moveTo>
                    <a:cubicBezTo>
                      <a:pt x="2343" y="6494"/>
                      <a:pt x="2306" y="6508"/>
                      <a:pt x="2274" y="6534"/>
                    </a:cubicBezTo>
                    <a:cubicBezTo>
                      <a:pt x="2221" y="6587"/>
                      <a:pt x="2215" y="6678"/>
                      <a:pt x="2274" y="6731"/>
                    </a:cubicBezTo>
                    <a:cubicBezTo>
                      <a:pt x="2301" y="6758"/>
                      <a:pt x="2339" y="6773"/>
                      <a:pt x="2377" y="6773"/>
                    </a:cubicBezTo>
                    <a:cubicBezTo>
                      <a:pt x="2414" y="6773"/>
                      <a:pt x="2450" y="6759"/>
                      <a:pt x="2476" y="6731"/>
                    </a:cubicBezTo>
                    <a:cubicBezTo>
                      <a:pt x="2529" y="6678"/>
                      <a:pt x="2534" y="6587"/>
                      <a:pt x="2476" y="6534"/>
                    </a:cubicBezTo>
                    <a:cubicBezTo>
                      <a:pt x="2449" y="6508"/>
                      <a:pt x="2415" y="6494"/>
                      <a:pt x="2379" y="6494"/>
                    </a:cubicBezTo>
                    <a:close/>
                    <a:moveTo>
                      <a:pt x="680" y="7836"/>
                    </a:moveTo>
                    <a:lnTo>
                      <a:pt x="345" y="8011"/>
                    </a:lnTo>
                    <a:lnTo>
                      <a:pt x="0" y="7846"/>
                    </a:lnTo>
                    <a:lnTo>
                      <a:pt x="175" y="8186"/>
                    </a:lnTo>
                    <a:lnTo>
                      <a:pt x="11" y="8531"/>
                    </a:lnTo>
                    <a:lnTo>
                      <a:pt x="335" y="8351"/>
                    </a:lnTo>
                    <a:lnTo>
                      <a:pt x="696" y="8516"/>
                    </a:lnTo>
                    <a:lnTo>
                      <a:pt x="515" y="8181"/>
                    </a:lnTo>
                    <a:lnTo>
                      <a:pt x="680" y="783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 name="Google Shape;292;p32">
            <a:extLst>
              <a:ext uri="{FF2B5EF4-FFF2-40B4-BE49-F238E27FC236}">
                <a16:creationId xmlns:a16="http://schemas.microsoft.com/office/drawing/2014/main" id="{769142C5-769F-D273-C0BA-45C009A691D5}"/>
              </a:ext>
            </a:extLst>
          </p:cNvPr>
          <p:cNvSpPr txBox="1">
            <a:spLocks/>
          </p:cNvSpPr>
          <p:nvPr/>
        </p:nvSpPr>
        <p:spPr>
          <a:xfrm>
            <a:off x="4710005" y="2403732"/>
            <a:ext cx="3375916"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lt1"/>
              </a:buClr>
              <a:buSzPts val="2800"/>
              <a:buFont typeface="Mouse Memoirs"/>
              <a:buNone/>
              <a:defRPr sz="2800" b="0" i="0" u="none" strike="noStrike" cap="none">
                <a:solidFill>
                  <a:schemeClr val="dk2"/>
                </a:solidFill>
                <a:latin typeface="Fredoka One"/>
                <a:ea typeface="Fredoka One"/>
                <a:cs typeface="Fredoka One"/>
                <a:sym typeface="Fredoka One"/>
              </a:defRPr>
            </a:lvl1pPr>
            <a:lvl2pPr marL="914400" marR="0" lvl="1" indent="-317500" algn="ctr" rtl="0">
              <a:lnSpc>
                <a:spcPct val="100000"/>
              </a:lnSpc>
              <a:spcBef>
                <a:spcPts val="0"/>
              </a:spcBef>
              <a:spcAft>
                <a:spcPts val="0"/>
              </a:spcAft>
              <a:buClr>
                <a:schemeClr val="lt1"/>
              </a:buClr>
              <a:buSzPts val="2800"/>
              <a:buFont typeface="Mouse Memoirs"/>
              <a:buNone/>
              <a:defRPr sz="2800" b="0" i="0" u="none" strike="noStrike" cap="none">
                <a:solidFill>
                  <a:schemeClr val="lt1"/>
                </a:solidFill>
                <a:latin typeface="Mouse Memoirs"/>
                <a:ea typeface="Mouse Memoirs"/>
                <a:cs typeface="Mouse Memoirs"/>
                <a:sym typeface="Mouse Memoirs"/>
              </a:defRPr>
            </a:lvl2pPr>
            <a:lvl3pPr marL="1371600" marR="0" lvl="2" indent="-317500" algn="ctr" rtl="0">
              <a:lnSpc>
                <a:spcPct val="100000"/>
              </a:lnSpc>
              <a:spcBef>
                <a:spcPts val="0"/>
              </a:spcBef>
              <a:spcAft>
                <a:spcPts val="0"/>
              </a:spcAft>
              <a:buClr>
                <a:schemeClr val="lt1"/>
              </a:buClr>
              <a:buSzPts val="2800"/>
              <a:buFont typeface="Mouse Memoirs"/>
              <a:buNone/>
              <a:defRPr sz="2800" b="0" i="0" u="none" strike="noStrike" cap="none">
                <a:solidFill>
                  <a:schemeClr val="lt1"/>
                </a:solidFill>
                <a:latin typeface="Mouse Memoirs"/>
                <a:ea typeface="Mouse Memoirs"/>
                <a:cs typeface="Mouse Memoirs"/>
                <a:sym typeface="Mouse Memoirs"/>
              </a:defRPr>
            </a:lvl3pPr>
            <a:lvl4pPr marL="1828800" marR="0" lvl="3" indent="-317500" algn="ctr" rtl="0">
              <a:lnSpc>
                <a:spcPct val="100000"/>
              </a:lnSpc>
              <a:spcBef>
                <a:spcPts val="0"/>
              </a:spcBef>
              <a:spcAft>
                <a:spcPts val="0"/>
              </a:spcAft>
              <a:buClr>
                <a:schemeClr val="lt1"/>
              </a:buClr>
              <a:buSzPts val="2800"/>
              <a:buFont typeface="Mouse Memoirs"/>
              <a:buNone/>
              <a:defRPr sz="2800" b="0" i="0" u="none" strike="noStrike" cap="none">
                <a:solidFill>
                  <a:schemeClr val="lt1"/>
                </a:solidFill>
                <a:latin typeface="Mouse Memoirs"/>
                <a:ea typeface="Mouse Memoirs"/>
                <a:cs typeface="Mouse Memoirs"/>
                <a:sym typeface="Mouse Memoirs"/>
              </a:defRPr>
            </a:lvl4pPr>
            <a:lvl5pPr marL="2286000" marR="0" lvl="4" indent="-317500" algn="ctr" rtl="0">
              <a:lnSpc>
                <a:spcPct val="100000"/>
              </a:lnSpc>
              <a:spcBef>
                <a:spcPts val="0"/>
              </a:spcBef>
              <a:spcAft>
                <a:spcPts val="0"/>
              </a:spcAft>
              <a:buClr>
                <a:schemeClr val="lt1"/>
              </a:buClr>
              <a:buSzPts val="2800"/>
              <a:buFont typeface="Mouse Memoirs"/>
              <a:buNone/>
              <a:defRPr sz="2800" b="0" i="0" u="none" strike="noStrike" cap="none">
                <a:solidFill>
                  <a:schemeClr val="lt1"/>
                </a:solidFill>
                <a:latin typeface="Mouse Memoirs"/>
                <a:ea typeface="Mouse Memoirs"/>
                <a:cs typeface="Mouse Memoirs"/>
                <a:sym typeface="Mouse Memoirs"/>
              </a:defRPr>
            </a:lvl5pPr>
            <a:lvl6pPr marL="2743200" marR="0" lvl="5" indent="-317500" algn="ctr" rtl="0">
              <a:lnSpc>
                <a:spcPct val="100000"/>
              </a:lnSpc>
              <a:spcBef>
                <a:spcPts val="0"/>
              </a:spcBef>
              <a:spcAft>
                <a:spcPts val="0"/>
              </a:spcAft>
              <a:buClr>
                <a:schemeClr val="lt1"/>
              </a:buClr>
              <a:buSzPts val="2800"/>
              <a:buFont typeface="Mouse Memoirs"/>
              <a:buNone/>
              <a:defRPr sz="2800" b="0" i="0" u="none" strike="noStrike" cap="none">
                <a:solidFill>
                  <a:schemeClr val="lt1"/>
                </a:solidFill>
                <a:latin typeface="Mouse Memoirs"/>
                <a:ea typeface="Mouse Memoirs"/>
                <a:cs typeface="Mouse Memoirs"/>
                <a:sym typeface="Mouse Memoirs"/>
              </a:defRPr>
            </a:lvl6pPr>
            <a:lvl7pPr marL="3200400" marR="0" lvl="6" indent="-317500" algn="ctr" rtl="0">
              <a:lnSpc>
                <a:spcPct val="100000"/>
              </a:lnSpc>
              <a:spcBef>
                <a:spcPts val="0"/>
              </a:spcBef>
              <a:spcAft>
                <a:spcPts val="0"/>
              </a:spcAft>
              <a:buClr>
                <a:schemeClr val="lt1"/>
              </a:buClr>
              <a:buSzPts val="2800"/>
              <a:buFont typeface="Mouse Memoirs"/>
              <a:buNone/>
              <a:defRPr sz="2800" b="0" i="0" u="none" strike="noStrike" cap="none">
                <a:solidFill>
                  <a:schemeClr val="lt1"/>
                </a:solidFill>
                <a:latin typeface="Mouse Memoirs"/>
                <a:ea typeface="Mouse Memoirs"/>
                <a:cs typeface="Mouse Memoirs"/>
                <a:sym typeface="Mouse Memoirs"/>
              </a:defRPr>
            </a:lvl7pPr>
            <a:lvl8pPr marL="3657600" marR="0" lvl="7" indent="-317500" algn="ctr" rtl="0">
              <a:lnSpc>
                <a:spcPct val="100000"/>
              </a:lnSpc>
              <a:spcBef>
                <a:spcPts val="0"/>
              </a:spcBef>
              <a:spcAft>
                <a:spcPts val="0"/>
              </a:spcAft>
              <a:buClr>
                <a:schemeClr val="lt1"/>
              </a:buClr>
              <a:buSzPts val="2800"/>
              <a:buFont typeface="Mouse Memoirs"/>
              <a:buNone/>
              <a:defRPr sz="2800" b="0" i="0" u="none" strike="noStrike" cap="none">
                <a:solidFill>
                  <a:schemeClr val="lt1"/>
                </a:solidFill>
                <a:latin typeface="Mouse Memoirs"/>
                <a:ea typeface="Mouse Memoirs"/>
                <a:cs typeface="Mouse Memoirs"/>
                <a:sym typeface="Mouse Memoirs"/>
              </a:defRPr>
            </a:lvl8pPr>
            <a:lvl9pPr marL="4114800" marR="0" lvl="8" indent="-317500" algn="ctr" rtl="0">
              <a:lnSpc>
                <a:spcPct val="100000"/>
              </a:lnSpc>
              <a:spcBef>
                <a:spcPts val="0"/>
              </a:spcBef>
              <a:spcAft>
                <a:spcPts val="0"/>
              </a:spcAft>
              <a:buClr>
                <a:schemeClr val="lt1"/>
              </a:buClr>
              <a:buSzPts val="2800"/>
              <a:buFont typeface="Mouse Memoirs"/>
              <a:buNone/>
              <a:defRPr sz="2800" b="0" i="0" u="none" strike="noStrike" cap="none">
                <a:solidFill>
                  <a:schemeClr val="lt1"/>
                </a:solidFill>
                <a:latin typeface="Mouse Memoirs"/>
                <a:ea typeface="Mouse Memoirs"/>
                <a:cs typeface="Mouse Memoirs"/>
                <a:sym typeface="Mouse Memoirs"/>
              </a:defRPr>
            </a:lvl9pPr>
          </a:lstStyle>
          <a:p>
            <a:pPr marL="139700" indent="0" algn="l"/>
            <a:r>
              <a:rPr lang="es-PE" dirty="0"/>
              <a:t>Datos tabulados</a:t>
            </a:r>
          </a:p>
        </p:txBody>
      </p:sp>
      <p:pic>
        <p:nvPicPr>
          <p:cNvPr id="6" name="Imagen 5">
            <a:extLst>
              <a:ext uri="{FF2B5EF4-FFF2-40B4-BE49-F238E27FC236}">
                <a16:creationId xmlns:a16="http://schemas.microsoft.com/office/drawing/2014/main" id="{5C59FD7F-02F1-E07B-2FDD-3CFE64853145}"/>
              </a:ext>
            </a:extLst>
          </p:cNvPr>
          <p:cNvPicPr>
            <a:picLocks noChangeAspect="1"/>
          </p:cNvPicPr>
          <p:nvPr/>
        </p:nvPicPr>
        <p:blipFill>
          <a:blip r:embed="rId3"/>
          <a:stretch>
            <a:fillRect/>
          </a:stretch>
        </p:blipFill>
        <p:spPr>
          <a:xfrm>
            <a:off x="1053138" y="2925092"/>
            <a:ext cx="2511129" cy="1928626"/>
          </a:xfrm>
          <a:prstGeom prst="rect">
            <a:avLst/>
          </a:prstGeom>
        </p:spPr>
      </p:pic>
      <p:pic>
        <p:nvPicPr>
          <p:cNvPr id="9" name="Imagen 8">
            <a:extLst>
              <a:ext uri="{FF2B5EF4-FFF2-40B4-BE49-F238E27FC236}">
                <a16:creationId xmlns:a16="http://schemas.microsoft.com/office/drawing/2014/main" id="{CD544925-B6FA-4FC6-D930-3E9051E0FBC2}"/>
              </a:ext>
            </a:extLst>
          </p:cNvPr>
          <p:cNvPicPr>
            <a:picLocks noChangeAspect="1"/>
          </p:cNvPicPr>
          <p:nvPr/>
        </p:nvPicPr>
        <p:blipFill>
          <a:blip r:embed="rId4"/>
          <a:stretch>
            <a:fillRect/>
          </a:stretch>
        </p:blipFill>
        <p:spPr>
          <a:xfrm>
            <a:off x="4398827" y="3159985"/>
            <a:ext cx="4319988" cy="1374312"/>
          </a:xfrm>
          <a:prstGeom prst="rect">
            <a:avLst/>
          </a:prstGeom>
        </p:spPr>
      </p:pic>
      <p:sp>
        <p:nvSpPr>
          <p:cNvPr id="13" name="Subtítulo 1">
            <a:extLst>
              <a:ext uri="{FF2B5EF4-FFF2-40B4-BE49-F238E27FC236}">
                <a16:creationId xmlns:a16="http://schemas.microsoft.com/office/drawing/2014/main" id="{7171785C-FB76-0C80-95C7-FED2F261E2C3}"/>
              </a:ext>
            </a:extLst>
          </p:cNvPr>
          <p:cNvSpPr txBox="1">
            <a:spLocks/>
          </p:cNvSpPr>
          <p:nvPr/>
        </p:nvSpPr>
        <p:spPr>
          <a:xfrm>
            <a:off x="717122" y="1447687"/>
            <a:ext cx="7940656" cy="92975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MX" dirty="0">
                <a:solidFill>
                  <a:schemeClr val="bg2"/>
                </a:solidFill>
              </a:rPr>
              <a:t>La media Geométrica se aplica para datos no agrupados y agrupados principalmente para tasas de crecimiento poblacional, ventas etc.</a:t>
            </a:r>
          </a:p>
          <a:p>
            <a:r>
              <a:rPr lang="es-MX" dirty="0">
                <a:solidFill>
                  <a:schemeClr val="bg2"/>
                </a:solidFill>
              </a:rPr>
              <a:t>DESVENTAJAS: Está limitado para valores positivos para que pueda ser interpretado y si algún valor es 0 la MG será cero.</a:t>
            </a:r>
          </a:p>
        </p:txBody>
      </p:sp>
    </p:spTree>
    <p:extLst>
      <p:ext uri="{BB962C8B-B14F-4D97-AF65-F5344CB8AC3E}">
        <p14:creationId xmlns:p14="http://schemas.microsoft.com/office/powerpoint/2010/main" val="5373552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2" name="Google Shape;292;p32"/>
          <p:cNvSpPr txBox="1">
            <a:spLocks noGrp="1"/>
          </p:cNvSpPr>
          <p:nvPr>
            <p:ph type="subTitle" idx="1"/>
          </p:nvPr>
        </p:nvSpPr>
        <p:spPr>
          <a:xfrm>
            <a:off x="719999" y="1531738"/>
            <a:ext cx="7352335" cy="1996467"/>
          </a:xfrm>
          <a:prstGeom prst="rect">
            <a:avLst/>
          </a:prstGeom>
        </p:spPr>
        <p:txBody>
          <a:bodyPr spcFirstLastPara="1" wrap="square" lIns="91425" tIns="91425" rIns="91425" bIns="91425" anchor="t" anchorCtr="0">
            <a:noAutofit/>
          </a:bodyPr>
          <a:lstStyle/>
          <a:p>
            <a:pPr marL="139700" indent="0" algn="l">
              <a:buNone/>
            </a:pPr>
            <a:r>
              <a:rPr lang="es-PE" dirty="0"/>
              <a:t>Se usa cuando se tiene términos para cuyos recíprocos se quiere calcular su media (se presenta una relación inversa entre sus variables como por ejemplo la productividad y el tiempo)</a:t>
            </a:r>
          </a:p>
          <a:p>
            <a:pPr marL="139700" indent="0" algn="l">
              <a:buNone/>
            </a:pPr>
            <a:endParaRPr lang="es-PE" dirty="0"/>
          </a:p>
          <a:p>
            <a:pPr marL="139700" indent="0" algn="l">
              <a:buNone/>
            </a:pPr>
            <a:r>
              <a:rPr lang="es-PE" dirty="0"/>
              <a:t>VENTAJAS: Da a los grandes valores un peso menos mientras que a los valores pequeños les da un peso mayor, entonces se puede usar para problemas en los que hayan valores atípicos altos de manera que estos no influyen mucho.</a:t>
            </a:r>
          </a:p>
          <a:p>
            <a:pPr marL="139700" indent="0" algn="l">
              <a:buNone/>
            </a:pPr>
            <a:endParaRPr lang="es-PE" dirty="0"/>
          </a:p>
          <a:p>
            <a:pPr marL="139700" indent="0" algn="l">
              <a:buNone/>
            </a:pPr>
            <a:r>
              <a:rPr lang="es-PE" dirty="0"/>
              <a:t>DESVENTAJAS: No está definida si alguno de los valores es 0</a:t>
            </a:r>
          </a:p>
        </p:txBody>
      </p:sp>
      <p:sp>
        <p:nvSpPr>
          <p:cNvPr id="295" name="Google Shape;295;p32"/>
          <p:cNvSpPr txBox="1">
            <a:spLocks noGrp="1"/>
          </p:cNvSpPr>
          <p:nvPr>
            <p:ph type="title"/>
          </p:nvPr>
        </p:nvSpPr>
        <p:spPr>
          <a:xfrm>
            <a:off x="719999" y="385789"/>
            <a:ext cx="7704000" cy="603314"/>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chemeClr val="accent2"/>
                </a:solidFill>
              </a:rPr>
              <a:t>3.1 Media</a:t>
            </a:r>
            <a:endParaRPr dirty="0">
              <a:solidFill>
                <a:schemeClr val="accent2"/>
              </a:solidFill>
            </a:endParaRPr>
          </a:p>
        </p:txBody>
      </p:sp>
      <p:sp>
        <p:nvSpPr>
          <p:cNvPr id="296" name="Google Shape;296;p32"/>
          <p:cNvSpPr txBox="1">
            <a:spLocks noGrp="1"/>
          </p:cNvSpPr>
          <p:nvPr>
            <p:ph type="subTitle" idx="4"/>
          </p:nvPr>
        </p:nvSpPr>
        <p:spPr>
          <a:xfrm>
            <a:off x="874698" y="1094155"/>
            <a:ext cx="2923686"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ARMÓNICA</a:t>
            </a:r>
            <a:endParaRPr dirty="0"/>
          </a:p>
        </p:txBody>
      </p:sp>
      <p:sp>
        <p:nvSpPr>
          <p:cNvPr id="301" name="Google Shape;301;p32"/>
          <p:cNvSpPr/>
          <p:nvPr/>
        </p:nvSpPr>
        <p:spPr>
          <a:xfrm>
            <a:off x="7977925" y="673213"/>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2"/>
          <p:cNvSpPr/>
          <p:nvPr/>
        </p:nvSpPr>
        <p:spPr>
          <a:xfrm>
            <a:off x="4256613" y="3724989"/>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2"/>
          <p:cNvSpPr/>
          <p:nvPr/>
        </p:nvSpPr>
        <p:spPr>
          <a:xfrm>
            <a:off x="1053138" y="534988"/>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2"/>
          <p:cNvSpPr/>
          <p:nvPr/>
        </p:nvSpPr>
        <p:spPr>
          <a:xfrm>
            <a:off x="6089523" y="353373"/>
            <a:ext cx="469298"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5" name="Google Shape;305;p32"/>
          <p:cNvGrpSpPr/>
          <p:nvPr/>
        </p:nvGrpSpPr>
        <p:grpSpPr>
          <a:xfrm>
            <a:off x="6806157" y="250734"/>
            <a:ext cx="972476" cy="979722"/>
            <a:chOff x="4310224" y="3648282"/>
            <a:chExt cx="1352104" cy="1375825"/>
          </a:xfrm>
        </p:grpSpPr>
        <p:sp>
          <p:nvSpPr>
            <p:cNvPr id="306" name="Google Shape;306;p32"/>
            <p:cNvSpPr/>
            <p:nvPr/>
          </p:nvSpPr>
          <p:spPr>
            <a:xfrm rot="4222258">
              <a:off x="4442780" y="3812272"/>
              <a:ext cx="1086992" cy="1047845"/>
            </a:xfrm>
            <a:custGeom>
              <a:avLst/>
              <a:gdLst/>
              <a:ahLst/>
              <a:cxnLst/>
              <a:rect l="l" t="t" r="r" b="b"/>
              <a:pathLst>
                <a:path w="27684" h="26687" extrusionOk="0">
                  <a:moveTo>
                    <a:pt x="2231" y="22107"/>
                  </a:moveTo>
                  <a:cubicBezTo>
                    <a:pt x="2189" y="22149"/>
                    <a:pt x="2147" y="22183"/>
                    <a:pt x="2104" y="22225"/>
                  </a:cubicBezTo>
                  <a:cubicBezTo>
                    <a:pt x="2037" y="22292"/>
                    <a:pt x="1970" y="22359"/>
                    <a:pt x="1902" y="22427"/>
                  </a:cubicBezTo>
                  <a:cubicBezTo>
                    <a:pt x="1786" y="22546"/>
                    <a:pt x="1722" y="22593"/>
                    <a:pt x="1703" y="22593"/>
                  </a:cubicBezTo>
                  <a:cubicBezTo>
                    <a:pt x="1657" y="22593"/>
                    <a:pt x="1868" y="22321"/>
                    <a:pt x="2231" y="22107"/>
                  </a:cubicBezTo>
                  <a:close/>
                  <a:moveTo>
                    <a:pt x="22602" y="0"/>
                  </a:moveTo>
                  <a:cubicBezTo>
                    <a:pt x="22495" y="0"/>
                    <a:pt x="22388" y="4"/>
                    <a:pt x="22280" y="12"/>
                  </a:cubicBezTo>
                  <a:cubicBezTo>
                    <a:pt x="21295" y="80"/>
                    <a:pt x="20445" y="399"/>
                    <a:pt x="19688" y="913"/>
                  </a:cubicBezTo>
                  <a:cubicBezTo>
                    <a:pt x="19275" y="1014"/>
                    <a:pt x="18888" y="1216"/>
                    <a:pt x="18576" y="1519"/>
                  </a:cubicBezTo>
                  <a:cubicBezTo>
                    <a:pt x="18391" y="1687"/>
                    <a:pt x="18215" y="1864"/>
                    <a:pt x="18038" y="2032"/>
                  </a:cubicBezTo>
                  <a:cubicBezTo>
                    <a:pt x="17777" y="2285"/>
                    <a:pt x="17592" y="2588"/>
                    <a:pt x="17482" y="2916"/>
                  </a:cubicBezTo>
                  <a:lnTo>
                    <a:pt x="12971" y="7301"/>
                  </a:lnTo>
                  <a:cubicBezTo>
                    <a:pt x="12659" y="7411"/>
                    <a:pt x="12365" y="7588"/>
                    <a:pt x="12112" y="7832"/>
                  </a:cubicBezTo>
                  <a:cubicBezTo>
                    <a:pt x="11809" y="8118"/>
                    <a:pt x="11515" y="8412"/>
                    <a:pt x="11212" y="8707"/>
                  </a:cubicBezTo>
                  <a:cubicBezTo>
                    <a:pt x="10959" y="8943"/>
                    <a:pt x="10782" y="9229"/>
                    <a:pt x="10673" y="9540"/>
                  </a:cubicBezTo>
                  <a:cubicBezTo>
                    <a:pt x="8678" y="11485"/>
                    <a:pt x="6683" y="13421"/>
                    <a:pt x="4688" y="15365"/>
                  </a:cubicBezTo>
                  <a:cubicBezTo>
                    <a:pt x="4672" y="15382"/>
                    <a:pt x="4646" y="15399"/>
                    <a:pt x="4630" y="15424"/>
                  </a:cubicBezTo>
                  <a:cubicBezTo>
                    <a:pt x="4200" y="15516"/>
                    <a:pt x="3796" y="15727"/>
                    <a:pt x="3468" y="16038"/>
                  </a:cubicBezTo>
                  <a:cubicBezTo>
                    <a:pt x="3258" y="16232"/>
                    <a:pt x="3056" y="16425"/>
                    <a:pt x="2845" y="16627"/>
                  </a:cubicBezTo>
                  <a:cubicBezTo>
                    <a:pt x="2205" y="17234"/>
                    <a:pt x="2029" y="18159"/>
                    <a:pt x="2264" y="18967"/>
                  </a:cubicBezTo>
                  <a:cubicBezTo>
                    <a:pt x="2037" y="19540"/>
                    <a:pt x="1818" y="20112"/>
                    <a:pt x="1608" y="20693"/>
                  </a:cubicBezTo>
                  <a:cubicBezTo>
                    <a:pt x="1448" y="21131"/>
                    <a:pt x="1271" y="21577"/>
                    <a:pt x="1136" y="22040"/>
                  </a:cubicBezTo>
                  <a:cubicBezTo>
                    <a:pt x="236" y="23151"/>
                    <a:pt x="0" y="24834"/>
                    <a:pt x="1170" y="25911"/>
                  </a:cubicBezTo>
                  <a:cubicBezTo>
                    <a:pt x="1753" y="26445"/>
                    <a:pt x="2422" y="26686"/>
                    <a:pt x="3087" y="26686"/>
                  </a:cubicBezTo>
                  <a:cubicBezTo>
                    <a:pt x="3786" y="26686"/>
                    <a:pt x="4481" y="26420"/>
                    <a:pt x="5067" y="25945"/>
                  </a:cubicBezTo>
                  <a:cubicBezTo>
                    <a:pt x="6102" y="25667"/>
                    <a:pt x="7121" y="25297"/>
                    <a:pt x="8131" y="24918"/>
                  </a:cubicBezTo>
                  <a:cubicBezTo>
                    <a:pt x="8317" y="24964"/>
                    <a:pt x="8510" y="24987"/>
                    <a:pt x="8702" y="24987"/>
                  </a:cubicBezTo>
                  <a:cubicBezTo>
                    <a:pt x="9319" y="24987"/>
                    <a:pt x="9942" y="24755"/>
                    <a:pt x="10404" y="24312"/>
                  </a:cubicBezTo>
                  <a:cubicBezTo>
                    <a:pt x="10606" y="24110"/>
                    <a:pt x="10816" y="23908"/>
                    <a:pt x="11018" y="23706"/>
                  </a:cubicBezTo>
                  <a:cubicBezTo>
                    <a:pt x="11329" y="23412"/>
                    <a:pt x="11523" y="23041"/>
                    <a:pt x="11624" y="22654"/>
                  </a:cubicBezTo>
                  <a:cubicBezTo>
                    <a:pt x="13568" y="20760"/>
                    <a:pt x="15521" y="18866"/>
                    <a:pt x="17465" y="16973"/>
                  </a:cubicBezTo>
                  <a:lnTo>
                    <a:pt x="17566" y="16872"/>
                  </a:lnTo>
                  <a:cubicBezTo>
                    <a:pt x="17970" y="16771"/>
                    <a:pt x="18349" y="16569"/>
                    <a:pt x="18661" y="16274"/>
                  </a:cubicBezTo>
                  <a:cubicBezTo>
                    <a:pt x="18964" y="15979"/>
                    <a:pt x="19267" y="15685"/>
                    <a:pt x="19561" y="15399"/>
                  </a:cubicBezTo>
                  <a:cubicBezTo>
                    <a:pt x="19873" y="15104"/>
                    <a:pt x="20075" y="14734"/>
                    <a:pt x="20167" y="14338"/>
                  </a:cubicBezTo>
                  <a:lnTo>
                    <a:pt x="24494" y="10130"/>
                  </a:lnTo>
                  <a:cubicBezTo>
                    <a:pt x="24847" y="10020"/>
                    <a:pt x="25184" y="9835"/>
                    <a:pt x="25453" y="9566"/>
                  </a:cubicBezTo>
                  <a:cubicBezTo>
                    <a:pt x="25638" y="9397"/>
                    <a:pt x="25815" y="9229"/>
                    <a:pt x="25992" y="9052"/>
                  </a:cubicBezTo>
                  <a:cubicBezTo>
                    <a:pt x="26320" y="8732"/>
                    <a:pt x="26531" y="8337"/>
                    <a:pt x="26615" y="7907"/>
                  </a:cubicBezTo>
                  <a:cubicBezTo>
                    <a:pt x="27069" y="7268"/>
                    <a:pt x="27372" y="6552"/>
                    <a:pt x="27490" y="5736"/>
                  </a:cubicBezTo>
                  <a:cubicBezTo>
                    <a:pt x="27684" y="4254"/>
                    <a:pt x="27254" y="2866"/>
                    <a:pt x="26312" y="1738"/>
                  </a:cubicBezTo>
                  <a:cubicBezTo>
                    <a:pt x="26253" y="1662"/>
                    <a:pt x="26194" y="1586"/>
                    <a:pt x="26118" y="1519"/>
                  </a:cubicBezTo>
                  <a:cubicBezTo>
                    <a:pt x="26068" y="1460"/>
                    <a:pt x="26000" y="1401"/>
                    <a:pt x="25941" y="1351"/>
                  </a:cubicBezTo>
                  <a:cubicBezTo>
                    <a:pt x="25036" y="522"/>
                    <a:pt x="23831" y="0"/>
                    <a:pt x="22602" y="0"/>
                  </a:cubicBezTo>
                  <a:close/>
                </a:path>
              </a:pathLst>
            </a:custGeom>
            <a:solidFill>
              <a:schemeClr val="l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7" name="Google Shape;307;p32"/>
            <p:cNvGrpSpPr/>
            <p:nvPr/>
          </p:nvGrpSpPr>
          <p:grpSpPr>
            <a:xfrm rot="4272151">
              <a:off x="4511477" y="3886002"/>
              <a:ext cx="928162" cy="896515"/>
              <a:chOff x="1802700" y="1365150"/>
              <a:chExt cx="3869032" cy="3737112"/>
            </a:xfrm>
          </p:grpSpPr>
          <p:sp>
            <p:nvSpPr>
              <p:cNvPr id="308" name="Google Shape;308;p32"/>
              <p:cNvSpPr/>
              <p:nvPr/>
            </p:nvSpPr>
            <p:spPr>
              <a:xfrm>
                <a:off x="1802700" y="1365150"/>
                <a:ext cx="3869032" cy="3737112"/>
              </a:xfrm>
              <a:custGeom>
                <a:avLst/>
                <a:gdLst/>
                <a:ahLst/>
                <a:cxnLst/>
                <a:rect l="l" t="t" r="r" b="b"/>
                <a:pathLst>
                  <a:path w="14371" h="13881" extrusionOk="0">
                    <a:moveTo>
                      <a:pt x="12519" y="1"/>
                    </a:moveTo>
                    <a:cubicBezTo>
                      <a:pt x="12098" y="1"/>
                      <a:pt x="11677" y="157"/>
                      <a:pt x="11353" y="471"/>
                    </a:cubicBezTo>
                    <a:lnTo>
                      <a:pt x="1520" y="10038"/>
                    </a:lnTo>
                    <a:lnTo>
                      <a:pt x="3863" y="12450"/>
                    </a:lnTo>
                    <a:lnTo>
                      <a:pt x="13695" y="2883"/>
                    </a:lnTo>
                    <a:cubicBezTo>
                      <a:pt x="14354" y="2245"/>
                      <a:pt x="14370" y="1183"/>
                      <a:pt x="13733" y="524"/>
                    </a:cubicBezTo>
                    <a:lnTo>
                      <a:pt x="13711" y="503"/>
                    </a:lnTo>
                    <a:cubicBezTo>
                      <a:pt x="13387" y="168"/>
                      <a:pt x="12954" y="1"/>
                      <a:pt x="12519" y="1"/>
                    </a:cubicBezTo>
                    <a:close/>
                    <a:moveTo>
                      <a:pt x="564" y="13092"/>
                    </a:moveTo>
                    <a:cubicBezTo>
                      <a:pt x="499" y="13092"/>
                      <a:pt x="433" y="13117"/>
                      <a:pt x="383" y="13167"/>
                    </a:cubicBezTo>
                    <a:lnTo>
                      <a:pt x="107" y="13438"/>
                    </a:lnTo>
                    <a:cubicBezTo>
                      <a:pt x="1" y="13539"/>
                      <a:pt x="1" y="13703"/>
                      <a:pt x="102" y="13804"/>
                    </a:cubicBezTo>
                    <a:cubicBezTo>
                      <a:pt x="150" y="13855"/>
                      <a:pt x="218" y="13881"/>
                      <a:pt x="285" y="13881"/>
                    </a:cubicBezTo>
                    <a:cubicBezTo>
                      <a:pt x="351" y="13881"/>
                      <a:pt x="416" y="13857"/>
                      <a:pt x="463" y="13810"/>
                    </a:cubicBezTo>
                    <a:lnTo>
                      <a:pt x="745" y="13539"/>
                    </a:lnTo>
                    <a:cubicBezTo>
                      <a:pt x="851" y="13438"/>
                      <a:pt x="851" y="13273"/>
                      <a:pt x="750" y="13172"/>
                    </a:cubicBezTo>
                    <a:cubicBezTo>
                      <a:pt x="699" y="13118"/>
                      <a:pt x="631" y="13092"/>
                      <a:pt x="564" y="1309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2"/>
              <p:cNvSpPr/>
              <p:nvPr/>
            </p:nvSpPr>
            <p:spPr>
              <a:xfrm>
                <a:off x="1902852" y="1506224"/>
                <a:ext cx="3575577" cy="3502617"/>
              </a:xfrm>
              <a:custGeom>
                <a:avLst/>
                <a:gdLst/>
                <a:ahLst/>
                <a:cxnLst/>
                <a:rect l="l" t="t" r="r" b="b"/>
                <a:pathLst>
                  <a:path w="13281" h="13010" extrusionOk="0">
                    <a:moveTo>
                      <a:pt x="10710" y="0"/>
                    </a:moveTo>
                    <a:lnTo>
                      <a:pt x="10370" y="324"/>
                    </a:lnTo>
                    <a:lnTo>
                      <a:pt x="12096" y="2098"/>
                    </a:lnTo>
                    <a:lnTo>
                      <a:pt x="9297" y="4829"/>
                    </a:lnTo>
                    <a:cubicBezTo>
                      <a:pt x="9191" y="4935"/>
                      <a:pt x="9185" y="5105"/>
                      <a:pt x="9292" y="5211"/>
                    </a:cubicBezTo>
                    <a:cubicBezTo>
                      <a:pt x="9346" y="5266"/>
                      <a:pt x="9417" y="5294"/>
                      <a:pt x="9488" y="5294"/>
                    </a:cubicBezTo>
                    <a:cubicBezTo>
                      <a:pt x="9555" y="5294"/>
                      <a:pt x="9622" y="5268"/>
                      <a:pt x="9674" y="5217"/>
                    </a:cubicBezTo>
                    <a:lnTo>
                      <a:pt x="12479" y="2491"/>
                    </a:lnTo>
                    <a:lnTo>
                      <a:pt x="12941" y="2970"/>
                    </a:lnTo>
                    <a:lnTo>
                      <a:pt x="13281" y="2640"/>
                    </a:lnTo>
                    <a:lnTo>
                      <a:pt x="12813" y="2162"/>
                    </a:lnTo>
                    <a:lnTo>
                      <a:pt x="12883" y="2098"/>
                    </a:lnTo>
                    <a:cubicBezTo>
                      <a:pt x="12989" y="1992"/>
                      <a:pt x="12994" y="1817"/>
                      <a:pt x="12888" y="1711"/>
                    </a:cubicBezTo>
                    <a:cubicBezTo>
                      <a:pt x="12833" y="1656"/>
                      <a:pt x="12761" y="1628"/>
                      <a:pt x="12689" y="1628"/>
                    </a:cubicBezTo>
                    <a:cubicBezTo>
                      <a:pt x="12621" y="1628"/>
                      <a:pt x="12555" y="1653"/>
                      <a:pt x="12505" y="1705"/>
                    </a:cubicBezTo>
                    <a:lnTo>
                      <a:pt x="12436" y="1774"/>
                    </a:lnTo>
                    <a:lnTo>
                      <a:pt x="10710" y="0"/>
                    </a:lnTo>
                    <a:close/>
                    <a:moveTo>
                      <a:pt x="6630" y="3984"/>
                    </a:moveTo>
                    <a:lnTo>
                      <a:pt x="6062" y="4537"/>
                    </a:lnTo>
                    <a:lnTo>
                      <a:pt x="8654" y="7198"/>
                    </a:lnTo>
                    <a:lnTo>
                      <a:pt x="9223" y="6645"/>
                    </a:lnTo>
                    <a:lnTo>
                      <a:pt x="6630" y="3984"/>
                    </a:lnTo>
                    <a:close/>
                    <a:moveTo>
                      <a:pt x="1175" y="9163"/>
                    </a:moveTo>
                    <a:lnTo>
                      <a:pt x="782" y="9535"/>
                    </a:lnTo>
                    <a:lnTo>
                      <a:pt x="1031" y="9785"/>
                    </a:lnTo>
                    <a:cubicBezTo>
                      <a:pt x="771" y="10422"/>
                      <a:pt x="181" y="11899"/>
                      <a:pt x="1" y="12622"/>
                    </a:cubicBezTo>
                    <a:lnTo>
                      <a:pt x="373" y="13009"/>
                    </a:lnTo>
                    <a:cubicBezTo>
                      <a:pt x="1100" y="12850"/>
                      <a:pt x="2588" y="12298"/>
                      <a:pt x="3236" y="12058"/>
                    </a:cubicBezTo>
                    <a:lnTo>
                      <a:pt x="3438" y="12271"/>
                    </a:lnTo>
                    <a:lnTo>
                      <a:pt x="3831" y="11894"/>
                    </a:lnTo>
                    <a:lnTo>
                      <a:pt x="1175" y="916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2"/>
              <p:cNvSpPr/>
              <p:nvPr/>
            </p:nvSpPr>
            <p:spPr>
              <a:xfrm>
                <a:off x="4518637" y="2335709"/>
                <a:ext cx="110382" cy="110382"/>
              </a:xfrm>
              <a:custGeom>
                <a:avLst/>
                <a:gdLst/>
                <a:ahLst/>
                <a:cxnLst/>
                <a:rect l="l" t="t" r="r" b="b"/>
                <a:pathLst>
                  <a:path w="410" h="410" extrusionOk="0">
                    <a:moveTo>
                      <a:pt x="383" y="0"/>
                    </a:moveTo>
                    <a:lnTo>
                      <a:pt x="197" y="106"/>
                    </a:lnTo>
                    <a:lnTo>
                      <a:pt x="1" y="27"/>
                    </a:lnTo>
                    <a:lnTo>
                      <a:pt x="1" y="27"/>
                    </a:lnTo>
                    <a:lnTo>
                      <a:pt x="112" y="213"/>
                    </a:lnTo>
                    <a:lnTo>
                      <a:pt x="27" y="409"/>
                    </a:lnTo>
                    <a:lnTo>
                      <a:pt x="202" y="298"/>
                    </a:lnTo>
                    <a:lnTo>
                      <a:pt x="410" y="383"/>
                    </a:lnTo>
                    <a:lnTo>
                      <a:pt x="298" y="197"/>
                    </a:lnTo>
                    <a:lnTo>
                      <a:pt x="3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2"/>
              <p:cNvSpPr/>
              <p:nvPr/>
            </p:nvSpPr>
            <p:spPr>
              <a:xfrm>
                <a:off x="3132938" y="3486919"/>
                <a:ext cx="110382" cy="110382"/>
              </a:xfrm>
              <a:custGeom>
                <a:avLst/>
                <a:gdLst/>
                <a:ahLst/>
                <a:cxnLst/>
                <a:rect l="l" t="t" r="r" b="b"/>
                <a:pathLst>
                  <a:path w="410" h="410" extrusionOk="0">
                    <a:moveTo>
                      <a:pt x="383" y="0"/>
                    </a:moveTo>
                    <a:lnTo>
                      <a:pt x="197" y="112"/>
                    </a:lnTo>
                    <a:lnTo>
                      <a:pt x="0" y="27"/>
                    </a:lnTo>
                    <a:lnTo>
                      <a:pt x="0" y="27"/>
                    </a:lnTo>
                    <a:lnTo>
                      <a:pt x="112" y="213"/>
                    </a:lnTo>
                    <a:lnTo>
                      <a:pt x="27" y="409"/>
                    </a:lnTo>
                    <a:lnTo>
                      <a:pt x="202" y="303"/>
                    </a:lnTo>
                    <a:lnTo>
                      <a:pt x="409" y="383"/>
                    </a:lnTo>
                    <a:lnTo>
                      <a:pt x="298" y="197"/>
                    </a:lnTo>
                    <a:lnTo>
                      <a:pt x="3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2"/>
              <p:cNvSpPr/>
              <p:nvPr/>
            </p:nvSpPr>
            <p:spPr>
              <a:xfrm>
                <a:off x="2931289" y="1919486"/>
                <a:ext cx="1890767" cy="2297028"/>
              </a:xfrm>
              <a:custGeom>
                <a:avLst/>
                <a:gdLst/>
                <a:ahLst/>
                <a:cxnLst/>
                <a:rect l="l" t="t" r="r" b="b"/>
                <a:pathLst>
                  <a:path w="7023" h="8532" extrusionOk="0">
                    <a:moveTo>
                      <a:pt x="7007" y="0"/>
                    </a:moveTo>
                    <a:lnTo>
                      <a:pt x="6672" y="176"/>
                    </a:lnTo>
                    <a:lnTo>
                      <a:pt x="6327" y="11"/>
                    </a:lnTo>
                    <a:lnTo>
                      <a:pt x="6502" y="351"/>
                    </a:lnTo>
                    <a:lnTo>
                      <a:pt x="6337" y="696"/>
                    </a:lnTo>
                    <a:lnTo>
                      <a:pt x="6661" y="516"/>
                    </a:lnTo>
                    <a:lnTo>
                      <a:pt x="7023" y="680"/>
                    </a:lnTo>
                    <a:lnTo>
                      <a:pt x="6842" y="346"/>
                    </a:lnTo>
                    <a:lnTo>
                      <a:pt x="7007" y="0"/>
                    </a:lnTo>
                    <a:close/>
                    <a:moveTo>
                      <a:pt x="4348" y="2032"/>
                    </a:moveTo>
                    <a:cubicBezTo>
                      <a:pt x="4312" y="2032"/>
                      <a:pt x="4276" y="2045"/>
                      <a:pt x="4250" y="2072"/>
                    </a:cubicBezTo>
                    <a:cubicBezTo>
                      <a:pt x="4197" y="2125"/>
                      <a:pt x="4186" y="2215"/>
                      <a:pt x="4250" y="2269"/>
                    </a:cubicBezTo>
                    <a:cubicBezTo>
                      <a:pt x="4277" y="2296"/>
                      <a:pt x="4314" y="2310"/>
                      <a:pt x="4351" y="2310"/>
                    </a:cubicBezTo>
                    <a:cubicBezTo>
                      <a:pt x="4386" y="2310"/>
                      <a:pt x="4420" y="2297"/>
                      <a:pt x="4446" y="2269"/>
                    </a:cubicBezTo>
                    <a:cubicBezTo>
                      <a:pt x="4499" y="2210"/>
                      <a:pt x="4505" y="2125"/>
                      <a:pt x="4446" y="2072"/>
                    </a:cubicBezTo>
                    <a:cubicBezTo>
                      <a:pt x="4420" y="2045"/>
                      <a:pt x="4384" y="2032"/>
                      <a:pt x="4348" y="2032"/>
                    </a:cubicBezTo>
                    <a:close/>
                    <a:moveTo>
                      <a:pt x="2874" y="4613"/>
                    </a:moveTo>
                    <a:cubicBezTo>
                      <a:pt x="2816" y="4613"/>
                      <a:pt x="2758" y="4634"/>
                      <a:pt x="2715" y="4680"/>
                    </a:cubicBezTo>
                    <a:cubicBezTo>
                      <a:pt x="2619" y="4771"/>
                      <a:pt x="2614" y="4925"/>
                      <a:pt x="2709" y="5020"/>
                    </a:cubicBezTo>
                    <a:cubicBezTo>
                      <a:pt x="2756" y="5067"/>
                      <a:pt x="2819" y="5091"/>
                      <a:pt x="2882" y="5091"/>
                    </a:cubicBezTo>
                    <a:cubicBezTo>
                      <a:pt x="2941" y="5091"/>
                      <a:pt x="3000" y="5069"/>
                      <a:pt x="3044" y="5025"/>
                    </a:cubicBezTo>
                    <a:cubicBezTo>
                      <a:pt x="3140" y="4930"/>
                      <a:pt x="3145" y="4776"/>
                      <a:pt x="3049" y="4686"/>
                    </a:cubicBezTo>
                    <a:cubicBezTo>
                      <a:pt x="3002" y="4638"/>
                      <a:pt x="2938" y="4613"/>
                      <a:pt x="2874" y="4613"/>
                    </a:cubicBezTo>
                    <a:close/>
                    <a:moveTo>
                      <a:pt x="2379" y="6494"/>
                    </a:moveTo>
                    <a:cubicBezTo>
                      <a:pt x="2343" y="6494"/>
                      <a:pt x="2306" y="6508"/>
                      <a:pt x="2274" y="6534"/>
                    </a:cubicBezTo>
                    <a:cubicBezTo>
                      <a:pt x="2221" y="6587"/>
                      <a:pt x="2215" y="6678"/>
                      <a:pt x="2274" y="6731"/>
                    </a:cubicBezTo>
                    <a:cubicBezTo>
                      <a:pt x="2301" y="6758"/>
                      <a:pt x="2339" y="6773"/>
                      <a:pt x="2377" y="6773"/>
                    </a:cubicBezTo>
                    <a:cubicBezTo>
                      <a:pt x="2414" y="6773"/>
                      <a:pt x="2450" y="6759"/>
                      <a:pt x="2476" y="6731"/>
                    </a:cubicBezTo>
                    <a:cubicBezTo>
                      <a:pt x="2529" y="6678"/>
                      <a:pt x="2534" y="6587"/>
                      <a:pt x="2476" y="6534"/>
                    </a:cubicBezTo>
                    <a:cubicBezTo>
                      <a:pt x="2449" y="6508"/>
                      <a:pt x="2415" y="6494"/>
                      <a:pt x="2379" y="6494"/>
                    </a:cubicBezTo>
                    <a:close/>
                    <a:moveTo>
                      <a:pt x="680" y="7836"/>
                    </a:moveTo>
                    <a:lnTo>
                      <a:pt x="345" y="8011"/>
                    </a:lnTo>
                    <a:lnTo>
                      <a:pt x="0" y="7846"/>
                    </a:lnTo>
                    <a:lnTo>
                      <a:pt x="175" y="8186"/>
                    </a:lnTo>
                    <a:lnTo>
                      <a:pt x="11" y="8531"/>
                    </a:lnTo>
                    <a:lnTo>
                      <a:pt x="335" y="8351"/>
                    </a:lnTo>
                    <a:lnTo>
                      <a:pt x="696" y="8516"/>
                    </a:lnTo>
                    <a:lnTo>
                      <a:pt x="515" y="8181"/>
                    </a:lnTo>
                    <a:lnTo>
                      <a:pt x="680" y="783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5124" name="Picture 4" descr="Media armónica - Qué es, definición y concepto | 2023 | Economipedia">
            <a:extLst>
              <a:ext uri="{FF2B5EF4-FFF2-40B4-BE49-F238E27FC236}">
                <a16:creationId xmlns:a16="http://schemas.microsoft.com/office/drawing/2014/main" id="{1F0517C2-982C-D9DD-D277-8D73C46076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6784" y="3528205"/>
            <a:ext cx="3517388" cy="130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71068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ítulo 1">
            <a:extLst>
              <a:ext uri="{FF2B5EF4-FFF2-40B4-BE49-F238E27FC236}">
                <a16:creationId xmlns:a16="http://schemas.microsoft.com/office/drawing/2014/main" id="{52A77E38-9789-1ADB-145B-DE0F7FCB7499}"/>
              </a:ext>
            </a:extLst>
          </p:cNvPr>
          <p:cNvSpPr>
            <a:spLocks noGrp="1"/>
          </p:cNvSpPr>
          <p:nvPr>
            <p:ph type="subTitle" idx="1"/>
          </p:nvPr>
        </p:nvSpPr>
        <p:spPr/>
        <p:txBody>
          <a:bodyPr/>
          <a:lstStyle/>
          <a:p>
            <a:pPr marL="0" indent="0">
              <a:buNone/>
            </a:pPr>
            <a:r>
              <a:rPr lang="es-PE" dirty="0"/>
              <a:t>Es el dato que ocurre con mayor frecuencia.</a:t>
            </a:r>
          </a:p>
          <a:p>
            <a:pPr marL="0" indent="0">
              <a:buNone/>
            </a:pPr>
            <a:endParaRPr lang="es-PE" dirty="0"/>
          </a:p>
          <a:p>
            <a:pPr marL="0" indent="0">
              <a:buNone/>
            </a:pPr>
            <a:r>
              <a:rPr lang="es-PE" dirty="0"/>
              <a:t>PROPIEDADES</a:t>
            </a:r>
          </a:p>
          <a:p>
            <a:r>
              <a:rPr lang="es-PE" dirty="0"/>
              <a:t>La moda de una función cualquiera es el valor de la variable en el que existe un máximo absoluto ( o dos máximos relativos iguales)</a:t>
            </a:r>
          </a:p>
          <a:p>
            <a:r>
              <a:rPr lang="es-PE" dirty="0"/>
              <a:t>No siempre existe, y de hacerlo no siempre es única.</a:t>
            </a:r>
          </a:p>
          <a:p>
            <a:r>
              <a:rPr lang="es-PE" dirty="0"/>
              <a:t>El empleo de la moda como promedio puede estar justificado cuando se quiere señalar el valor más común de una serie de datos o se precise rápidamente de una medida promedio y no haya tiempo de calcular otras.</a:t>
            </a:r>
          </a:p>
          <a:p>
            <a:pPr marL="139700" indent="0">
              <a:buNone/>
            </a:pPr>
            <a:endParaRPr lang="es-PE" dirty="0"/>
          </a:p>
        </p:txBody>
      </p:sp>
      <p:sp>
        <p:nvSpPr>
          <p:cNvPr id="3" name="Título 2">
            <a:extLst>
              <a:ext uri="{FF2B5EF4-FFF2-40B4-BE49-F238E27FC236}">
                <a16:creationId xmlns:a16="http://schemas.microsoft.com/office/drawing/2014/main" id="{A10E39CD-CD18-93BB-DE04-672D4C4388AB}"/>
              </a:ext>
            </a:extLst>
          </p:cNvPr>
          <p:cNvSpPr>
            <a:spLocks noGrp="1"/>
          </p:cNvSpPr>
          <p:nvPr>
            <p:ph type="title"/>
          </p:nvPr>
        </p:nvSpPr>
        <p:spPr/>
        <p:txBody>
          <a:bodyPr/>
          <a:lstStyle/>
          <a:p>
            <a:r>
              <a:rPr lang="es-PE" sz="5000" dirty="0">
                <a:solidFill>
                  <a:schemeClr val="accent2"/>
                </a:solidFill>
              </a:rPr>
              <a:t>3.2 Moda</a:t>
            </a:r>
          </a:p>
        </p:txBody>
      </p:sp>
    </p:spTree>
    <p:extLst>
      <p:ext uri="{BB962C8B-B14F-4D97-AF65-F5344CB8AC3E}">
        <p14:creationId xmlns:p14="http://schemas.microsoft.com/office/powerpoint/2010/main" val="20749012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ítulo 1">
            <a:extLst>
              <a:ext uri="{FF2B5EF4-FFF2-40B4-BE49-F238E27FC236}">
                <a16:creationId xmlns:a16="http://schemas.microsoft.com/office/drawing/2014/main" id="{BFAE5425-E694-C29E-FEAA-93ABB4B95D92}"/>
              </a:ext>
            </a:extLst>
          </p:cNvPr>
          <p:cNvSpPr>
            <a:spLocks noGrp="1"/>
          </p:cNvSpPr>
          <p:nvPr>
            <p:ph type="subTitle" idx="1"/>
          </p:nvPr>
        </p:nvSpPr>
        <p:spPr>
          <a:xfrm>
            <a:off x="720000" y="1485046"/>
            <a:ext cx="3195508" cy="572700"/>
          </a:xfrm>
        </p:spPr>
        <p:txBody>
          <a:bodyPr/>
          <a:lstStyle/>
          <a:p>
            <a:pPr marL="139700" indent="0">
              <a:buNone/>
            </a:pPr>
            <a:r>
              <a:rPr lang="es-PE" dirty="0"/>
              <a:t>Datos no agrupados</a:t>
            </a:r>
          </a:p>
        </p:txBody>
      </p:sp>
      <p:sp>
        <p:nvSpPr>
          <p:cNvPr id="6" name="Subtítulo 5">
            <a:extLst>
              <a:ext uri="{FF2B5EF4-FFF2-40B4-BE49-F238E27FC236}">
                <a16:creationId xmlns:a16="http://schemas.microsoft.com/office/drawing/2014/main" id="{14F58DB2-4414-106E-CB2F-A5EAB31656DF}"/>
              </a:ext>
            </a:extLst>
          </p:cNvPr>
          <p:cNvSpPr>
            <a:spLocks noGrp="1"/>
          </p:cNvSpPr>
          <p:nvPr>
            <p:ph type="subTitle" idx="2"/>
          </p:nvPr>
        </p:nvSpPr>
        <p:spPr>
          <a:xfrm>
            <a:off x="4387796" y="1198696"/>
            <a:ext cx="3852000" cy="572700"/>
          </a:xfrm>
        </p:spPr>
        <p:txBody>
          <a:bodyPr/>
          <a:lstStyle/>
          <a:p>
            <a:r>
              <a:rPr lang="es-PE" dirty="0"/>
              <a:t>Datos agrupados</a:t>
            </a:r>
          </a:p>
        </p:txBody>
      </p:sp>
      <p:sp>
        <p:nvSpPr>
          <p:cNvPr id="7" name="Subtítulo 6">
            <a:extLst>
              <a:ext uri="{FF2B5EF4-FFF2-40B4-BE49-F238E27FC236}">
                <a16:creationId xmlns:a16="http://schemas.microsoft.com/office/drawing/2014/main" id="{6444599D-1AE7-75E9-8389-1214F38B62B5}"/>
              </a:ext>
            </a:extLst>
          </p:cNvPr>
          <p:cNvSpPr>
            <a:spLocks noGrp="1"/>
          </p:cNvSpPr>
          <p:nvPr>
            <p:ph type="subTitle" idx="3"/>
          </p:nvPr>
        </p:nvSpPr>
        <p:spPr>
          <a:xfrm>
            <a:off x="720000" y="2039815"/>
            <a:ext cx="3031385" cy="2610626"/>
          </a:xfrm>
        </p:spPr>
        <p:txBody>
          <a:bodyPr/>
          <a:lstStyle/>
          <a:p>
            <a:pPr algn="l"/>
            <a:r>
              <a:rPr lang="es-MX" dirty="0"/>
              <a:t>Para calcular la moda se deben escribir los números del conjunto y luego escribir el número o los números que se repiten mayor cantidad de veces. En un conjunto con los siguientes componentes: 4, 5, 8, 8, 7, 6, 8; la moda es el número 8 al ser el número que se repite más.</a:t>
            </a:r>
            <a:endParaRPr lang="es-PE" dirty="0"/>
          </a:p>
        </p:txBody>
      </p:sp>
      <p:sp>
        <p:nvSpPr>
          <p:cNvPr id="5" name="Título 4">
            <a:extLst>
              <a:ext uri="{FF2B5EF4-FFF2-40B4-BE49-F238E27FC236}">
                <a16:creationId xmlns:a16="http://schemas.microsoft.com/office/drawing/2014/main" id="{FD510F9C-C9BA-B5BF-85D7-495C3EC726E6}"/>
              </a:ext>
            </a:extLst>
          </p:cNvPr>
          <p:cNvSpPr>
            <a:spLocks noGrp="1"/>
          </p:cNvSpPr>
          <p:nvPr>
            <p:ph type="title"/>
          </p:nvPr>
        </p:nvSpPr>
        <p:spPr/>
        <p:txBody>
          <a:bodyPr/>
          <a:lstStyle/>
          <a:p>
            <a:r>
              <a:rPr lang="es-PE" dirty="0">
                <a:solidFill>
                  <a:schemeClr val="accent2"/>
                </a:solidFill>
              </a:rPr>
              <a:t>3.3 Moda</a:t>
            </a:r>
          </a:p>
        </p:txBody>
      </p:sp>
      <p:pic>
        <p:nvPicPr>
          <p:cNvPr id="4" name="Picture 2" descr="Como calcular la MODA para datos agrupados - YouTube">
            <a:extLst>
              <a:ext uri="{FF2B5EF4-FFF2-40B4-BE49-F238E27FC236}">
                <a16:creationId xmlns:a16="http://schemas.microsoft.com/office/drawing/2014/main" id="{75D6B023-4FD0-54F2-EDE0-A236F310E0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15508" y="1952367"/>
            <a:ext cx="4796576" cy="2698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70916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ítulo 1">
            <a:extLst>
              <a:ext uri="{FF2B5EF4-FFF2-40B4-BE49-F238E27FC236}">
                <a16:creationId xmlns:a16="http://schemas.microsoft.com/office/drawing/2014/main" id="{82261478-9A9C-FC20-ED3C-F281EC725E0B}"/>
              </a:ext>
            </a:extLst>
          </p:cNvPr>
          <p:cNvSpPr>
            <a:spLocks noGrp="1"/>
          </p:cNvSpPr>
          <p:nvPr>
            <p:ph type="subTitle" idx="1"/>
          </p:nvPr>
        </p:nvSpPr>
        <p:spPr/>
        <p:txBody>
          <a:bodyPr/>
          <a:lstStyle/>
          <a:p>
            <a:pPr marL="0" indent="0">
              <a:buNone/>
            </a:pPr>
            <a:r>
              <a:rPr lang="es-PE" dirty="0"/>
              <a:t>Es el número que separa a la serie de datos ordenados en dos partes de igual número de datos. La mediana es el percentil 50 de los datos.</a:t>
            </a:r>
            <a:br>
              <a:rPr lang="es-PE" dirty="0"/>
            </a:br>
            <a:br>
              <a:rPr lang="es-PE" dirty="0"/>
            </a:br>
            <a:endParaRPr lang="es-PE" dirty="0"/>
          </a:p>
          <a:p>
            <a:pPr marL="0" indent="0">
              <a:buNone/>
            </a:pPr>
            <a:r>
              <a:rPr lang="es-PE" dirty="0"/>
              <a:t>PROPIEDADES</a:t>
            </a:r>
          </a:p>
          <a:p>
            <a:r>
              <a:rPr lang="es-PE" dirty="0"/>
              <a:t>Solo depende del número de datos ordenados y no del valor de los datos, es decir que no es sesgada por un valor atípico.</a:t>
            </a:r>
          </a:p>
          <a:p>
            <a:r>
              <a:rPr lang="es-PE" dirty="0"/>
              <a:t>La suma de las diferencias en valor absoluto de los n datos con respecto a su mediana es mínima.</a:t>
            </a:r>
          </a:p>
          <a:p>
            <a:pPr marL="139700" indent="0">
              <a:buNone/>
            </a:pPr>
            <a:endParaRPr lang="es-PE" dirty="0"/>
          </a:p>
        </p:txBody>
      </p:sp>
      <p:sp>
        <p:nvSpPr>
          <p:cNvPr id="3" name="Título 2">
            <a:extLst>
              <a:ext uri="{FF2B5EF4-FFF2-40B4-BE49-F238E27FC236}">
                <a16:creationId xmlns:a16="http://schemas.microsoft.com/office/drawing/2014/main" id="{E0EF2F32-6D68-1001-A4DC-C83B354E9E72}"/>
              </a:ext>
            </a:extLst>
          </p:cNvPr>
          <p:cNvSpPr>
            <a:spLocks noGrp="1"/>
          </p:cNvSpPr>
          <p:nvPr>
            <p:ph type="title"/>
          </p:nvPr>
        </p:nvSpPr>
        <p:spPr/>
        <p:txBody>
          <a:bodyPr/>
          <a:lstStyle/>
          <a:p>
            <a:r>
              <a:rPr lang="es-PE" sz="5000" dirty="0">
                <a:solidFill>
                  <a:schemeClr val="accent2"/>
                </a:solidFill>
              </a:rPr>
              <a:t>3.3 Mediana</a:t>
            </a:r>
          </a:p>
        </p:txBody>
      </p:sp>
    </p:spTree>
    <p:extLst>
      <p:ext uri="{BB962C8B-B14F-4D97-AF65-F5344CB8AC3E}">
        <p14:creationId xmlns:p14="http://schemas.microsoft.com/office/powerpoint/2010/main" val="13789237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ítulo 1">
            <a:extLst>
              <a:ext uri="{FF2B5EF4-FFF2-40B4-BE49-F238E27FC236}">
                <a16:creationId xmlns:a16="http://schemas.microsoft.com/office/drawing/2014/main" id="{6D9367EC-463A-617C-CDB5-6624215981E7}"/>
              </a:ext>
            </a:extLst>
          </p:cNvPr>
          <p:cNvSpPr>
            <a:spLocks noGrp="1"/>
          </p:cNvSpPr>
          <p:nvPr>
            <p:ph type="subTitle" idx="1"/>
          </p:nvPr>
        </p:nvSpPr>
        <p:spPr>
          <a:xfrm>
            <a:off x="720000" y="1225880"/>
            <a:ext cx="2175600" cy="1026300"/>
          </a:xfrm>
        </p:spPr>
        <p:txBody>
          <a:bodyPr/>
          <a:lstStyle/>
          <a:p>
            <a:pPr marL="0" indent="0" algn="l">
              <a:buNone/>
            </a:pPr>
            <a:r>
              <a:rPr lang="es-PE" dirty="0"/>
              <a:t>Datos no agrupados</a:t>
            </a:r>
          </a:p>
        </p:txBody>
      </p:sp>
      <p:sp>
        <p:nvSpPr>
          <p:cNvPr id="6" name="Subtítulo 5">
            <a:extLst>
              <a:ext uri="{FF2B5EF4-FFF2-40B4-BE49-F238E27FC236}">
                <a16:creationId xmlns:a16="http://schemas.microsoft.com/office/drawing/2014/main" id="{F4A6F9B4-F416-C3AD-F909-80D7EEF2A7D2}"/>
              </a:ext>
            </a:extLst>
          </p:cNvPr>
          <p:cNvSpPr>
            <a:spLocks noGrp="1"/>
          </p:cNvSpPr>
          <p:nvPr>
            <p:ph type="subTitle" idx="2"/>
          </p:nvPr>
        </p:nvSpPr>
        <p:spPr>
          <a:xfrm>
            <a:off x="579276" y="3602678"/>
            <a:ext cx="3669464" cy="572700"/>
          </a:xfrm>
        </p:spPr>
        <p:txBody>
          <a:bodyPr/>
          <a:lstStyle/>
          <a:p>
            <a:pPr algn="l"/>
            <a:r>
              <a:rPr lang="es-PE" dirty="0"/>
              <a:t>Datos agrupados:</a:t>
            </a:r>
          </a:p>
        </p:txBody>
      </p:sp>
      <p:sp>
        <p:nvSpPr>
          <p:cNvPr id="7" name="Subtítulo 6">
            <a:extLst>
              <a:ext uri="{FF2B5EF4-FFF2-40B4-BE49-F238E27FC236}">
                <a16:creationId xmlns:a16="http://schemas.microsoft.com/office/drawing/2014/main" id="{126D56E5-0C70-1247-64A0-895D9741C57F}"/>
              </a:ext>
            </a:extLst>
          </p:cNvPr>
          <p:cNvSpPr>
            <a:spLocks noGrp="1"/>
          </p:cNvSpPr>
          <p:nvPr>
            <p:ph type="subTitle" idx="3"/>
          </p:nvPr>
        </p:nvSpPr>
        <p:spPr>
          <a:xfrm>
            <a:off x="719999" y="2314489"/>
            <a:ext cx="3383077" cy="1225880"/>
          </a:xfrm>
        </p:spPr>
        <p:txBody>
          <a:bodyPr/>
          <a:lstStyle/>
          <a:p>
            <a:pPr marL="0" indent="0" algn="l">
              <a:buNone/>
            </a:pPr>
            <a:r>
              <a:rPr lang="es-PE" sz="1400" dirty="0"/>
              <a:t>Para datos no agrupados: Ordenamos y ubicamos en valor central ( en caso n sea par, es la media de los valores centrales)</a:t>
            </a:r>
          </a:p>
          <a:p>
            <a:pPr marL="0" indent="0" algn="l">
              <a:buNone/>
            </a:pPr>
            <a:r>
              <a:rPr lang="es-PE" sz="1400" dirty="0"/>
              <a:t>Para datos agrupados: </a:t>
            </a:r>
          </a:p>
          <a:p>
            <a:endParaRPr lang="es-PE" dirty="0"/>
          </a:p>
        </p:txBody>
      </p:sp>
      <p:sp>
        <p:nvSpPr>
          <p:cNvPr id="8" name="Subtítulo 7">
            <a:extLst>
              <a:ext uri="{FF2B5EF4-FFF2-40B4-BE49-F238E27FC236}">
                <a16:creationId xmlns:a16="http://schemas.microsoft.com/office/drawing/2014/main" id="{6AD50E32-7711-DA75-88F4-C9A839E36241}"/>
              </a:ext>
            </a:extLst>
          </p:cNvPr>
          <p:cNvSpPr>
            <a:spLocks noGrp="1"/>
          </p:cNvSpPr>
          <p:nvPr>
            <p:ph type="subTitle" idx="4"/>
          </p:nvPr>
        </p:nvSpPr>
        <p:spPr>
          <a:xfrm>
            <a:off x="4550721" y="2406925"/>
            <a:ext cx="2907600" cy="1026300"/>
          </a:xfrm>
        </p:spPr>
        <p:txBody>
          <a:bodyPr/>
          <a:lstStyle/>
          <a:p>
            <a:endParaRPr lang="es-PE"/>
          </a:p>
        </p:txBody>
      </p:sp>
      <p:sp>
        <p:nvSpPr>
          <p:cNvPr id="5" name="Título 4">
            <a:extLst>
              <a:ext uri="{FF2B5EF4-FFF2-40B4-BE49-F238E27FC236}">
                <a16:creationId xmlns:a16="http://schemas.microsoft.com/office/drawing/2014/main" id="{82260BDA-537A-1865-DCD0-9EDA7FF2544C}"/>
              </a:ext>
            </a:extLst>
          </p:cNvPr>
          <p:cNvSpPr>
            <a:spLocks noGrp="1"/>
          </p:cNvSpPr>
          <p:nvPr>
            <p:ph type="title"/>
          </p:nvPr>
        </p:nvSpPr>
        <p:spPr/>
        <p:txBody>
          <a:bodyPr/>
          <a:lstStyle/>
          <a:p>
            <a:pPr algn="l"/>
            <a:r>
              <a:rPr lang="es-PE" dirty="0">
                <a:solidFill>
                  <a:schemeClr val="accent2"/>
                </a:solidFill>
              </a:rPr>
              <a:t>3.3 Mediana</a:t>
            </a:r>
          </a:p>
        </p:txBody>
      </p:sp>
      <p:pic>
        <p:nvPicPr>
          <p:cNvPr id="4" name="Picture 2" descr="Media, moda y mediana para datos agrupados | Datos agrupados, Tecnicas de  aprendizaje, Enseñanza de las letras">
            <a:extLst>
              <a:ext uri="{FF2B5EF4-FFF2-40B4-BE49-F238E27FC236}">
                <a16:creationId xmlns:a16="http://schemas.microsoft.com/office/drawing/2014/main" id="{B39F4A75-5C41-B25D-2862-31E1EE4308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6492" y="118536"/>
            <a:ext cx="4508493" cy="49064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72882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3BA506-EF6F-9FA9-E920-B609E4404E3C}"/>
              </a:ext>
            </a:extLst>
          </p:cNvPr>
          <p:cNvSpPr>
            <a:spLocks noGrp="1"/>
          </p:cNvSpPr>
          <p:nvPr>
            <p:ph type="title"/>
          </p:nvPr>
        </p:nvSpPr>
        <p:spPr>
          <a:xfrm>
            <a:off x="720000" y="313010"/>
            <a:ext cx="7704000" cy="589668"/>
          </a:xfrm>
        </p:spPr>
        <p:txBody>
          <a:bodyPr/>
          <a:lstStyle/>
          <a:p>
            <a:r>
              <a:rPr lang="es-PE" sz="3200" dirty="0">
                <a:solidFill>
                  <a:schemeClr val="accent2"/>
                </a:solidFill>
              </a:rPr>
              <a:t>Relación entre media, mediana y moda</a:t>
            </a:r>
          </a:p>
        </p:txBody>
      </p:sp>
      <p:pic>
        <p:nvPicPr>
          <p:cNvPr id="4" name="Picture 4" descr="MATEMÁTICA FÁCIL: Relación entre la Media, la Mediana y la Moda">
            <a:extLst>
              <a:ext uri="{FF2B5EF4-FFF2-40B4-BE49-F238E27FC236}">
                <a16:creationId xmlns:a16="http://schemas.microsoft.com/office/drawing/2014/main" id="{FDC9EB04-3B6E-3C91-B30A-312478BBB9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9554" y="1142745"/>
            <a:ext cx="5880092" cy="34826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13959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6340F-7809-68AC-B412-D4CBE4674595}"/>
              </a:ext>
            </a:extLst>
          </p:cNvPr>
          <p:cNvSpPr>
            <a:spLocks noGrp="1"/>
          </p:cNvSpPr>
          <p:nvPr>
            <p:ph type="title"/>
          </p:nvPr>
        </p:nvSpPr>
        <p:spPr/>
        <p:txBody>
          <a:bodyPr/>
          <a:lstStyle/>
          <a:p>
            <a:r>
              <a:rPr lang="es-PE" dirty="0">
                <a:solidFill>
                  <a:schemeClr val="accent2"/>
                </a:solidFill>
              </a:rPr>
              <a:t>Otras medidas de posición</a:t>
            </a:r>
          </a:p>
        </p:txBody>
      </p:sp>
      <p:sp>
        <p:nvSpPr>
          <p:cNvPr id="3" name="Text Placeholder 2">
            <a:extLst>
              <a:ext uri="{FF2B5EF4-FFF2-40B4-BE49-F238E27FC236}">
                <a16:creationId xmlns:a16="http://schemas.microsoft.com/office/drawing/2014/main" id="{A449B1B9-DEC2-80FA-74BB-9BD7471B7E28}"/>
              </a:ext>
            </a:extLst>
          </p:cNvPr>
          <p:cNvSpPr>
            <a:spLocks noGrp="1"/>
          </p:cNvSpPr>
          <p:nvPr>
            <p:ph type="body" idx="1"/>
          </p:nvPr>
        </p:nvSpPr>
        <p:spPr>
          <a:xfrm>
            <a:off x="720000" y="1152474"/>
            <a:ext cx="7704000" cy="3396947"/>
          </a:xfrm>
        </p:spPr>
        <p:txBody>
          <a:bodyPr/>
          <a:lstStyle/>
          <a:p>
            <a:pPr marL="139700" indent="0" algn="l">
              <a:buNone/>
            </a:pPr>
            <a:r>
              <a:rPr lang="es-PE" sz="2000" b="1" dirty="0">
                <a:solidFill>
                  <a:schemeClr val="tx2"/>
                </a:solidFill>
              </a:rPr>
              <a:t>Cuartiles</a:t>
            </a:r>
          </a:p>
          <a:p>
            <a:pPr marL="139700" indent="0" algn="l">
              <a:buNone/>
            </a:pPr>
            <a:r>
              <a:rPr lang="es-MX" dirty="0"/>
              <a:t>Los cuartiles son medidas estadísticas de posición que tienen la propiedad de dividir la serie estadística en cuatro grupos de números iguales de términos</a:t>
            </a:r>
          </a:p>
          <a:p>
            <a:pPr marL="139700" indent="0" algn="l">
              <a:buNone/>
            </a:pPr>
            <a:endParaRPr lang="es-PE" dirty="0"/>
          </a:p>
        </p:txBody>
      </p:sp>
      <p:pic>
        <p:nvPicPr>
          <p:cNvPr id="5" name="Picture 4">
            <a:extLst>
              <a:ext uri="{FF2B5EF4-FFF2-40B4-BE49-F238E27FC236}">
                <a16:creationId xmlns:a16="http://schemas.microsoft.com/office/drawing/2014/main" id="{57CC7C2F-4F4C-19C2-30ED-C221ADF270C9}"/>
              </a:ext>
            </a:extLst>
          </p:cNvPr>
          <p:cNvPicPr>
            <a:picLocks noChangeAspect="1"/>
          </p:cNvPicPr>
          <p:nvPr/>
        </p:nvPicPr>
        <p:blipFill>
          <a:blip r:embed="rId2"/>
          <a:stretch>
            <a:fillRect/>
          </a:stretch>
        </p:blipFill>
        <p:spPr>
          <a:xfrm>
            <a:off x="2601309" y="2103046"/>
            <a:ext cx="3941382" cy="2446375"/>
          </a:xfrm>
          <a:prstGeom prst="rect">
            <a:avLst/>
          </a:prstGeom>
        </p:spPr>
      </p:pic>
    </p:spTree>
    <p:extLst>
      <p:ext uri="{BB962C8B-B14F-4D97-AF65-F5344CB8AC3E}">
        <p14:creationId xmlns:p14="http://schemas.microsoft.com/office/powerpoint/2010/main" val="18336845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6340F-7809-68AC-B412-D4CBE4674595}"/>
              </a:ext>
            </a:extLst>
          </p:cNvPr>
          <p:cNvSpPr>
            <a:spLocks noGrp="1"/>
          </p:cNvSpPr>
          <p:nvPr>
            <p:ph type="title"/>
          </p:nvPr>
        </p:nvSpPr>
        <p:spPr/>
        <p:txBody>
          <a:bodyPr/>
          <a:lstStyle/>
          <a:p>
            <a:r>
              <a:rPr lang="es-PE" dirty="0">
                <a:solidFill>
                  <a:schemeClr val="accent2"/>
                </a:solidFill>
              </a:rPr>
              <a:t>Otras medidas de posición</a:t>
            </a:r>
          </a:p>
        </p:txBody>
      </p:sp>
      <p:sp>
        <p:nvSpPr>
          <p:cNvPr id="3" name="Text Placeholder 2">
            <a:extLst>
              <a:ext uri="{FF2B5EF4-FFF2-40B4-BE49-F238E27FC236}">
                <a16:creationId xmlns:a16="http://schemas.microsoft.com/office/drawing/2014/main" id="{A449B1B9-DEC2-80FA-74BB-9BD7471B7E28}"/>
              </a:ext>
            </a:extLst>
          </p:cNvPr>
          <p:cNvSpPr>
            <a:spLocks noGrp="1"/>
          </p:cNvSpPr>
          <p:nvPr>
            <p:ph type="body" idx="1"/>
          </p:nvPr>
        </p:nvSpPr>
        <p:spPr>
          <a:xfrm>
            <a:off x="720000" y="1152474"/>
            <a:ext cx="7704000" cy="3396947"/>
          </a:xfrm>
        </p:spPr>
        <p:txBody>
          <a:bodyPr/>
          <a:lstStyle/>
          <a:p>
            <a:pPr marL="139700" indent="0" algn="l">
              <a:buNone/>
            </a:pPr>
            <a:endParaRPr lang="es-PE" dirty="0"/>
          </a:p>
        </p:txBody>
      </p:sp>
      <p:pic>
        <p:nvPicPr>
          <p:cNvPr id="8" name="Picture 7">
            <a:extLst>
              <a:ext uri="{FF2B5EF4-FFF2-40B4-BE49-F238E27FC236}">
                <a16:creationId xmlns:a16="http://schemas.microsoft.com/office/drawing/2014/main" id="{A4D61E33-077B-0EA7-7289-47E73095918C}"/>
              </a:ext>
            </a:extLst>
          </p:cNvPr>
          <p:cNvPicPr>
            <a:picLocks noChangeAspect="1"/>
          </p:cNvPicPr>
          <p:nvPr/>
        </p:nvPicPr>
        <p:blipFill>
          <a:blip r:embed="rId2"/>
          <a:stretch>
            <a:fillRect/>
          </a:stretch>
        </p:blipFill>
        <p:spPr>
          <a:xfrm>
            <a:off x="1174353" y="577909"/>
            <a:ext cx="6795293" cy="3971512"/>
          </a:xfrm>
          <a:prstGeom prst="rect">
            <a:avLst/>
          </a:prstGeom>
        </p:spPr>
      </p:pic>
    </p:spTree>
    <p:extLst>
      <p:ext uri="{BB962C8B-B14F-4D97-AF65-F5344CB8AC3E}">
        <p14:creationId xmlns:p14="http://schemas.microsoft.com/office/powerpoint/2010/main" val="22471624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6340F-7809-68AC-B412-D4CBE4674595}"/>
              </a:ext>
            </a:extLst>
          </p:cNvPr>
          <p:cNvSpPr>
            <a:spLocks noGrp="1"/>
          </p:cNvSpPr>
          <p:nvPr>
            <p:ph type="title"/>
          </p:nvPr>
        </p:nvSpPr>
        <p:spPr/>
        <p:txBody>
          <a:bodyPr/>
          <a:lstStyle/>
          <a:p>
            <a:r>
              <a:rPr lang="es-PE" dirty="0">
                <a:solidFill>
                  <a:schemeClr val="accent2"/>
                </a:solidFill>
              </a:rPr>
              <a:t>Otras medidas de posición</a:t>
            </a:r>
          </a:p>
        </p:txBody>
      </p:sp>
      <p:sp>
        <p:nvSpPr>
          <p:cNvPr id="3" name="Text Placeholder 2">
            <a:extLst>
              <a:ext uri="{FF2B5EF4-FFF2-40B4-BE49-F238E27FC236}">
                <a16:creationId xmlns:a16="http://schemas.microsoft.com/office/drawing/2014/main" id="{A449B1B9-DEC2-80FA-74BB-9BD7471B7E28}"/>
              </a:ext>
            </a:extLst>
          </p:cNvPr>
          <p:cNvSpPr>
            <a:spLocks noGrp="1"/>
          </p:cNvSpPr>
          <p:nvPr>
            <p:ph type="body" idx="1"/>
          </p:nvPr>
        </p:nvSpPr>
        <p:spPr>
          <a:xfrm>
            <a:off x="720000" y="1152474"/>
            <a:ext cx="7704000" cy="3396947"/>
          </a:xfrm>
        </p:spPr>
        <p:txBody>
          <a:bodyPr/>
          <a:lstStyle/>
          <a:p>
            <a:pPr marL="139700" indent="0" algn="l">
              <a:buNone/>
            </a:pPr>
            <a:endParaRPr lang="es-PE" dirty="0"/>
          </a:p>
        </p:txBody>
      </p:sp>
      <p:pic>
        <p:nvPicPr>
          <p:cNvPr id="8" name="Picture 7">
            <a:extLst>
              <a:ext uri="{FF2B5EF4-FFF2-40B4-BE49-F238E27FC236}">
                <a16:creationId xmlns:a16="http://schemas.microsoft.com/office/drawing/2014/main" id="{A4D61E33-077B-0EA7-7289-47E73095918C}"/>
              </a:ext>
            </a:extLst>
          </p:cNvPr>
          <p:cNvPicPr>
            <a:picLocks noChangeAspect="1"/>
          </p:cNvPicPr>
          <p:nvPr/>
        </p:nvPicPr>
        <p:blipFill>
          <a:blip r:embed="rId2"/>
          <a:stretch>
            <a:fillRect/>
          </a:stretch>
        </p:blipFill>
        <p:spPr>
          <a:xfrm>
            <a:off x="1174353" y="445025"/>
            <a:ext cx="6795293" cy="3971512"/>
          </a:xfrm>
          <a:prstGeom prst="rect">
            <a:avLst/>
          </a:prstGeom>
        </p:spPr>
      </p:pic>
    </p:spTree>
    <p:extLst>
      <p:ext uri="{BB962C8B-B14F-4D97-AF65-F5344CB8AC3E}">
        <p14:creationId xmlns:p14="http://schemas.microsoft.com/office/powerpoint/2010/main" val="36418713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6340F-7809-68AC-B412-D4CBE4674595}"/>
              </a:ext>
            </a:extLst>
          </p:cNvPr>
          <p:cNvSpPr>
            <a:spLocks noGrp="1"/>
          </p:cNvSpPr>
          <p:nvPr>
            <p:ph type="title"/>
          </p:nvPr>
        </p:nvSpPr>
        <p:spPr/>
        <p:txBody>
          <a:bodyPr/>
          <a:lstStyle/>
          <a:p>
            <a:r>
              <a:rPr lang="es-PE" dirty="0">
                <a:solidFill>
                  <a:schemeClr val="accent2"/>
                </a:solidFill>
              </a:rPr>
              <a:t>Otras medidas de posición</a:t>
            </a:r>
          </a:p>
        </p:txBody>
      </p:sp>
      <p:sp>
        <p:nvSpPr>
          <p:cNvPr id="3" name="Text Placeholder 2">
            <a:extLst>
              <a:ext uri="{FF2B5EF4-FFF2-40B4-BE49-F238E27FC236}">
                <a16:creationId xmlns:a16="http://schemas.microsoft.com/office/drawing/2014/main" id="{A449B1B9-DEC2-80FA-74BB-9BD7471B7E28}"/>
              </a:ext>
            </a:extLst>
          </p:cNvPr>
          <p:cNvSpPr>
            <a:spLocks noGrp="1"/>
          </p:cNvSpPr>
          <p:nvPr>
            <p:ph type="body" idx="1"/>
          </p:nvPr>
        </p:nvSpPr>
        <p:spPr>
          <a:xfrm>
            <a:off x="720000" y="1152474"/>
            <a:ext cx="7704000" cy="3396947"/>
          </a:xfrm>
        </p:spPr>
        <p:txBody>
          <a:bodyPr/>
          <a:lstStyle/>
          <a:p>
            <a:pPr marL="139700" indent="0" algn="l">
              <a:buNone/>
            </a:pPr>
            <a:endParaRPr lang="es-PE" dirty="0"/>
          </a:p>
        </p:txBody>
      </p:sp>
      <p:pic>
        <p:nvPicPr>
          <p:cNvPr id="8" name="Picture 7">
            <a:extLst>
              <a:ext uri="{FF2B5EF4-FFF2-40B4-BE49-F238E27FC236}">
                <a16:creationId xmlns:a16="http://schemas.microsoft.com/office/drawing/2014/main" id="{A4D61E33-077B-0EA7-7289-47E73095918C}"/>
              </a:ext>
            </a:extLst>
          </p:cNvPr>
          <p:cNvPicPr>
            <a:picLocks noChangeAspect="1"/>
          </p:cNvPicPr>
          <p:nvPr/>
        </p:nvPicPr>
        <p:blipFill>
          <a:blip r:embed="rId2"/>
          <a:stretch>
            <a:fillRect/>
          </a:stretch>
        </p:blipFill>
        <p:spPr>
          <a:xfrm>
            <a:off x="1638228" y="1136303"/>
            <a:ext cx="5867543" cy="3429288"/>
          </a:xfrm>
          <a:prstGeom prst="rect">
            <a:avLst/>
          </a:prstGeom>
        </p:spPr>
      </p:pic>
      <p:pic>
        <p:nvPicPr>
          <p:cNvPr id="5" name="Picture 4">
            <a:extLst>
              <a:ext uri="{FF2B5EF4-FFF2-40B4-BE49-F238E27FC236}">
                <a16:creationId xmlns:a16="http://schemas.microsoft.com/office/drawing/2014/main" id="{DDBC150E-9CE5-AC29-6808-69EEC77B6637}"/>
              </a:ext>
            </a:extLst>
          </p:cNvPr>
          <p:cNvPicPr>
            <a:picLocks noChangeAspect="1"/>
          </p:cNvPicPr>
          <p:nvPr/>
        </p:nvPicPr>
        <p:blipFill>
          <a:blip r:embed="rId3"/>
          <a:stretch>
            <a:fillRect/>
          </a:stretch>
        </p:blipFill>
        <p:spPr>
          <a:xfrm>
            <a:off x="1206868" y="341844"/>
            <a:ext cx="6730262" cy="4459812"/>
          </a:xfrm>
          <a:prstGeom prst="rect">
            <a:avLst/>
          </a:prstGeom>
        </p:spPr>
      </p:pic>
    </p:spTree>
    <p:extLst>
      <p:ext uri="{BB962C8B-B14F-4D97-AF65-F5344CB8AC3E}">
        <p14:creationId xmlns:p14="http://schemas.microsoft.com/office/powerpoint/2010/main" val="20021066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6340F-7809-68AC-B412-D4CBE4674595}"/>
              </a:ext>
            </a:extLst>
          </p:cNvPr>
          <p:cNvSpPr>
            <a:spLocks noGrp="1"/>
          </p:cNvSpPr>
          <p:nvPr>
            <p:ph type="title"/>
          </p:nvPr>
        </p:nvSpPr>
        <p:spPr/>
        <p:txBody>
          <a:bodyPr/>
          <a:lstStyle/>
          <a:p>
            <a:r>
              <a:rPr lang="es-PE" dirty="0">
                <a:solidFill>
                  <a:schemeClr val="accent2"/>
                </a:solidFill>
              </a:rPr>
              <a:t>Otras medidas de posición</a:t>
            </a:r>
          </a:p>
        </p:txBody>
      </p:sp>
      <p:sp>
        <p:nvSpPr>
          <p:cNvPr id="3" name="Text Placeholder 2">
            <a:extLst>
              <a:ext uri="{FF2B5EF4-FFF2-40B4-BE49-F238E27FC236}">
                <a16:creationId xmlns:a16="http://schemas.microsoft.com/office/drawing/2014/main" id="{A449B1B9-DEC2-80FA-74BB-9BD7471B7E28}"/>
              </a:ext>
            </a:extLst>
          </p:cNvPr>
          <p:cNvSpPr>
            <a:spLocks noGrp="1"/>
          </p:cNvSpPr>
          <p:nvPr>
            <p:ph type="body" idx="1"/>
          </p:nvPr>
        </p:nvSpPr>
        <p:spPr>
          <a:xfrm>
            <a:off x="720000" y="1152474"/>
            <a:ext cx="7704000" cy="3396947"/>
          </a:xfrm>
        </p:spPr>
        <p:txBody>
          <a:bodyPr/>
          <a:lstStyle/>
          <a:p>
            <a:pPr marL="139700" indent="0" algn="l">
              <a:buNone/>
            </a:pPr>
            <a:endParaRPr lang="es-PE" dirty="0"/>
          </a:p>
        </p:txBody>
      </p:sp>
      <p:pic>
        <p:nvPicPr>
          <p:cNvPr id="7" name="Picture 6">
            <a:extLst>
              <a:ext uri="{FF2B5EF4-FFF2-40B4-BE49-F238E27FC236}">
                <a16:creationId xmlns:a16="http://schemas.microsoft.com/office/drawing/2014/main" id="{ECD7A7BC-CFBE-FF0B-0E3F-29DD633C7A9E}"/>
              </a:ext>
            </a:extLst>
          </p:cNvPr>
          <p:cNvPicPr>
            <a:picLocks noChangeAspect="1"/>
          </p:cNvPicPr>
          <p:nvPr/>
        </p:nvPicPr>
        <p:blipFill>
          <a:blip r:embed="rId2"/>
          <a:stretch>
            <a:fillRect/>
          </a:stretch>
        </p:blipFill>
        <p:spPr>
          <a:xfrm>
            <a:off x="1811894" y="364387"/>
            <a:ext cx="5520212" cy="4414725"/>
          </a:xfrm>
          <a:prstGeom prst="rect">
            <a:avLst/>
          </a:prstGeom>
        </p:spPr>
      </p:pic>
    </p:spTree>
    <p:extLst>
      <p:ext uri="{BB962C8B-B14F-4D97-AF65-F5344CB8AC3E}">
        <p14:creationId xmlns:p14="http://schemas.microsoft.com/office/powerpoint/2010/main" val="633132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6340F-7809-68AC-B412-D4CBE4674595}"/>
              </a:ext>
            </a:extLst>
          </p:cNvPr>
          <p:cNvSpPr>
            <a:spLocks noGrp="1"/>
          </p:cNvSpPr>
          <p:nvPr>
            <p:ph type="title"/>
          </p:nvPr>
        </p:nvSpPr>
        <p:spPr/>
        <p:txBody>
          <a:bodyPr/>
          <a:lstStyle/>
          <a:p>
            <a:r>
              <a:rPr lang="es-PE" dirty="0">
                <a:solidFill>
                  <a:schemeClr val="accent2"/>
                </a:solidFill>
              </a:rPr>
              <a:t>Otras medidas de posición</a:t>
            </a:r>
          </a:p>
        </p:txBody>
      </p:sp>
      <p:sp>
        <p:nvSpPr>
          <p:cNvPr id="3" name="Text Placeholder 2">
            <a:extLst>
              <a:ext uri="{FF2B5EF4-FFF2-40B4-BE49-F238E27FC236}">
                <a16:creationId xmlns:a16="http://schemas.microsoft.com/office/drawing/2014/main" id="{A449B1B9-DEC2-80FA-74BB-9BD7471B7E28}"/>
              </a:ext>
            </a:extLst>
          </p:cNvPr>
          <p:cNvSpPr>
            <a:spLocks noGrp="1"/>
          </p:cNvSpPr>
          <p:nvPr>
            <p:ph type="body" idx="1"/>
          </p:nvPr>
        </p:nvSpPr>
        <p:spPr>
          <a:xfrm>
            <a:off x="720000" y="1152474"/>
            <a:ext cx="7704000" cy="3396947"/>
          </a:xfrm>
        </p:spPr>
        <p:txBody>
          <a:bodyPr/>
          <a:lstStyle/>
          <a:p>
            <a:pPr marL="139700" indent="0" algn="l">
              <a:buNone/>
            </a:pPr>
            <a:endParaRPr lang="es-PE" dirty="0"/>
          </a:p>
        </p:txBody>
      </p:sp>
      <p:pic>
        <p:nvPicPr>
          <p:cNvPr id="5" name="Picture 4">
            <a:extLst>
              <a:ext uri="{FF2B5EF4-FFF2-40B4-BE49-F238E27FC236}">
                <a16:creationId xmlns:a16="http://schemas.microsoft.com/office/drawing/2014/main" id="{A0824EC6-128D-F3B4-7159-B35758013054}"/>
              </a:ext>
            </a:extLst>
          </p:cNvPr>
          <p:cNvPicPr>
            <a:picLocks noChangeAspect="1"/>
          </p:cNvPicPr>
          <p:nvPr/>
        </p:nvPicPr>
        <p:blipFill>
          <a:blip r:embed="rId2"/>
          <a:stretch>
            <a:fillRect/>
          </a:stretch>
        </p:blipFill>
        <p:spPr>
          <a:xfrm>
            <a:off x="1618365" y="347836"/>
            <a:ext cx="5907270" cy="4447827"/>
          </a:xfrm>
          <a:prstGeom prst="rect">
            <a:avLst/>
          </a:prstGeom>
        </p:spPr>
      </p:pic>
    </p:spTree>
    <p:extLst>
      <p:ext uri="{BB962C8B-B14F-4D97-AF65-F5344CB8AC3E}">
        <p14:creationId xmlns:p14="http://schemas.microsoft.com/office/powerpoint/2010/main" val="29385107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6340F-7809-68AC-B412-D4CBE4674595}"/>
              </a:ext>
            </a:extLst>
          </p:cNvPr>
          <p:cNvSpPr>
            <a:spLocks noGrp="1"/>
          </p:cNvSpPr>
          <p:nvPr>
            <p:ph type="title"/>
          </p:nvPr>
        </p:nvSpPr>
        <p:spPr/>
        <p:txBody>
          <a:bodyPr/>
          <a:lstStyle/>
          <a:p>
            <a:r>
              <a:rPr lang="es-PE" dirty="0">
                <a:solidFill>
                  <a:schemeClr val="accent2"/>
                </a:solidFill>
              </a:rPr>
              <a:t>Otras medidas de posición</a:t>
            </a:r>
          </a:p>
        </p:txBody>
      </p:sp>
      <p:sp>
        <p:nvSpPr>
          <p:cNvPr id="3" name="Text Placeholder 2">
            <a:extLst>
              <a:ext uri="{FF2B5EF4-FFF2-40B4-BE49-F238E27FC236}">
                <a16:creationId xmlns:a16="http://schemas.microsoft.com/office/drawing/2014/main" id="{A449B1B9-DEC2-80FA-74BB-9BD7471B7E28}"/>
              </a:ext>
            </a:extLst>
          </p:cNvPr>
          <p:cNvSpPr>
            <a:spLocks noGrp="1"/>
          </p:cNvSpPr>
          <p:nvPr>
            <p:ph type="body" idx="1"/>
          </p:nvPr>
        </p:nvSpPr>
        <p:spPr>
          <a:xfrm>
            <a:off x="720000" y="1152474"/>
            <a:ext cx="7704000" cy="3396947"/>
          </a:xfrm>
        </p:spPr>
        <p:txBody>
          <a:bodyPr/>
          <a:lstStyle/>
          <a:p>
            <a:pPr marL="139700" indent="0" algn="l">
              <a:buNone/>
            </a:pPr>
            <a:endParaRPr lang="es-PE" dirty="0"/>
          </a:p>
        </p:txBody>
      </p:sp>
      <p:pic>
        <p:nvPicPr>
          <p:cNvPr id="7" name="Picture 6">
            <a:extLst>
              <a:ext uri="{FF2B5EF4-FFF2-40B4-BE49-F238E27FC236}">
                <a16:creationId xmlns:a16="http://schemas.microsoft.com/office/drawing/2014/main" id="{E74813CB-FE29-9C23-36CD-965A976F5109}"/>
              </a:ext>
            </a:extLst>
          </p:cNvPr>
          <p:cNvPicPr>
            <a:picLocks noChangeAspect="1"/>
          </p:cNvPicPr>
          <p:nvPr/>
        </p:nvPicPr>
        <p:blipFill>
          <a:blip r:embed="rId2"/>
          <a:stretch>
            <a:fillRect/>
          </a:stretch>
        </p:blipFill>
        <p:spPr>
          <a:xfrm>
            <a:off x="1768955" y="445025"/>
            <a:ext cx="5606089" cy="4248593"/>
          </a:xfrm>
          <a:prstGeom prst="rect">
            <a:avLst/>
          </a:prstGeom>
        </p:spPr>
      </p:pic>
    </p:spTree>
    <p:extLst>
      <p:ext uri="{BB962C8B-B14F-4D97-AF65-F5344CB8AC3E}">
        <p14:creationId xmlns:p14="http://schemas.microsoft.com/office/powerpoint/2010/main" val="22749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6340F-7809-68AC-B412-D4CBE4674595}"/>
              </a:ext>
            </a:extLst>
          </p:cNvPr>
          <p:cNvSpPr>
            <a:spLocks noGrp="1"/>
          </p:cNvSpPr>
          <p:nvPr>
            <p:ph type="title"/>
          </p:nvPr>
        </p:nvSpPr>
        <p:spPr/>
        <p:txBody>
          <a:bodyPr/>
          <a:lstStyle/>
          <a:p>
            <a:r>
              <a:rPr lang="es-PE" dirty="0">
                <a:solidFill>
                  <a:schemeClr val="accent2"/>
                </a:solidFill>
              </a:rPr>
              <a:t>Otras medidas de posición</a:t>
            </a:r>
          </a:p>
        </p:txBody>
      </p:sp>
      <p:sp>
        <p:nvSpPr>
          <p:cNvPr id="3" name="Text Placeholder 2">
            <a:extLst>
              <a:ext uri="{FF2B5EF4-FFF2-40B4-BE49-F238E27FC236}">
                <a16:creationId xmlns:a16="http://schemas.microsoft.com/office/drawing/2014/main" id="{A449B1B9-DEC2-80FA-74BB-9BD7471B7E28}"/>
              </a:ext>
            </a:extLst>
          </p:cNvPr>
          <p:cNvSpPr>
            <a:spLocks noGrp="1"/>
          </p:cNvSpPr>
          <p:nvPr>
            <p:ph type="body" idx="1"/>
          </p:nvPr>
        </p:nvSpPr>
        <p:spPr>
          <a:xfrm>
            <a:off x="720000" y="1152474"/>
            <a:ext cx="7704000" cy="3396947"/>
          </a:xfrm>
        </p:spPr>
        <p:txBody>
          <a:bodyPr/>
          <a:lstStyle/>
          <a:p>
            <a:pPr marL="139700" indent="0" algn="l">
              <a:buNone/>
            </a:pPr>
            <a:endParaRPr lang="es-PE" dirty="0"/>
          </a:p>
        </p:txBody>
      </p:sp>
      <p:pic>
        <p:nvPicPr>
          <p:cNvPr id="5" name="Picture 4">
            <a:extLst>
              <a:ext uri="{FF2B5EF4-FFF2-40B4-BE49-F238E27FC236}">
                <a16:creationId xmlns:a16="http://schemas.microsoft.com/office/drawing/2014/main" id="{B4D0DADF-4089-F740-ED16-45A4CE1E1E63}"/>
              </a:ext>
            </a:extLst>
          </p:cNvPr>
          <p:cNvPicPr>
            <a:picLocks noChangeAspect="1"/>
          </p:cNvPicPr>
          <p:nvPr/>
        </p:nvPicPr>
        <p:blipFill>
          <a:blip r:embed="rId2"/>
          <a:stretch>
            <a:fillRect/>
          </a:stretch>
        </p:blipFill>
        <p:spPr>
          <a:xfrm>
            <a:off x="2055951" y="365118"/>
            <a:ext cx="5032098" cy="4413264"/>
          </a:xfrm>
          <a:prstGeom prst="rect">
            <a:avLst/>
          </a:prstGeom>
        </p:spPr>
      </p:pic>
    </p:spTree>
    <p:extLst>
      <p:ext uri="{BB962C8B-B14F-4D97-AF65-F5344CB8AC3E}">
        <p14:creationId xmlns:p14="http://schemas.microsoft.com/office/powerpoint/2010/main" val="6096306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6340F-7809-68AC-B412-D4CBE4674595}"/>
              </a:ext>
            </a:extLst>
          </p:cNvPr>
          <p:cNvSpPr>
            <a:spLocks noGrp="1"/>
          </p:cNvSpPr>
          <p:nvPr>
            <p:ph type="title"/>
          </p:nvPr>
        </p:nvSpPr>
        <p:spPr/>
        <p:txBody>
          <a:bodyPr/>
          <a:lstStyle/>
          <a:p>
            <a:r>
              <a:rPr lang="es-PE" dirty="0">
                <a:solidFill>
                  <a:schemeClr val="accent2"/>
                </a:solidFill>
              </a:rPr>
              <a:t>Otras medidas de posición</a:t>
            </a:r>
          </a:p>
        </p:txBody>
      </p:sp>
      <p:sp>
        <p:nvSpPr>
          <p:cNvPr id="3" name="Text Placeholder 2">
            <a:extLst>
              <a:ext uri="{FF2B5EF4-FFF2-40B4-BE49-F238E27FC236}">
                <a16:creationId xmlns:a16="http://schemas.microsoft.com/office/drawing/2014/main" id="{A449B1B9-DEC2-80FA-74BB-9BD7471B7E28}"/>
              </a:ext>
            </a:extLst>
          </p:cNvPr>
          <p:cNvSpPr>
            <a:spLocks noGrp="1"/>
          </p:cNvSpPr>
          <p:nvPr>
            <p:ph type="body" idx="1"/>
          </p:nvPr>
        </p:nvSpPr>
        <p:spPr>
          <a:xfrm>
            <a:off x="720000" y="1152474"/>
            <a:ext cx="7704000" cy="3396947"/>
          </a:xfrm>
        </p:spPr>
        <p:txBody>
          <a:bodyPr/>
          <a:lstStyle/>
          <a:p>
            <a:pPr marL="139700" indent="0" algn="l">
              <a:buNone/>
            </a:pPr>
            <a:endParaRPr lang="es-PE" dirty="0"/>
          </a:p>
        </p:txBody>
      </p:sp>
      <p:pic>
        <p:nvPicPr>
          <p:cNvPr id="7" name="Picture 6">
            <a:extLst>
              <a:ext uri="{FF2B5EF4-FFF2-40B4-BE49-F238E27FC236}">
                <a16:creationId xmlns:a16="http://schemas.microsoft.com/office/drawing/2014/main" id="{9CF50779-66DD-4216-E823-7B23D87FA75A}"/>
              </a:ext>
            </a:extLst>
          </p:cNvPr>
          <p:cNvPicPr>
            <a:picLocks noChangeAspect="1"/>
          </p:cNvPicPr>
          <p:nvPr/>
        </p:nvPicPr>
        <p:blipFill>
          <a:blip r:embed="rId2"/>
          <a:stretch>
            <a:fillRect/>
          </a:stretch>
        </p:blipFill>
        <p:spPr>
          <a:xfrm>
            <a:off x="1575596" y="359561"/>
            <a:ext cx="5992807" cy="4424377"/>
          </a:xfrm>
          <a:prstGeom prst="rect">
            <a:avLst/>
          </a:prstGeom>
        </p:spPr>
      </p:pic>
    </p:spTree>
    <p:extLst>
      <p:ext uri="{BB962C8B-B14F-4D97-AF65-F5344CB8AC3E}">
        <p14:creationId xmlns:p14="http://schemas.microsoft.com/office/powerpoint/2010/main" val="36354070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6340F-7809-68AC-B412-D4CBE4674595}"/>
              </a:ext>
            </a:extLst>
          </p:cNvPr>
          <p:cNvSpPr>
            <a:spLocks noGrp="1"/>
          </p:cNvSpPr>
          <p:nvPr>
            <p:ph type="title"/>
          </p:nvPr>
        </p:nvSpPr>
        <p:spPr/>
        <p:txBody>
          <a:bodyPr/>
          <a:lstStyle/>
          <a:p>
            <a:r>
              <a:rPr lang="es-PE" dirty="0">
                <a:solidFill>
                  <a:schemeClr val="accent2"/>
                </a:solidFill>
              </a:rPr>
              <a:t>Otras medidas de posición</a:t>
            </a:r>
          </a:p>
        </p:txBody>
      </p:sp>
      <p:sp>
        <p:nvSpPr>
          <p:cNvPr id="3" name="Text Placeholder 2">
            <a:extLst>
              <a:ext uri="{FF2B5EF4-FFF2-40B4-BE49-F238E27FC236}">
                <a16:creationId xmlns:a16="http://schemas.microsoft.com/office/drawing/2014/main" id="{A449B1B9-DEC2-80FA-74BB-9BD7471B7E28}"/>
              </a:ext>
            </a:extLst>
          </p:cNvPr>
          <p:cNvSpPr>
            <a:spLocks noGrp="1"/>
          </p:cNvSpPr>
          <p:nvPr>
            <p:ph type="body" idx="1"/>
          </p:nvPr>
        </p:nvSpPr>
        <p:spPr>
          <a:xfrm>
            <a:off x="720000" y="1152474"/>
            <a:ext cx="7704000" cy="3396947"/>
          </a:xfrm>
        </p:spPr>
        <p:txBody>
          <a:bodyPr/>
          <a:lstStyle/>
          <a:p>
            <a:pPr marL="139700" indent="0" algn="l">
              <a:buNone/>
            </a:pPr>
            <a:r>
              <a:rPr lang="es-PE" dirty="0"/>
              <a:t>Se usará el mismo procedimiento para calcular los deciles y percentiles.</a:t>
            </a:r>
          </a:p>
          <a:p>
            <a:pPr marL="139700" indent="0" algn="l">
              <a:buNone/>
            </a:pPr>
            <a:endParaRPr lang="es-PE" dirty="0"/>
          </a:p>
        </p:txBody>
      </p:sp>
      <p:pic>
        <p:nvPicPr>
          <p:cNvPr id="7" name="Picture 6">
            <a:extLst>
              <a:ext uri="{FF2B5EF4-FFF2-40B4-BE49-F238E27FC236}">
                <a16:creationId xmlns:a16="http://schemas.microsoft.com/office/drawing/2014/main" id="{9062BE85-4BD5-D46E-676D-2200F9461B09}"/>
              </a:ext>
            </a:extLst>
          </p:cNvPr>
          <p:cNvPicPr>
            <a:picLocks noChangeAspect="1"/>
          </p:cNvPicPr>
          <p:nvPr/>
        </p:nvPicPr>
        <p:blipFill>
          <a:blip r:embed="rId2"/>
          <a:stretch>
            <a:fillRect/>
          </a:stretch>
        </p:blipFill>
        <p:spPr>
          <a:xfrm>
            <a:off x="1526240" y="1529575"/>
            <a:ext cx="5820587" cy="3019846"/>
          </a:xfrm>
          <a:prstGeom prst="rect">
            <a:avLst/>
          </a:prstGeom>
        </p:spPr>
      </p:pic>
    </p:spTree>
    <p:extLst>
      <p:ext uri="{BB962C8B-B14F-4D97-AF65-F5344CB8AC3E}">
        <p14:creationId xmlns:p14="http://schemas.microsoft.com/office/powerpoint/2010/main" val="35813827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3" name="Google Shape;343;p33"/>
          <p:cNvSpPr txBox="1">
            <a:spLocks noGrp="1"/>
          </p:cNvSpPr>
          <p:nvPr>
            <p:ph type="title"/>
          </p:nvPr>
        </p:nvSpPr>
        <p:spPr>
          <a:xfrm>
            <a:off x="1197625" y="2773541"/>
            <a:ext cx="6748750" cy="802508"/>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sz="4400" dirty="0"/>
              <a:t>Medidas de dispersión</a:t>
            </a:r>
            <a:endParaRPr lang="es-PE" sz="4400" dirty="0"/>
          </a:p>
        </p:txBody>
      </p:sp>
      <p:sp>
        <p:nvSpPr>
          <p:cNvPr id="344" name="Google Shape;344;p33"/>
          <p:cNvSpPr txBox="1">
            <a:spLocks noGrp="1"/>
          </p:cNvSpPr>
          <p:nvPr>
            <p:ph type="title" idx="2"/>
          </p:nvPr>
        </p:nvSpPr>
        <p:spPr>
          <a:xfrm>
            <a:off x="2288282" y="1030087"/>
            <a:ext cx="4360200" cy="151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04</a:t>
            </a:r>
            <a:endParaRPr dirty="0"/>
          </a:p>
        </p:txBody>
      </p:sp>
      <p:sp>
        <p:nvSpPr>
          <p:cNvPr id="345" name="Google Shape;345;p33"/>
          <p:cNvSpPr/>
          <p:nvPr/>
        </p:nvSpPr>
        <p:spPr>
          <a:xfrm>
            <a:off x="720404" y="4169175"/>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3"/>
          <p:cNvSpPr/>
          <p:nvPr/>
        </p:nvSpPr>
        <p:spPr>
          <a:xfrm>
            <a:off x="5736429" y="577540"/>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33"/>
          <p:cNvSpPr/>
          <p:nvPr/>
        </p:nvSpPr>
        <p:spPr>
          <a:xfrm>
            <a:off x="7975427" y="2271787"/>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33"/>
          <p:cNvSpPr/>
          <p:nvPr/>
        </p:nvSpPr>
        <p:spPr>
          <a:xfrm>
            <a:off x="720404" y="530202"/>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65596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DE6BA6-50C8-DE2F-8A80-E3587D18230D}"/>
              </a:ext>
            </a:extLst>
          </p:cNvPr>
          <p:cNvSpPr>
            <a:spLocks noGrp="1"/>
          </p:cNvSpPr>
          <p:nvPr>
            <p:ph type="title"/>
          </p:nvPr>
        </p:nvSpPr>
        <p:spPr/>
        <p:txBody>
          <a:bodyPr/>
          <a:lstStyle/>
          <a:p>
            <a:r>
              <a:rPr lang="es-PE" dirty="0">
                <a:solidFill>
                  <a:schemeClr val="accent2"/>
                </a:solidFill>
              </a:rPr>
              <a:t>Rango y rango intercuantil</a:t>
            </a:r>
          </a:p>
        </p:txBody>
      </p:sp>
      <p:sp>
        <p:nvSpPr>
          <p:cNvPr id="3" name="Marcador de texto 2">
            <a:extLst>
              <a:ext uri="{FF2B5EF4-FFF2-40B4-BE49-F238E27FC236}">
                <a16:creationId xmlns:a16="http://schemas.microsoft.com/office/drawing/2014/main" id="{DC10055E-4B38-FFFB-7F46-C64EF28E9451}"/>
              </a:ext>
            </a:extLst>
          </p:cNvPr>
          <p:cNvSpPr>
            <a:spLocks noGrp="1"/>
          </p:cNvSpPr>
          <p:nvPr>
            <p:ph type="body" idx="1"/>
          </p:nvPr>
        </p:nvSpPr>
        <p:spPr>
          <a:xfrm>
            <a:off x="720000" y="1152474"/>
            <a:ext cx="7704000" cy="723217"/>
          </a:xfrm>
        </p:spPr>
        <p:txBody>
          <a:bodyPr/>
          <a:lstStyle/>
          <a:p>
            <a:pPr marL="139700" indent="0" algn="l">
              <a:buNone/>
            </a:pPr>
            <a:r>
              <a:rPr lang="es-PE" dirty="0"/>
              <a:t>Son números reales que miden el grado o nivel de separación de los datos con respecto a un valor central, que generalmente es la media aritmética.</a:t>
            </a:r>
          </a:p>
          <a:p>
            <a:pPr marL="139700" indent="0" algn="l">
              <a:buNone/>
            </a:pPr>
            <a:endParaRPr lang="es-PE" dirty="0"/>
          </a:p>
        </p:txBody>
      </p:sp>
      <p:pic>
        <p:nvPicPr>
          <p:cNvPr id="4" name="Picture 8" descr="Rango y Rango intercuartil - ppt video online descargar">
            <a:extLst>
              <a:ext uri="{FF2B5EF4-FFF2-40B4-BE49-F238E27FC236}">
                <a16:creationId xmlns:a16="http://schemas.microsoft.com/office/drawing/2014/main" id="{D9F12C9F-107B-C26B-EA2F-FC7B1CA5578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6847"/>
          <a:stretch/>
        </p:blipFill>
        <p:spPr bwMode="auto">
          <a:xfrm>
            <a:off x="2606940" y="1802207"/>
            <a:ext cx="4145552" cy="2896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48781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DC10055E-4B38-FFFB-7F46-C64EF28E9451}"/>
              </a:ext>
            </a:extLst>
          </p:cNvPr>
          <p:cNvSpPr>
            <a:spLocks noGrp="1"/>
          </p:cNvSpPr>
          <p:nvPr>
            <p:ph type="subTitle" idx="1"/>
          </p:nvPr>
        </p:nvSpPr>
        <p:spPr>
          <a:xfrm>
            <a:off x="720000" y="1405347"/>
            <a:ext cx="3832222" cy="501665"/>
          </a:xfrm>
        </p:spPr>
        <p:txBody>
          <a:bodyPr/>
          <a:lstStyle/>
          <a:p>
            <a:pPr marL="139700" indent="0">
              <a:buNone/>
            </a:pPr>
            <a:r>
              <a:rPr lang="es-PE" dirty="0"/>
              <a:t>Poblacional</a:t>
            </a:r>
          </a:p>
        </p:txBody>
      </p:sp>
      <p:sp>
        <p:nvSpPr>
          <p:cNvPr id="6" name="Subtítulo 5">
            <a:extLst>
              <a:ext uri="{FF2B5EF4-FFF2-40B4-BE49-F238E27FC236}">
                <a16:creationId xmlns:a16="http://schemas.microsoft.com/office/drawing/2014/main" id="{B3405E37-2BD6-2198-CCDD-A259B807BBA5}"/>
              </a:ext>
            </a:extLst>
          </p:cNvPr>
          <p:cNvSpPr>
            <a:spLocks noGrp="1"/>
          </p:cNvSpPr>
          <p:nvPr>
            <p:ph type="subTitle" idx="2"/>
          </p:nvPr>
        </p:nvSpPr>
        <p:spPr>
          <a:xfrm>
            <a:off x="4861128" y="1410243"/>
            <a:ext cx="3832222" cy="501665"/>
          </a:xfrm>
        </p:spPr>
        <p:txBody>
          <a:bodyPr/>
          <a:lstStyle/>
          <a:p>
            <a:r>
              <a:rPr lang="es-PE" dirty="0"/>
              <a:t>Muestral</a:t>
            </a:r>
          </a:p>
        </p:txBody>
      </p:sp>
      <p:sp>
        <p:nvSpPr>
          <p:cNvPr id="7" name="Subtítulo 6">
            <a:extLst>
              <a:ext uri="{FF2B5EF4-FFF2-40B4-BE49-F238E27FC236}">
                <a16:creationId xmlns:a16="http://schemas.microsoft.com/office/drawing/2014/main" id="{0F37719B-4582-EC24-03D7-4BE60B5458C5}"/>
              </a:ext>
            </a:extLst>
          </p:cNvPr>
          <p:cNvSpPr>
            <a:spLocks noGrp="1"/>
          </p:cNvSpPr>
          <p:nvPr>
            <p:ph type="subTitle" idx="3"/>
          </p:nvPr>
        </p:nvSpPr>
        <p:spPr>
          <a:xfrm>
            <a:off x="857007" y="1847684"/>
            <a:ext cx="3832223" cy="1380314"/>
          </a:xfrm>
        </p:spPr>
        <p:txBody>
          <a:bodyPr/>
          <a:lstStyle/>
          <a:p>
            <a:pPr algn="l"/>
            <a:r>
              <a:rPr lang="es-PE" dirty="0"/>
              <a:t>La varianza o variancia de una población finita de N elementos se define como la media aritmética del cuadrado de las desviaciones de los elementos con respecto a su media u.</a:t>
            </a:r>
          </a:p>
          <a:p>
            <a:endParaRPr lang="es-PE" dirty="0"/>
          </a:p>
        </p:txBody>
      </p:sp>
      <p:sp>
        <p:nvSpPr>
          <p:cNvPr id="8" name="Subtítulo 7">
            <a:extLst>
              <a:ext uri="{FF2B5EF4-FFF2-40B4-BE49-F238E27FC236}">
                <a16:creationId xmlns:a16="http://schemas.microsoft.com/office/drawing/2014/main" id="{BD5B3404-F572-A63D-BF7A-AC8EF53B9E03}"/>
              </a:ext>
            </a:extLst>
          </p:cNvPr>
          <p:cNvSpPr>
            <a:spLocks noGrp="1"/>
          </p:cNvSpPr>
          <p:nvPr>
            <p:ph type="subTitle" idx="4"/>
          </p:nvPr>
        </p:nvSpPr>
        <p:spPr>
          <a:xfrm>
            <a:off x="4861128" y="1856979"/>
            <a:ext cx="3832222" cy="899004"/>
          </a:xfrm>
        </p:spPr>
        <p:txBody>
          <a:bodyPr/>
          <a:lstStyle/>
          <a:p>
            <a:pPr algn="l"/>
            <a:r>
              <a:rPr lang="es-PE" dirty="0"/>
              <a:t>Se define como la media del cuadrado de las desviaciones de las observaciones con respecto de la media aritmética de esos datos.</a:t>
            </a:r>
          </a:p>
        </p:txBody>
      </p:sp>
      <p:sp>
        <p:nvSpPr>
          <p:cNvPr id="2" name="Título 1">
            <a:extLst>
              <a:ext uri="{FF2B5EF4-FFF2-40B4-BE49-F238E27FC236}">
                <a16:creationId xmlns:a16="http://schemas.microsoft.com/office/drawing/2014/main" id="{1BDE6BA6-50C8-DE2F-8A80-E3587D18230D}"/>
              </a:ext>
            </a:extLst>
          </p:cNvPr>
          <p:cNvSpPr>
            <a:spLocks noGrp="1"/>
          </p:cNvSpPr>
          <p:nvPr>
            <p:ph type="title"/>
          </p:nvPr>
        </p:nvSpPr>
        <p:spPr>
          <a:xfrm>
            <a:off x="700222" y="365229"/>
            <a:ext cx="7704000" cy="501665"/>
          </a:xfrm>
        </p:spPr>
        <p:txBody>
          <a:bodyPr/>
          <a:lstStyle/>
          <a:p>
            <a:r>
              <a:rPr lang="es-PE" dirty="0">
                <a:solidFill>
                  <a:schemeClr val="accent2"/>
                </a:solidFill>
              </a:rPr>
              <a:t>Varianza</a:t>
            </a:r>
          </a:p>
        </p:txBody>
      </p:sp>
      <p:sp>
        <p:nvSpPr>
          <p:cNvPr id="9" name="Subtítulo 6">
            <a:extLst>
              <a:ext uri="{FF2B5EF4-FFF2-40B4-BE49-F238E27FC236}">
                <a16:creationId xmlns:a16="http://schemas.microsoft.com/office/drawing/2014/main" id="{97C20300-B4F0-2155-632C-975271D13C85}"/>
              </a:ext>
            </a:extLst>
          </p:cNvPr>
          <p:cNvSpPr txBox="1">
            <a:spLocks/>
          </p:cNvSpPr>
          <p:nvPr/>
        </p:nvSpPr>
        <p:spPr>
          <a:xfrm>
            <a:off x="720000" y="901547"/>
            <a:ext cx="7057293" cy="4002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1pPr>
            <a:lvl2pPr marL="914400" marR="0" lvl="1"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2pPr>
            <a:lvl3pPr marL="1371600" marR="0" lvl="2"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3pPr>
            <a:lvl4pPr marL="1828800" marR="0" lvl="3"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4pPr>
            <a:lvl5pPr marL="2286000" marR="0" lvl="4"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5pPr>
            <a:lvl6pPr marL="2743200" marR="0" lvl="5"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6pPr>
            <a:lvl7pPr marL="3200400" marR="0" lvl="6"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7pPr>
            <a:lvl8pPr marL="3657600" marR="0" lvl="7"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8pPr>
            <a:lvl9pPr marL="4114800" marR="0" lvl="8" indent="-317500" algn="ctr" rtl="0">
              <a:lnSpc>
                <a:spcPct val="100000"/>
              </a:lnSpc>
              <a:spcBef>
                <a:spcPts val="0"/>
              </a:spcBef>
              <a:spcAft>
                <a:spcPts val="0"/>
              </a:spcAft>
              <a:buClr>
                <a:schemeClr val="dk2"/>
              </a:buClr>
              <a:buSzPts val="1400"/>
              <a:buFont typeface="Inter"/>
              <a:buNone/>
              <a:defRPr sz="1400" b="0" i="0" u="none" strike="noStrike" cap="none">
                <a:solidFill>
                  <a:schemeClr val="dk2"/>
                </a:solidFill>
                <a:latin typeface="Inter"/>
                <a:ea typeface="Inter"/>
                <a:cs typeface="Inter"/>
                <a:sym typeface="Inter"/>
              </a:defRPr>
            </a:lvl9pPr>
          </a:lstStyle>
          <a:p>
            <a:pPr marL="139700" indent="0" algn="l">
              <a:buNone/>
            </a:pPr>
            <a:r>
              <a:rPr lang="es-PE" dirty="0"/>
              <a:t>La varianza mide la dispersión de los datos con respecto a la media aritmética.</a:t>
            </a:r>
          </a:p>
        </p:txBody>
      </p:sp>
      <p:sp>
        <p:nvSpPr>
          <p:cNvPr id="11" name="Título 1">
            <a:extLst>
              <a:ext uri="{FF2B5EF4-FFF2-40B4-BE49-F238E27FC236}">
                <a16:creationId xmlns:a16="http://schemas.microsoft.com/office/drawing/2014/main" id="{6D62DD2F-EC9D-B7FA-241D-B514F8BDACA7}"/>
              </a:ext>
            </a:extLst>
          </p:cNvPr>
          <p:cNvSpPr txBox="1">
            <a:spLocks/>
          </p:cNvSpPr>
          <p:nvPr/>
        </p:nvSpPr>
        <p:spPr>
          <a:xfrm>
            <a:off x="857007" y="3032532"/>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500"/>
              <a:buFont typeface="Fredoka One"/>
              <a:buNone/>
              <a:defRPr sz="3500" b="0" i="0" u="none" strike="noStrike" cap="none">
                <a:solidFill>
                  <a:schemeClr val="dk1"/>
                </a:solidFill>
                <a:latin typeface="Fredoka One"/>
                <a:ea typeface="Fredoka One"/>
                <a:cs typeface="Fredoka One"/>
                <a:sym typeface="Fredoka One"/>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s-PE" dirty="0">
                <a:solidFill>
                  <a:schemeClr val="accent2"/>
                </a:solidFill>
              </a:rPr>
              <a:t>desviación típica o estándar</a:t>
            </a:r>
          </a:p>
        </p:txBody>
      </p:sp>
      <p:sp>
        <p:nvSpPr>
          <p:cNvPr id="12" name="Marcador de texto 2">
            <a:extLst>
              <a:ext uri="{FF2B5EF4-FFF2-40B4-BE49-F238E27FC236}">
                <a16:creationId xmlns:a16="http://schemas.microsoft.com/office/drawing/2014/main" id="{8C7E053C-5F6D-6902-10FA-88E8384525F4}"/>
              </a:ext>
            </a:extLst>
          </p:cNvPr>
          <p:cNvSpPr txBox="1">
            <a:spLocks/>
          </p:cNvSpPr>
          <p:nvPr/>
        </p:nvSpPr>
        <p:spPr>
          <a:xfrm>
            <a:off x="720000" y="3670335"/>
            <a:ext cx="7704000" cy="101697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lt1"/>
              </a:buClr>
              <a:buSzPts val="2800"/>
              <a:buFont typeface="Mouse Memoirs"/>
              <a:buNone/>
              <a:defRPr sz="2800" b="0" i="0" u="none" strike="noStrike" cap="none">
                <a:solidFill>
                  <a:schemeClr val="dk2"/>
                </a:solidFill>
                <a:latin typeface="Fredoka One"/>
                <a:ea typeface="Fredoka One"/>
                <a:cs typeface="Fredoka One"/>
                <a:sym typeface="Fredoka One"/>
              </a:defRPr>
            </a:lvl1pPr>
            <a:lvl2pPr marL="914400" marR="0" lvl="1" indent="-317500" algn="ctr" rtl="0">
              <a:lnSpc>
                <a:spcPct val="100000"/>
              </a:lnSpc>
              <a:spcBef>
                <a:spcPts val="0"/>
              </a:spcBef>
              <a:spcAft>
                <a:spcPts val="0"/>
              </a:spcAft>
              <a:buClr>
                <a:schemeClr val="lt1"/>
              </a:buClr>
              <a:buSzPts val="2800"/>
              <a:buFont typeface="Mouse Memoirs"/>
              <a:buNone/>
              <a:defRPr sz="2800" b="0" i="0" u="none" strike="noStrike" cap="none">
                <a:solidFill>
                  <a:schemeClr val="lt1"/>
                </a:solidFill>
                <a:latin typeface="Mouse Memoirs"/>
                <a:ea typeface="Mouse Memoirs"/>
                <a:cs typeface="Mouse Memoirs"/>
                <a:sym typeface="Mouse Memoirs"/>
              </a:defRPr>
            </a:lvl2pPr>
            <a:lvl3pPr marL="1371600" marR="0" lvl="2" indent="-317500" algn="ctr" rtl="0">
              <a:lnSpc>
                <a:spcPct val="100000"/>
              </a:lnSpc>
              <a:spcBef>
                <a:spcPts val="0"/>
              </a:spcBef>
              <a:spcAft>
                <a:spcPts val="0"/>
              </a:spcAft>
              <a:buClr>
                <a:schemeClr val="lt1"/>
              </a:buClr>
              <a:buSzPts val="2800"/>
              <a:buFont typeface="Mouse Memoirs"/>
              <a:buNone/>
              <a:defRPr sz="2800" b="0" i="0" u="none" strike="noStrike" cap="none">
                <a:solidFill>
                  <a:schemeClr val="lt1"/>
                </a:solidFill>
                <a:latin typeface="Mouse Memoirs"/>
                <a:ea typeface="Mouse Memoirs"/>
                <a:cs typeface="Mouse Memoirs"/>
                <a:sym typeface="Mouse Memoirs"/>
              </a:defRPr>
            </a:lvl3pPr>
            <a:lvl4pPr marL="1828800" marR="0" lvl="3" indent="-317500" algn="ctr" rtl="0">
              <a:lnSpc>
                <a:spcPct val="100000"/>
              </a:lnSpc>
              <a:spcBef>
                <a:spcPts val="0"/>
              </a:spcBef>
              <a:spcAft>
                <a:spcPts val="0"/>
              </a:spcAft>
              <a:buClr>
                <a:schemeClr val="lt1"/>
              </a:buClr>
              <a:buSzPts val="2800"/>
              <a:buFont typeface="Mouse Memoirs"/>
              <a:buNone/>
              <a:defRPr sz="2800" b="0" i="0" u="none" strike="noStrike" cap="none">
                <a:solidFill>
                  <a:schemeClr val="lt1"/>
                </a:solidFill>
                <a:latin typeface="Mouse Memoirs"/>
                <a:ea typeface="Mouse Memoirs"/>
                <a:cs typeface="Mouse Memoirs"/>
                <a:sym typeface="Mouse Memoirs"/>
              </a:defRPr>
            </a:lvl4pPr>
            <a:lvl5pPr marL="2286000" marR="0" lvl="4" indent="-317500" algn="ctr" rtl="0">
              <a:lnSpc>
                <a:spcPct val="100000"/>
              </a:lnSpc>
              <a:spcBef>
                <a:spcPts val="0"/>
              </a:spcBef>
              <a:spcAft>
                <a:spcPts val="0"/>
              </a:spcAft>
              <a:buClr>
                <a:schemeClr val="lt1"/>
              </a:buClr>
              <a:buSzPts val="2800"/>
              <a:buFont typeface="Mouse Memoirs"/>
              <a:buNone/>
              <a:defRPr sz="2800" b="0" i="0" u="none" strike="noStrike" cap="none">
                <a:solidFill>
                  <a:schemeClr val="lt1"/>
                </a:solidFill>
                <a:latin typeface="Mouse Memoirs"/>
                <a:ea typeface="Mouse Memoirs"/>
                <a:cs typeface="Mouse Memoirs"/>
                <a:sym typeface="Mouse Memoirs"/>
              </a:defRPr>
            </a:lvl5pPr>
            <a:lvl6pPr marL="2743200" marR="0" lvl="5" indent="-317500" algn="ctr" rtl="0">
              <a:lnSpc>
                <a:spcPct val="100000"/>
              </a:lnSpc>
              <a:spcBef>
                <a:spcPts val="0"/>
              </a:spcBef>
              <a:spcAft>
                <a:spcPts val="0"/>
              </a:spcAft>
              <a:buClr>
                <a:schemeClr val="lt1"/>
              </a:buClr>
              <a:buSzPts val="2800"/>
              <a:buFont typeface="Mouse Memoirs"/>
              <a:buNone/>
              <a:defRPr sz="2800" b="0" i="0" u="none" strike="noStrike" cap="none">
                <a:solidFill>
                  <a:schemeClr val="lt1"/>
                </a:solidFill>
                <a:latin typeface="Mouse Memoirs"/>
                <a:ea typeface="Mouse Memoirs"/>
                <a:cs typeface="Mouse Memoirs"/>
                <a:sym typeface="Mouse Memoirs"/>
              </a:defRPr>
            </a:lvl6pPr>
            <a:lvl7pPr marL="3200400" marR="0" lvl="6" indent="-317500" algn="ctr" rtl="0">
              <a:lnSpc>
                <a:spcPct val="100000"/>
              </a:lnSpc>
              <a:spcBef>
                <a:spcPts val="0"/>
              </a:spcBef>
              <a:spcAft>
                <a:spcPts val="0"/>
              </a:spcAft>
              <a:buClr>
                <a:schemeClr val="lt1"/>
              </a:buClr>
              <a:buSzPts val="2800"/>
              <a:buFont typeface="Mouse Memoirs"/>
              <a:buNone/>
              <a:defRPr sz="2800" b="0" i="0" u="none" strike="noStrike" cap="none">
                <a:solidFill>
                  <a:schemeClr val="lt1"/>
                </a:solidFill>
                <a:latin typeface="Mouse Memoirs"/>
                <a:ea typeface="Mouse Memoirs"/>
                <a:cs typeface="Mouse Memoirs"/>
                <a:sym typeface="Mouse Memoirs"/>
              </a:defRPr>
            </a:lvl7pPr>
            <a:lvl8pPr marL="3657600" marR="0" lvl="7" indent="-317500" algn="ctr" rtl="0">
              <a:lnSpc>
                <a:spcPct val="100000"/>
              </a:lnSpc>
              <a:spcBef>
                <a:spcPts val="0"/>
              </a:spcBef>
              <a:spcAft>
                <a:spcPts val="0"/>
              </a:spcAft>
              <a:buClr>
                <a:schemeClr val="lt1"/>
              </a:buClr>
              <a:buSzPts val="2800"/>
              <a:buFont typeface="Mouse Memoirs"/>
              <a:buNone/>
              <a:defRPr sz="2800" b="0" i="0" u="none" strike="noStrike" cap="none">
                <a:solidFill>
                  <a:schemeClr val="lt1"/>
                </a:solidFill>
                <a:latin typeface="Mouse Memoirs"/>
                <a:ea typeface="Mouse Memoirs"/>
                <a:cs typeface="Mouse Memoirs"/>
                <a:sym typeface="Mouse Memoirs"/>
              </a:defRPr>
            </a:lvl8pPr>
            <a:lvl9pPr marL="4114800" marR="0" lvl="8" indent="-317500" algn="ctr" rtl="0">
              <a:lnSpc>
                <a:spcPct val="100000"/>
              </a:lnSpc>
              <a:spcBef>
                <a:spcPts val="0"/>
              </a:spcBef>
              <a:spcAft>
                <a:spcPts val="0"/>
              </a:spcAft>
              <a:buClr>
                <a:schemeClr val="lt1"/>
              </a:buClr>
              <a:buSzPts val="2800"/>
              <a:buFont typeface="Mouse Memoirs"/>
              <a:buNone/>
              <a:defRPr sz="2800" b="0" i="0" u="none" strike="noStrike" cap="none">
                <a:solidFill>
                  <a:schemeClr val="lt1"/>
                </a:solidFill>
                <a:latin typeface="Mouse Memoirs"/>
                <a:ea typeface="Mouse Memoirs"/>
                <a:cs typeface="Mouse Memoirs"/>
                <a:sym typeface="Mouse Memoirs"/>
              </a:defRPr>
            </a:lvl9pPr>
          </a:lstStyle>
          <a:p>
            <a:pPr marL="139700" indent="0" algn="l"/>
            <a:endParaRPr lang="es-PE" sz="1400" dirty="0">
              <a:latin typeface="Inter" panose="020B0604020202020204" charset="0"/>
              <a:ea typeface="Inter" panose="020B0604020202020204" charset="0"/>
            </a:endParaRPr>
          </a:p>
          <a:p>
            <a:pPr marL="139700" indent="0" algn="l"/>
            <a:r>
              <a:rPr lang="es-PE" sz="1400" dirty="0">
                <a:latin typeface="Inter" panose="020B0604020202020204" charset="0"/>
                <a:ea typeface="Inter" panose="020B0604020202020204" charset="0"/>
              </a:rPr>
              <a:t>La desviación típica o desviación estándar es simplemente la raíz cuadrada de la varianza. El estadígrafo de dispersión está dada en el cuadrado de la dimensión en que se expresa la característica, es por ello que es necesario este otro estadístico para dar una medida de dispersión en la misma unidad de los datos.</a:t>
            </a:r>
          </a:p>
        </p:txBody>
      </p:sp>
    </p:spTree>
    <p:extLst>
      <p:ext uri="{BB962C8B-B14F-4D97-AF65-F5344CB8AC3E}">
        <p14:creationId xmlns:p14="http://schemas.microsoft.com/office/powerpoint/2010/main" val="6760678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0D46AD-8B0C-BEF6-D93D-7BF4EBCAFAE3}"/>
              </a:ext>
            </a:extLst>
          </p:cNvPr>
          <p:cNvSpPr>
            <a:spLocks noGrp="1"/>
          </p:cNvSpPr>
          <p:nvPr>
            <p:ph type="title"/>
          </p:nvPr>
        </p:nvSpPr>
        <p:spPr>
          <a:xfrm>
            <a:off x="637938" y="714655"/>
            <a:ext cx="7704000" cy="572700"/>
          </a:xfrm>
        </p:spPr>
        <p:txBody>
          <a:bodyPr/>
          <a:lstStyle/>
          <a:p>
            <a:endParaRPr lang="es-PE"/>
          </a:p>
        </p:txBody>
      </p:sp>
      <p:pic>
        <p:nvPicPr>
          <p:cNvPr id="3" name="Picture 2" descr="Varianza y desviación estándar para datos agrupados por intervalos |  Matemóvil">
            <a:extLst>
              <a:ext uri="{FF2B5EF4-FFF2-40B4-BE49-F238E27FC236}">
                <a16:creationId xmlns:a16="http://schemas.microsoft.com/office/drawing/2014/main" id="{2CEBC928-A8C4-7775-44A0-3FC2BEC6CB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192" y="501436"/>
            <a:ext cx="8059616" cy="41406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18019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DE6BA6-50C8-DE2F-8A80-E3587D18230D}"/>
              </a:ext>
            </a:extLst>
          </p:cNvPr>
          <p:cNvSpPr>
            <a:spLocks noGrp="1"/>
          </p:cNvSpPr>
          <p:nvPr>
            <p:ph type="title"/>
          </p:nvPr>
        </p:nvSpPr>
        <p:spPr>
          <a:xfrm>
            <a:off x="954462" y="540993"/>
            <a:ext cx="7704000" cy="572700"/>
          </a:xfrm>
        </p:spPr>
        <p:txBody>
          <a:bodyPr/>
          <a:lstStyle/>
          <a:p>
            <a:r>
              <a:rPr lang="es-PE" dirty="0">
                <a:solidFill>
                  <a:schemeClr val="accent2"/>
                </a:solidFill>
              </a:rPr>
              <a:t>Propiedades de la varianza</a:t>
            </a:r>
          </a:p>
        </p:txBody>
      </p:sp>
      <mc:AlternateContent xmlns:mc="http://schemas.openxmlformats.org/markup-compatibility/2006" xmlns:a14="http://schemas.microsoft.com/office/drawing/2010/main">
        <mc:Choice Requires="a14">
          <p:sp>
            <p:nvSpPr>
              <p:cNvPr id="3" name="Marcador de texto 2">
                <a:extLst>
                  <a:ext uri="{FF2B5EF4-FFF2-40B4-BE49-F238E27FC236}">
                    <a16:creationId xmlns:a16="http://schemas.microsoft.com/office/drawing/2014/main" id="{DC10055E-4B38-FFFB-7F46-C64EF28E9451}"/>
                  </a:ext>
                </a:extLst>
              </p:cNvPr>
              <p:cNvSpPr>
                <a:spLocks noGrp="1"/>
              </p:cNvSpPr>
              <p:nvPr>
                <p:ph type="body" idx="1"/>
              </p:nvPr>
            </p:nvSpPr>
            <p:spPr>
              <a:xfrm>
                <a:off x="720000" y="1545981"/>
                <a:ext cx="7704000" cy="2473569"/>
              </a:xfrm>
            </p:spPr>
            <p:txBody>
              <a:bodyPr/>
              <a:lstStyle/>
              <a:p>
                <a:pPr algn="l">
                  <a:buFont typeface="Courier New" panose="02070309020205020404" pitchFamily="49" charset="0"/>
                  <a:buChar char="o"/>
                </a:pPr>
                <a:r>
                  <a:rPr lang="es-PE" dirty="0"/>
                  <a:t>V(x) &gt;= 0</a:t>
                </a:r>
              </a:p>
              <a:p>
                <a:pPr algn="l">
                  <a:buFont typeface="Courier New" panose="02070309020205020404" pitchFamily="49" charset="0"/>
                  <a:buChar char="o"/>
                </a:pPr>
                <a:r>
                  <a:rPr lang="es-PE" dirty="0"/>
                  <a:t>La  varianza de una constante es 0 (si todos los datos fuesen iguales)</a:t>
                </a:r>
              </a:p>
              <a:p>
                <a:pPr algn="l">
                  <a:buFont typeface="Courier New" panose="02070309020205020404" pitchFamily="49" charset="0"/>
                  <a:buChar char="o"/>
                </a:pPr>
                <a:r>
                  <a:rPr lang="es-PE" dirty="0"/>
                  <a:t>Si a cada observación xi se le suma una constante b, la varianza del nuevo conjunto de valores y</a:t>
                </a:r>
                <a:r>
                  <a:rPr lang="es-PE" sz="1050" dirty="0"/>
                  <a:t>i </a:t>
                </a:r>
                <a:r>
                  <a:rPr lang="es-PE" dirty="0"/>
                  <a:t>será: V(y) = V(x + b) = V(x)</a:t>
                </a:r>
              </a:p>
              <a:p>
                <a:pPr algn="l">
                  <a:buFont typeface="Courier New" panose="02070309020205020404" pitchFamily="49" charset="0"/>
                  <a:buChar char="o"/>
                </a:pPr>
                <a:r>
                  <a:rPr lang="es-PE" dirty="0"/>
                  <a:t>Si a cada valor de un conjunto xi se multiplica por una constante a, la varianza del nuevo conjunto de valores yi, donde yi=a*xi es igual a la varianza del conjunto original por el cuadrado de la constante. </a:t>
                </a:r>
                <a14:m>
                  <m:oMath xmlns:m="http://schemas.openxmlformats.org/officeDocument/2006/math">
                    <m:r>
                      <a:rPr lang="es-PE" b="0" i="1" smtClean="0">
                        <a:latin typeface="Cambria Math" panose="02040503050406030204" pitchFamily="18" charset="0"/>
                      </a:rPr>
                      <m:t>𝑉</m:t>
                    </m:r>
                    <m:d>
                      <m:dPr>
                        <m:ctrlPr>
                          <a:rPr lang="es-PE" b="0" i="1" smtClean="0">
                            <a:latin typeface="Cambria Math" panose="02040503050406030204" pitchFamily="18" charset="0"/>
                          </a:rPr>
                        </m:ctrlPr>
                      </m:dPr>
                      <m:e>
                        <m:r>
                          <a:rPr lang="es-PE" b="0" i="1" smtClean="0">
                            <a:latin typeface="Cambria Math" panose="02040503050406030204" pitchFamily="18" charset="0"/>
                          </a:rPr>
                          <m:t>𝑦</m:t>
                        </m:r>
                      </m:e>
                    </m:d>
                    <m:r>
                      <a:rPr lang="es-PE" b="0" i="1" smtClean="0">
                        <a:latin typeface="Cambria Math" panose="02040503050406030204" pitchFamily="18" charset="0"/>
                      </a:rPr>
                      <m:t>=</m:t>
                    </m:r>
                    <m:sSup>
                      <m:sSupPr>
                        <m:ctrlPr>
                          <a:rPr lang="es-PE" b="0" i="1" smtClean="0">
                            <a:latin typeface="Cambria Math" panose="02040503050406030204" pitchFamily="18" charset="0"/>
                          </a:rPr>
                        </m:ctrlPr>
                      </m:sSupPr>
                      <m:e>
                        <m:r>
                          <a:rPr lang="es-PE" b="0" i="1" smtClean="0">
                            <a:latin typeface="Cambria Math" panose="02040503050406030204" pitchFamily="18" charset="0"/>
                          </a:rPr>
                          <m:t>𝑎</m:t>
                        </m:r>
                      </m:e>
                      <m:sup>
                        <m:r>
                          <a:rPr lang="es-PE" b="0" i="1" smtClean="0">
                            <a:latin typeface="Cambria Math" panose="02040503050406030204" pitchFamily="18" charset="0"/>
                          </a:rPr>
                          <m:t>2</m:t>
                        </m:r>
                      </m:sup>
                    </m:sSup>
                    <m:r>
                      <a:rPr lang="es-PE" b="0" i="0" smtClean="0">
                        <a:latin typeface="Cambria Math" panose="02040503050406030204" pitchFamily="18" charset="0"/>
                      </a:rPr>
                      <m:t>∗</m:t>
                    </m:r>
                    <m:r>
                      <m:rPr>
                        <m:sty m:val="p"/>
                      </m:rPr>
                      <a:rPr lang="es-PE" b="0" i="0" smtClean="0">
                        <a:latin typeface="Cambria Math" panose="02040503050406030204" pitchFamily="18" charset="0"/>
                      </a:rPr>
                      <m:t>V</m:t>
                    </m:r>
                    <m:d>
                      <m:dPr>
                        <m:ctrlPr>
                          <a:rPr lang="es-PE" b="0" i="1" smtClean="0">
                            <a:latin typeface="Cambria Math" panose="02040503050406030204" pitchFamily="18" charset="0"/>
                          </a:rPr>
                        </m:ctrlPr>
                      </m:dPr>
                      <m:e>
                        <m:r>
                          <m:rPr>
                            <m:sty m:val="p"/>
                          </m:rPr>
                          <a:rPr lang="es-PE" b="0" i="0" smtClean="0">
                            <a:latin typeface="Cambria Math" panose="02040503050406030204" pitchFamily="18" charset="0"/>
                          </a:rPr>
                          <m:t>x</m:t>
                        </m:r>
                      </m:e>
                    </m:d>
                  </m:oMath>
                </a14:m>
                <a:endParaRPr lang="es-PE" b="0" dirty="0"/>
              </a:p>
              <a:p>
                <a:pPr algn="l">
                  <a:buFont typeface="Courier New" panose="02070309020205020404" pitchFamily="49" charset="0"/>
                  <a:buChar char="o"/>
                </a:pPr>
                <a:r>
                  <a:rPr lang="es-PE" dirty="0"/>
                  <a:t>De las anteriores propiedades: </a:t>
                </a:r>
                <a14:m>
                  <m:oMath xmlns:m="http://schemas.openxmlformats.org/officeDocument/2006/math">
                    <m:r>
                      <a:rPr lang="es-PE" b="0" i="1" smtClean="0">
                        <a:latin typeface="Cambria Math" panose="02040503050406030204" pitchFamily="18" charset="0"/>
                      </a:rPr>
                      <m:t>𝑉</m:t>
                    </m:r>
                    <m:d>
                      <m:dPr>
                        <m:ctrlPr>
                          <a:rPr lang="es-PE" b="0" i="1" smtClean="0">
                            <a:latin typeface="Cambria Math" panose="02040503050406030204" pitchFamily="18" charset="0"/>
                          </a:rPr>
                        </m:ctrlPr>
                      </m:dPr>
                      <m:e>
                        <m:r>
                          <a:rPr lang="es-PE" b="0" i="1" smtClean="0">
                            <a:latin typeface="Cambria Math" panose="02040503050406030204" pitchFamily="18" charset="0"/>
                          </a:rPr>
                          <m:t>𝑦</m:t>
                        </m:r>
                      </m:e>
                    </m:d>
                    <m:r>
                      <a:rPr lang="es-PE" b="0" i="1" smtClean="0">
                        <a:latin typeface="Cambria Math" panose="02040503050406030204" pitchFamily="18" charset="0"/>
                      </a:rPr>
                      <m:t>=</m:t>
                    </m:r>
                    <m:r>
                      <a:rPr lang="es-PE" b="0" i="1" smtClean="0">
                        <a:latin typeface="Cambria Math" panose="02040503050406030204" pitchFamily="18" charset="0"/>
                      </a:rPr>
                      <m:t>𝑉</m:t>
                    </m:r>
                    <m:d>
                      <m:dPr>
                        <m:ctrlPr>
                          <a:rPr lang="es-PE" b="0" i="1" smtClean="0">
                            <a:latin typeface="Cambria Math" panose="02040503050406030204" pitchFamily="18" charset="0"/>
                          </a:rPr>
                        </m:ctrlPr>
                      </m:dPr>
                      <m:e>
                        <m:r>
                          <a:rPr lang="es-PE" b="0" i="1" smtClean="0">
                            <a:latin typeface="Cambria Math" panose="02040503050406030204" pitchFamily="18" charset="0"/>
                          </a:rPr>
                          <m:t>𝑎𝑥</m:t>
                        </m:r>
                        <m:r>
                          <a:rPr lang="es-PE" b="0" i="1" smtClean="0">
                            <a:latin typeface="Cambria Math" panose="02040503050406030204" pitchFamily="18" charset="0"/>
                          </a:rPr>
                          <m:t>+</m:t>
                        </m:r>
                        <m:r>
                          <a:rPr lang="es-PE" b="0" i="1" smtClean="0">
                            <a:latin typeface="Cambria Math" panose="02040503050406030204" pitchFamily="18" charset="0"/>
                          </a:rPr>
                          <m:t>𝑏</m:t>
                        </m:r>
                      </m:e>
                    </m:d>
                    <m:r>
                      <a:rPr lang="es-PE" b="0" i="1" smtClean="0">
                        <a:latin typeface="Cambria Math" panose="02040503050406030204" pitchFamily="18" charset="0"/>
                      </a:rPr>
                      <m:t>=</m:t>
                    </m:r>
                    <m:sSup>
                      <m:sSupPr>
                        <m:ctrlPr>
                          <a:rPr lang="es-PE" b="0" i="1" smtClean="0">
                            <a:latin typeface="Cambria Math" panose="02040503050406030204" pitchFamily="18" charset="0"/>
                          </a:rPr>
                        </m:ctrlPr>
                      </m:sSupPr>
                      <m:e>
                        <m:r>
                          <a:rPr lang="es-PE" b="0" i="1" smtClean="0">
                            <a:latin typeface="Cambria Math" panose="02040503050406030204" pitchFamily="18" charset="0"/>
                          </a:rPr>
                          <m:t>𝑎</m:t>
                        </m:r>
                      </m:e>
                      <m:sup>
                        <m:r>
                          <a:rPr lang="es-PE" b="0" i="1" smtClean="0">
                            <a:latin typeface="Cambria Math" panose="02040503050406030204" pitchFamily="18" charset="0"/>
                          </a:rPr>
                          <m:t>2</m:t>
                        </m:r>
                      </m:sup>
                    </m:sSup>
                    <m:r>
                      <a:rPr lang="es-PE" b="0" i="1" smtClean="0">
                        <a:latin typeface="Cambria Math" panose="02040503050406030204" pitchFamily="18" charset="0"/>
                      </a:rPr>
                      <m:t>∗</m:t>
                    </m:r>
                    <m:r>
                      <a:rPr lang="es-PE" b="0" i="1" smtClean="0">
                        <a:latin typeface="Cambria Math" panose="02040503050406030204" pitchFamily="18" charset="0"/>
                      </a:rPr>
                      <m:t>𝑉</m:t>
                    </m:r>
                    <m:r>
                      <a:rPr lang="es-PE" b="0" i="1" smtClean="0">
                        <a:latin typeface="Cambria Math" panose="02040503050406030204" pitchFamily="18" charset="0"/>
                      </a:rPr>
                      <m:t>(</m:t>
                    </m:r>
                    <m:r>
                      <a:rPr lang="es-PE" b="0" i="1" smtClean="0">
                        <a:latin typeface="Cambria Math" panose="02040503050406030204" pitchFamily="18" charset="0"/>
                      </a:rPr>
                      <m:t>𝑥</m:t>
                    </m:r>
                    <m:r>
                      <a:rPr lang="es-PE" b="0" i="1" smtClean="0">
                        <a:latin typeface="Cambria Math" panose="02040503050406030204" pitchFamily="18" charset="0"/>
                      </a:rPr>
                      <m:t>)</m:t>
                    </m:r>
                  </m:oMath>
                </a14:m>
                <a:endParaRPr lang="es-PE" dirty="0"/>
              </a:p>
              <a:p>
                <a:pPr marL="139700" indent="0" algn="l">
                  <a:buNone/>
                </a:pPr>
                <a:endParaRPr lang="es-PE" dirty="0"/>
              </a:p>
              <a:p>
                <a:pPr marL="139700" indent="0" algn="l">
                  <a:buNone/>
                </a:pPr>
                <a:endParaRPr lang="es-PE" dirty="0"/>
              </a:p>
            </p:txBody>
          </p:sp>
        </mc:Choice>
        <mc:Fallback xmlns="">
          <p:sp>
            <p:nvSpPr>
              <p:cNvPr id="3" name="Marcador de texto 2">
                <a:extLst>
                  <a:ext uri="{FF2B5EF4-FFF2-40B4-BE49-F238E27FC236}">
                    <a16:creationId xmlns:a16="http://schemas.microsoft.com/office/drawing/2014/main" id="{DC10055E-4B38-FFFB-7F46-C64EF28E9451}"/>
                  </a:ext>
                </a:extLst>
              </p:cNvPr>
              <p:cNvSpPr>
                <a:spLocks noGrp="1" noRot="1" noChangeAspect="1" noMove="1" noResize="1" noEditPoints="1" noAdjustHandles="1" noChangeArrowheads="1" noChangeShapeType="1" noTextEdit="1"/>
              </p:cNvSpPr>
              <p:nvPr>
                <p:ph type="body" idx="1"/>
              </p:nvPr>
            </p:nvSpPr>
            <p:spPr>
              <a:xfrm>
                <a:off x="720000" y="1545981"/>
                <a:ext cx="7704000" cy="2473569"/>
              </a:xfrm>
              <a:blipFill>
                <a:blip r:embed="rId2"/>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7222111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DE6BA6-50C8-DE2F-8A80-E3587D18230D}"/>
              </a:ext>
            </a:extLst>
          </p:cNvPr>
          <p:cNvSpPr>
            <a:spLocks noGrp="1"/>
          </p:cNvSpPr>
          <p:nvPr>
            <p:ph type="title"/>
          </p:nvPr>
        </p:nvSpPr>
        <p:spPr>
          <a:xfrm>
            <a:off x="1456107" y="509354"/>
            <a:ext cx="6231785" cy="572700"/>
          </a:xfrm>
        </p:spPr>
        <p:txBody>
          <a:bodyPr/>
          <a:lstStyle/>
          <a:p>
            <a:r>
              <a:rPr lang="es-PE" dirty="0">
                <a:solidFill>
                  <a:schemeClr val="accent2"/>
                </a:solidFill>
              </a:rPr>
              <a:t>Propiedades de la desviación estándar</a:t>
            </a:r>
          </a:p>
        </p:txBody>
      </p:sp>
      <mc:AlternateContent xmlns:mc="http://schemas.openxmlformats.org/markup-compatibility/2006" xmlns:a14="http://schemas.microsoft.com/office/drawing/2010/main">
        <mc:Choice Requires="a14">
          <p:sp>
            <p:nvSpPr>
              <p:cNvPr id="3" name="Marcador de texto 2">
                <a:extLst>
                  <a:ext uri="{FF2B5EF4-FFF2-40B4-BE49-F238E27FC236}">
                    <a16:creationId xmlns:a16="http://schemas.microsoft.com/office/drawing/2014/main" id="{DC10055E-4B38-FFFB-7F46-C64EF28E9451}"/>
                  </a:ext>
                </a:extLst>
              </p:cNvPr>
              <p:cNvSpPr>
                <a:spLocks noGrp="1"/>
              </p:cNvSpPr>
              <p:nvPr>
                <p:ph type="body" idx="1"/>
              </p:nvPr>
            </p:nvSpPr>
            <p:spPr>
              <a:xfrm>
                <a:off x="720000" y="1874227"/>
                <a:ext cx="7704000" cy="2473569"/>
              </a:xfrm>
            </p:spPr>
            <p:txBody>
              <a:bodyPr/>
              <a:lstStyle/>
              <a:p>
                <a:pPr algn="l">
                  <a:buFont typeface="Courier New" panose="02070309020205020404" pitchFamily="49" charset="0"/>
                  <a:buChar char="o"/>
                </a:pPr>
                <a:r>
                  <a:rPr lang="es-PE" dirty="0"/>
                  <a:t>DS(x) &gt;= 0</a:t>
                </a:r>
              </a:p>
              <a:p>
                <a:pPr algn="l">
                  <a:buFont typeface="Courier New" panose="02070309020205020404" pitchFamily="49" charset="0"/>
                  <a:buChar char="o"/>
                </a:pPr>
                <a:r>
                  <a:rPr lang="es-PE" dirty="0"/>
                  <a:t>La  desviación estándar de una constante es 0 (si todos los datos fuesen iguales)</a:t>
                </a:r>
              </a:p>
              <a:p>
                <a:pPr algn="l">
                  <a:buFont typeface="Courier New" panose="02070309020205020404" pitchFamily="49" charset="0"/>
                  <a:buChar char="o"/>
                </a:pPr>
                <a:r>
                  <a:rPr lang="es-PE" dirty="0"/>
                  <a:t>Si a cada observación xi se le suma una constante b, la desviación típica del nuevo conjunto de valores y</a:t>
                </a:r>
                <a:r>
                  <a:rPr lang="es-PE" sz="1050" dirty="0"/>
                  <a:t>i </a:t>
                </a:r>
                <a:r>
                  <a:rPr lang="es-PE" dirty="0"/>
                  <a:t>será: S(y) = S(x + b) = S(x)</a:t>
                </a:r>
              </a:p>
              <a:p>
                <a:pPr algn="l">
                  <a:buFont typeface="Courier New" panose="02070309020205020404" pitchFamily="49" charset="0"/>
                  <a:buChar char="o"/>
                </a:pPr>
                <a:r>
                  <a:rPr lang="es-PE" dirty="0"/>
                  <a:t>Si a cada valor de un conjunto xi se multiplica por una constante a, la desviación típica del nuevo conjunto de valores yi, donde yi=a*xi es igual a la varianza del conjunto original por el cuadrado de la constante. S</a:t>
                </a:r>
                <a14:m>
                  <m:oMath xmlns:m="http://schemas.openxmlformats.org/officeDocument/2006/math">
                    <m:d>
                      <m:dPr>
                        <m:ctrlPr>
                          <a:rPr lang="es-PE" b="0" i="1" smtClean="0">
                            <a:latin typeface="Cambria Math" panose="02040503050406030204" pitchFamily="18" charset="0"/>
                          </a:rPr>
                        </m:ctrlPr>
                      </m:dPr>
                      <m:e>
                        <m:r>
                          <a:rPr lang="es-PE" b="0" i="1" smtClean="0">
                            <a:latin typeface="Cambria Math" panose="02040503050406030204" pitchFamily="18" charset="0"/>
                          </a:rPr>
                          <m:t>𝑦</m:t>
                        </m:r>
                      </m:e>
                    </m:d>
                    <m:r>
                      <a:rPr lang="es-PE" b="0" i="1" smtClean="0">
                        <a:latin typeface="Cambria Math" panose="02040503050406030204" pitchFamily="18" charset="0"/>
                      </a:rPr>
                      <m:t>=</m:t>
                    </m:r>
                    <m:d>
                      <m:dPr>
                        <m:begChr m:val="|"/>
                        <m:endChr m:val="|"/>
                        <m:ctrlPr>
                          <a:rPr lang="es-PE" b="0" i="1" smtClean="0">
                            <a:latin typeface="Cambria Math" panose="02040503050406030204" pitchFamily="18" charset="0"/>
                          </a:rPr>
                        </m:ctrlPr>
                      </m:dPr>
                      <m:e>
                        <m:r>
                          <m:rPr>
                            <m:sty m:val="p"/>
                          </m:rPr>
                          <a:rPr lang="es-PE" b="0" i="0" smtClean="0">
                            <a:latin typeface="Cambria Math" panose="02040503050406030204" pitchFamily="18" charset="0"/>
                          </a:rPr>
                          <m:t>a</m:t>
                        </m:r>
                      </m:e>
                    </m:d>
                    <m:r>
                      <a:rPr lang="es-PE" b="0" i="0" smtClean="0">
                        <a:latin typeface="Cambria Math" panose="02040503050406030204" pitchFamily="18" charset="0"/>
                      </a:rPr>
                      <m:t>∗</m:t>
                    </m:r>
                    <m:r>
                      <m:rPr>
                        <m:sty m:val="p"/>
                      </m:rPr>
                      <a:rPr lang="es-PE" b="0" i="0" smtClean="0">
                        <a:latin typeface="Cambria Math" panose="02040503050406030204" pitchFamily="18" charset="0"/>
                      </a:rPr>
                      <m:t>S</m:t>
                    </m:r>
                    <m:d>
                      <m:dPr>
                        <m:ctrlPr>
                          <a:rPr lang="es-PE" b="0" i="1" smtClean="0">
                            <a:latin typeface="Cambria Math" panose="02040503050406030204" pitchFamily="18" charset="0"/>
                          </a:rPr>
                        </m:ctrlPr>
                      </m:dPr>
                      <m:e>
                        <m:r>
                          <m:rPr>
                            <m:sty m:val="p"/>
                          </m:rPr>
                          <a:rPr lang="es-PE" b="0" i="0" smtClean="0">
                            <a:latin typeface="Cambria Math" panose="02040503050406030204" pitchFamily="18" charset="0"/>
                          </a:rPr>
                          <m:t>x</m:t>
                        </m:r>
                      </m:e>
                    </m:d>
                  </m:oMath>
                </a14:m>
                <a:endParaRPr lang="es-PE" b="0" dirty="0"/>
              </a:p>
              <a:p>
                <a:pPr marL="139700" indent="0" algn="l">
                  <a:buNone/>
                </a:pPr>
                <a:endParaRPr lang="es-PE" dirty="0"/>
              </a:p>
              <a:p>
                <a:pPr marL="139700" indent="0" algn="l">
                  <a:buNone/>
                </a:pPr>
                <a:endParaRPr lang="es-PE" dirty="0"/>
              </a:p>
            </p:txBody>
          </p:sp>
        </mc:Choice>
        <mc:Fallback xmlns="">
          <p:sp>
            <p:nvSpPr>
              <p:cNvPr id="3" name="Marcador de texto 2">
                <a:extLst>
                  <a:ext uri="{FF2B5EF4-FFF2-40B4-BE49-F238E27FC236}">
                    <a16:creationId xmlns:a16="http://schemas.microsoft.com/office/drawing/2014/main" id="{DC10055E-4B38-FFFB-7F46-C64EF28E9451}"/>
                  </a:ext>
                </a:extLst>
              </p:cNvPr>
              <p:cNvSpPr>
                <a:spLocks noGrp="1" noRot="1" noChangeAspect="1" noMove="1" noResize="1" noEditPoints="1" noAdjustHandles="1" noChangeArrowheads="1" noChangeShapeType="1" noTextEdit="1"/>
              </p:cNvSpPr>
              <p:nvPr>
                <p:ph type="body" idx="1"/>
              </p:nvPr>
            </p:nvSpPr>
            <p:spPr>
              <a:xfrm>
                <a:off x="720000" y="1874227"/>
                <a:ext cx="7704000" cy="2473569"/>
              </a:xfrm>
              <a:blipFill>
                <a:blip r:embed="rId2"/>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9489327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F1D6B9-F1E2-AB71-10BE-6BF4A6494576}"/>
              </a:ext>
            </a:extLst>
          </p:cNvPr>
          <p:cNvSpPr>
            <a:spLocks noGrp="1"/>
          </p:cNvSpPr>
          <p:nvPr>
            <p:ph type="title"/>
          </p:nvPr>
        </p:nvSpPr>
        <p:spPr>
          <a:xfrm>
            <a:off x="720000" y="381425"/>
            <a:ext cx="7704000" cy="572700"/>
          </a:xfrm>
        </p:spPr>
        <p:txBody>
          <a:bodyPr/>
          <a:lstStyle/>
          <a:p>
            <a:r>
              <a:rPr lang="es-PE" dirty="0">
                <a:solidFill>
                  <a:schemeClr val="accent2"/>
                </a:solidFill>
              </a:rPr>
              <a:t>Asimetría</a:t>
            </a:r>
          </a:p>
        </p:txBody>
      </p:sp>
      <p:sp>
        <p:nvSpPr>
          <p:cNvPr id="3" name="Marcador de texto 2">
            <a:extLst>
              <a:ext uri="{FF2B5EF4-FFF2-40B4-BE49-F238E27FC236}">
                <a16:creationId xmlns:a16="http://schemas.microsoft.com/office/drawing/2014/main" id="{A00E358B-2534-E081-433C-25B0794F4BAB}"/>
              </a:ext>
            </a:extLst>
          </p:cNvPr>
          <p:cNvSpPr>
            <a:spLocks noGrp="1"/>
          </p:cNvSpPr>
          <p:nvPr>
            <p:ph type="body" idx="1"/>
          </p:nvPr>
        </p:nvSpPr>
        <p:spPr>
          <a:xfrm>
            <a:off x="508000" y="993849"/>
            <a:ext cx="8184444" cy="1969379"/>
          </a:xfrm>
        </p:spPr>
        <p:txBody>
          <a:bodyPr/>
          <a:lstStyle/>
          <a:p>
            <a:pPr algn="just"/>
            <a:r>
              <a:rPr lang="es-MX" dirty="0"/>
              <a:t>El concepto de asimetría de una distribución indica la deformación horizontal de las distribuciones de frecuencia.</a:t>
            </a:r>
          </a:p>
          <a:p>
            <a:pPr algn="just"/>
            <a:endParaRPr lang="es-MX" dirty="0"/>
          </a:p>
          <a:p>
            <a:pPr algn="l"/>
            <a:r>
              <a:rPr lang="es-MX" dirty="0"/>
              <a:t>En la teoría de la probabilidad y estadística, la asimetría es una medida de la distribución de probabilidad de un variable aleatoria. El valor de asimetría puede ser positivo, cero o negativo.</a:t>
            </a:r>
            <a:br>
              <a:rPr lang="es-MX" dirty="0"/>
            </a:br>
            <a:endParaRPr lang="es-MX" dirty="0"/>
          </a:p>
          <a:p>
            <a:pPr algn="just"/>
            <a:r>
              <a:rPr lang="es-MX" dirty="0"/>
              <a:t>El orden de ubicación de los promedios describe la simetría o la asimetría de la distribución de los datos.</a:t>
            </a:r>
            <a:endParaRPr lang="es-PE" dirty="0"/>
          </a:p>
        </p:txBody>
      </p:sp>
      <p:sp>
        <p:nvSpPr>
          <p:cNvPr id="10" name="Marcador de texto 2">
            <a:extLst>
              <a:ext uri="{FF2B5EF4-FFF2-40B4-BE49-F238E27FC236}">
                <a16:creationId xmlns:a16="http://schemas.microsoft.com/office/drawing/2014/main" id="{C69B288B-6300-6666-F026-9778C1B879CD}"/>
              </a:ext>
            </a:extLst>
          </p:cNvPr>
          <p:cNvSpPr txBox="1">
            <a:spLocks/>
          </p:cNvSpPr>
          <p:nvPr/>
        </p:nvSpPr>
        <p:spPr>
          <a:xfrm>
            <a:off x="508000" y="3070493"/>
            <a:ext cx="8312833" cy="168583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1pPr>
            <a:lvl2pPr marL="914400" marR="0" lvl="1"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2pPr>
            <a:lvl3pPr marL="1371600" marR="0" lvl="2"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3pPr>
            <a:lvl4pPr marL="1828800" marR="0" lvl="3"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4pPr>
            <a:lvl5pPr marL="2286000" marR="0" lvl="4"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5pPr>
            <a:lvl6pPr marL="2743200" marR="0" lvl="5"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6pPr>
            <a:lvl7pPr marL="3200400" marR="0" lvl="6"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7pPr>
            <a:lvl8pPr marL="3657600" marR="0" lvl="7"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8pPr>
            <a:lvl9pPr marL="4114800" marR="0" lvl="8"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9pPr>
          </a:lstStyle>
          <a:p>
            <a:pPr algn="l"/>
            <a:r>
              <a:rPr lang="es-MX" dirty="0"/>
              <a:t>Cuando el valor de la asimetría es cero, se dice que nuestra variable sigue una distribución simétrica. Por lo tanto el enfoque está al detectar los dos tipos de asimetrías existentes: asimetría negativa y asimetría positiva.</a:t>
            </a:r>
            <a:br>
              <a:rPr lang="es-MX" dirty="0"/>
            </a:br>
            <a:endParaRPr lang="es-MX" dirty="0"/>
          </a:p>
          <a:p>
            <a:pPr algn="just"/>
            <a:r>
              <a:rPr lang="es-MX" dirty="0"/>
              <a:t>El hecho de que dos distribuciones pueden tener la misma media y la misma desviación estándar, no garantiza que estas sean simétricas. Pueden diferir en el grado de asimetría.</a:t>
            </a:r>
            <a:endParaRPr lang="es-PE" dirty="0"/>
          </a:p>
        </p:txBody>
      </p:sp>
    </p:spTree>
    <p:extLst>
      <p:ext uri="{BB962C8B-B14F-4D97-AF65-F5344CB8AC3E}">
        <p14:creationId xmlns:p14="http://schemas.microsoft.com/office/powerpoint/2010/main" val="14987829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2">
            <a:extLst>
              <a:ext uri="{FF2B5EF4-FFF2-40B4-BE49-F238E27FC236}">
                <a16:creationId xmlns:a16="http://schemas.microsoft.com/office/drawing/2014/main" id="{7A36A75F-4A66-1BA1-9A66-11CD710D3F38}"/>
              </a:ext>
            </a:extLst>
          </p:cNvPr>
          <p:cNvSpPr txBox="1">
            <a:spLocks/>
          </p:cNvSpPr>
          <p:nvPr/>
        </p:nvSpPr>
        <p:spPr>
          <a:xfrm>
            <a:off x="584269" y="500831"/>
            <a:ext cx="3832222" cy="50166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1pPr>
            <a:lvl2pPr marL="914400" marR="0" lvl="1"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2pPr>
            <a:lvl3pPr marL="1371600" marR="0" lvl="2"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3pPr>
            <a:lvl4pPr marL="1828800" marR="0" lvl="3"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4pPr>
            <a:lvl5pPr marL="2286000" marR="0" lvl="4"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5pPr>
            <a:lvl6pPr marL="2743200" marR="0" lvl="5"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6pPr>
            <a:lvl7pPr marL="3200400" marR="0" lvl="6"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7pPr>
            <a:lvl8pPr marL="3657600" marR="0" lvl="7"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8pPr>
            <a:lvl9pPr marL="4114800" marR="0" lvl="8"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9pPr>
          </a:lstStyle>
          <a:p>
            <a:pPr marL="139700" indent="0">
              <a:buFont typeface="Inter"/>
              <a:buNone/>
            </a:pPr>
            <a:r>
              <a:rPr lang="es-PE" dirty="0">
                <a:latin typeface="Fredoka One" panose="02000000000000000000" pitchFamily="2" charset="0"/>
              </a:rPr>
              <a:t>Sesgo Negativo</a:t>
            </a:r>
          </a:p>
        </p:txBody>
      </p:sp>
      <p:sp>
        <p:nvSpPr>
          <p:cNvPr id="6" name="Subtítulo 6">
            <a:extLst>
              <a:ext uri="{FF2B5EF4-FFF2-40B4-BE49-F238E27FC236}">
                <a16:creationId xmlns:a16="http://schemas.microsoft.com/office/drawing/2014/main" id="{FC61713D-2987-9FB5-17A3-438030883EE8}"/>
              </a:ext>
            </a:extLst>
          </p:cNvPr>
          <p:cNvSpPr txBox="1">
            <a:spLocks/>
          </p:cNvSpPr>
          <p:nvPr/>
        </p:nvSpPr>
        <p:spPr>
          <a:xfrm>
            <a:off x="701498" y="988605"/>
            <a:ext cx="3832223" cy="138031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s-PE" dirty="0"/>
              <a:t>La cola izquierda es más larga y la masa de la distribución se concentra a la derecha. Se dice que la distribución está sesgada hacia la izquierda.</a:t>
            </a:r>
          </a:p>
          <a:p>
            <a:endParaRPr lang="es-PE" dirty="0"/>
          </a:p>
        </p:txBody>
      </p:sp>
      <p:sp>
        <p:nvSpPr>
          <p:cNvPr id="7" name="Subtítulo 7">
            <a:extLst>
              <a:ext uri="{FF2B5EF4-FFF2-40B4-BE49-F238E27FC236}">
                <a16:creationId xmlns:a16="http://schemas.microsoft.com/office/drawing/2014/main" id="{00B84CB5-2F6F-1D06-607F-63D2BE2CB2E6}"/>
              </a:ext>
            </a:extLst>
          </p:cNvPr>
          <p:cNvSpPr txBox="1">
            <a:spLocks/>
          </p:cNvSpPr>
          <p:nvPr/>
        </p:nvSpPr>
        <p:spPr>
          <a:xfrm>
            <a:off x="4705619" y="997900"/>
            <a:ext cx="3832222" cy="89900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s-PE" dirty="0"/>
              <a:t>La cola derecha es más larga y la masa de la distribución se concentra a la izquierda. Se dice que la distribución está sesgada hacia la derecha.</a:t>
            </a:r>
          </a:p>
        </p:txBody>
      </p:sp>
      <p:sp>
        <p:nvSpPr>
          <p:cNvPr id="9" name="Marcador de texto 2">
            <a:extLst>
              <a:ext uri="{FF2B5EF4-FFF2-40B4-BE49-F238E27FC236}">
                <a16:creationId xmlns:a16="http://schemas.microsoft.com/office/drawing/2014/main" id="{59E39794-100E-D2DD-E0B7-4D5B9298275E}"/>
              </a:ext>
            </a:extLst>
          </p:cNvPr>
          <p:cNvSpPr txBox="1">
            <a:spLocks/>
          </p:cNvSpPr>
          <p:nvPr/>
        </p:nvSpPr>
        <p:spPr>
          <a:xfrm>
            <a:off x="4533720" y="546267"/>
            <a:ext cx="3832222" cy="50166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1pPr>
            <a:lvl2pPr marL="914400" marR="0" lvl="1"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2pPr>
            <a:lvl3pPr marL="1371600" marR="0" lvl="2"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3pPr>
            <a:lvl4pPr marL="1828800" marR="0" lvl="3"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4pPr>
            <a:lvl5pPr marL="2286000" marR="0" lvl="4"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5pPr>
            <a:lvl6pPr marL="2743200" marR="0" lvl="5"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6pPr>
            <a:lvl7pPr marL="3200400" marR="0" lvl="6"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7pPr>
            <a:lvl8pPr marL="3657600" marR="0" lvl="7"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8pPr>
            <a:lvl9pPr marL="4114800" marR="0" lvl="8"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9pPr>
          </a:lstStyle>
          <a:p>
            <a:pPr marL="139700" indent="0">
              <a:buFont typeface="Inter"/>
              <a:buNone/>
            </a:pPr>
            <a:r>
              <a:rPr lang="es-PE" dirty="0">
                <a:latin typeface="Fredoka One" panose="02000000000000000000" pitchFamily="2" charset="0"/>
              </a:rPr>
              <a:t>Sesgo Positivo</a:t>
            </a:r>
          </a:p>
        </p:txBody>
      </p:sp>
      <p:pic>
        <p:nvPicPr>
          <p:cNvPr id="1026" name="Picture 2">
            <a:extLst>
              <a:ext uri="{FF2B5EF4-FFF2-40B4-BE49-F238E27FC236}">
                <a16:creationId xmlns:a16="http://schemas.microsoft.com/office/drawing/2014/main" id="{BDDD31F9-83E4-C017-442A-5ABB14ACFB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1914" y="2170079"/>
            <a:ext cx="6043612" cy="2153036"/>
          </a:xfrm>
          <a:prstGeom prst="rect">
            <a:avLst/>
          </a:prstGeom>
          <a:noFill/>
          <a:extLst>
            <a:ext uri="{909E8E84-426E-40DD-AFC4-6F175D3DCCD1}">
              <a14:hiddenFill xmlns:a14="http://schemas.microsoft.com/office/drawing/2010/main">
                <a:solidFill>
                  <a:srgbClr val="FFFFFF"/>
                </a:solidFill>
              </a14:hiddenFill>
            </a:ext>
          </a:extLst>
        </p:spPr>
      </p:pic>
      <p:sp>
        <p:nvSpPr>
          <p:cNvPr id="13" name="CuadroTexto 12">
            <a:extLst>
              <a:ext uri="{FF2B5EF4-FFF2-40B4-BE49-F238E27FC236}">
                <a16:creationId xmlns:a16="http://schemas.microsoft.com/office/drawing/2014/main" id="{4DE9FFD3-7E5F-1A17-6819-535AFD68354F}"/>
              </a:ext>
            </a:extLst>
          </p:cNvPr>
          <p:cNvSpPr txBox="1"/>
          <p:nvPr/>
        </p:nvSpPr>
        <p:spPr>
          <a:xfrm>
            <a:off x="2500380" y="4064794"/>
            <a:ext cx="1442970" cy="307777"/>
          </a:xfrm>
          <a:prstGeom prst="rect">
            <a:avLst/>
          </a:prstGeom>
          <a:solidFill>
            <a:schemeClr val="bg1"/>
          </a:solidFill>
        </p:spPr>
        <p:txBody>
          <a:bodyPr wrap="square" rtlCol="0">
            <a:spAutoFit/>
          </a:bodyPr>
          <a:lstStyle/>
          <a:p>
            <a:r>
              <a:rPr lang="es-MX" dirty="0"/>
              <a:t>Cola Negativa</a:t>
            </a:r>
            <a:endParaRPr lang="es-PE" dirty="0"/>
          </a:p>
        </p:txBody>
      </p:sp>
      <p:sp>
        <p:nvSpPr>
          <p:cNvPr id="14" name="CuadroTexto 13">
            <a:extLst>
              <a:ext uri="{FF2B5EF4-FFF2-40B4-BE49-F238E27FC236}">
                <a16:creationId xmlns:a16="http://schemas.microsoft.com/office/drawing/2014/main" id="{112D99CB-F623-D761-23A4-50D67C12D6FF}"/>
              </a:ext>
            </a:extLst>
          </p:cNvPr>
          <p:cNvSpPr txBox="1"/>
          <p:nvPr/>
        </p:nvSpPr>
        <p:spPr>
          <a:xfrm>
            <a:off x="5200652" y="4064794"/>
            <a:ext cx="1442970" cy="307777"/>
          </a:xfrm>
          <a:prstGeom prst="rect">
            <a:avLst/>
          </a:prstGeom>
          <a:solidFill>
            <a:schemeClr val="bg1"/>
          </a:solidFill>
        </p:spPr>
        <p:txBody>
          <a:bodyPr wrap="square" rtlCol="0">
            <a:spAutoFit/>
          </a:bodyPr>
          <a:lstStyle/>
          <a:p>
            <a:r>
              <a:rPr lang="es-MX" dirty="0"/>
              <a:t>Cola Positiva</a:t>
            </a:r>
            <a:endParaRPr lang="es-PE" dirty="0"/>
          </a:p>
        </p:txBody>
      </p:sp>
    </p:spTree>
    <p:extLst>
      <p:ext uri="{BB962C8B-B14F-4D97-AF65-F5344CB8AC3E}">
        <p14:creationId xmlns:p14="http://schemas.microsoft.com/office/powerpoint/2010/main" val="33971982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B9C2F-EB10-60BB-242A-793D8ED4363B}"/>
              </a:ext>
            </a:extLst>
          </p:cNvPr>
          <p:cNvSpPr>
            <a:spLocks noGrp="1"/>
          </p:cNvSpPr>
          <p:nvPr>
            <p:ph type="ctrTitle"/>
          </p:nvPr>
        </p:nvSpPr>
        <p:spPr/>
        <p:txBody>
          <a:bodyPr/>
          <a:lstStyle/>
          <a:p>
            <a:endParaRPr lang="es-PE"/>
          </a:p>
        </p:txBody>
      </p:sp>
      <p:sp>
        <p:nvSpPr>
          <p:cNvPr id="3" name="Subtitle 2">
            <a:extLst>
              <a:ext uri="{FF2B5EF4-FFF2-40B4-BE49-F238E27FC236}">
                <a16:creationId xmlns:a16="http://schemas.microsoft.com/office/drawing/2014/main" id="{6B0CAD22-44BB-2806-D038-CFD9E449284B}"/>
              </a:ext>
            </a:extLst>
          </p:cNvPr>
          <p:cNvSpPr>
            <a:spLocks noGrp="1"/>
          </p:cNvSpPr>
          <p:nvPr>
            <p:ph type="subTitle" idx="1"/>
          </p:nvPr>
        </p:nvSpPr>
        <p:spPr/>
        <p:txBody>
          <a:bodyPr/>
          <a:lstStyle/>
          <a:p>
            <a:endParaRPr lang="es-PE"/>
          </a:p>
        </p:txBody>
      </p:sp>
      <p:pic>
        <p:nvPicPr>
          <p:cNvPr id="4" name="Picture 4" descr="MATEMÁTICA FÁCIL: Relación entre la Media, la Mediana y la Moda">
            <a:extLst>
              <a:ext uri="{FF2B5EF4-FFF2-40B4-BE49-F238E27FC236}">
                <a16:creationId xmlns:a16="http://schemas.microsoft.com/office/drawing/2014/main" id="{20F66703-DA9D-9600-0BA3-637A403F64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3954" y="375525"/>
            <a:ext cx="7416091" cy="4392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61001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2">
            <a:extLst>
              <a:ext uri="{FF2B5EF4-FFF2-40B4-BE49-F238E27FC236}">
                <a16:creationId xmlns:a16="http://schemas.microsoft.com/office/drawing/2014/main" id="{7A36A75F-4A66-1BA1-9A66-11CD710D3F38}"/>
              </a:ext>
            </a:extLst>
          </p:cNvPr>
          <p:cNvSpPr txBox="1">
            <a:spLocks/>
          </p:cNvSpPr>
          <p:nvPr/>
        </p:nvSpPr>
        <p:spPr>
          <a:xfrm>
            <a:off x="441852" y="1166164"/>
            <a:ext cx="4851667" cy="50166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1pPr>
            <a:lvl2pPr marL="914400" marR="0" lvl="1"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2pPr>
            <a:lvl3pPr marL="1371600" marR="0" lvl="2"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3pPr>
            <a:lvl4pPr marL="1828800" marR="0" lvl="3"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4pPr>
            <a:lvl5pPr marL="2286000" marR="0" lvl="4"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5pPr>
            <a:lvl6pPr marL="2743200" marR="0" lvl="5"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6pPr>
            <a:lvl7pPr marL="3200400" marR="0" lvl="6"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7pPr>
            <a:lvl8pPr marL="3657600" marR="0" lvl="7"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8pPr>
            <a:lvl9pPr marL="4114800" marR="0" lvl="8"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9pPr>
          </a:lstStyle>
          <a:p>
            <a:pPr marL="139700" indent="0">
              <a:buFont typeface="Inter"/>
              <a:buNone/>
            </a:pPr>
            <a:r>
              <a:rPr lang="es-PE" dirty="0">
                <a:latin typeface="Fredoka One" panose="02000000000000000000" pitchFamily="2" charset="0"/>
              </a:rPr>
              <a:t>Coeficiente de Asimetría del momento de Fisher</a:t>
            </a:r>
          </a:p>
        </p:txBody>
      </p:sp>
      <mc:AlternateContent xmlns:mc="http://schemas.openxmlformats.org/markup-compatibility/2006" xmlns:a14="http://schemas.microsoft.com/office/drawing/2010/main">
        <mc:Choice Requires="a14">
          <p:sp>
            <p:nvSpPr>
              <p:cNvPr id="7" name="Subtítulo 7">
                <a:extLst>
                  <a:ext uri="{FF2B5EF4-FFF2-40B4-BE49-F238E27FC236}">
                    <a16:creationId xmlns:a16="http://schemas.microsoft.com/office/drawing/2014/main" id="{00B84CB5-2F6F-1D06-607F-63D2BE2CB2E6}"/>
                  </a:ext>
                </a:extLst>
              </p:cNvPr>
              <p:cNvSpPr txBox="1">
                <a:spLocks/>
              </p:cNvSpPr>
              <p:nvPr/>
            </p:nvSpPr>
            <p:spPr>
              <a:xfrm>
                <a:off x="790843" y="1672745"/>
                <a:ext cx="7253020" cy="308932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s-PE" dirty="0"/>
                  <a:t>La asimetría de una variable aleatoria X es el tercer momento estandariza </a:t>
                </a:r>
                <a14:m>
                  <m:oMath xmlns:m="http://schemas.openxmlformats.org/officeDocument/2006/math">
                    <m:sSub>
                      <m:sSubPr>
                        <m:ctrlPr>
                          <a:rPr lang="es-PE" i="1" smtClean="0">
                            <a:latin typeface="Cambria Math" panose="02040503050406030204" pitchFamily="18" charset="0"/>
                          </a:rPr>
                        </m:ctrlPr>
                      </m:sSubPr>
                      <m:e>
                        <m:acc>
                          <m:accPr>
                            <m:chr m:val="̃"/>
                            <m:ctrlPr>
                              <a:rPr lang="es-PE" i="1" smtClean="0">
                                <a:latin typeface="Cambria Math" panose="02040503050406030204" pitchFamily="18" charset="0"/>
                              </a:rPr>
                            </m:ctrlPr>
                          </m:accPr>
                          <m:e>
                            <m:r>
                              <a:rPr lang="es-PE" i="1" smtClean="0">
                                <a:latin typeface="Cambria Math" panose="02040503050406030204" pitchFamily="18" charset="0"/>
                                <a:ea typeface="Cambria Math" panose="02040503050406030204" pitchFamily="18" charset="0"/>
                              </a:rPr>
                              <m:t>𝜇</m:t>
                            </m:r>
                          </m:e>
                        </m:acc>
                      </m:e>
                      <m:sub>
                        <m:r>
                          <a:rPr lang="es-MX" b="0" i="1" smtClean="0">
                            <a:latin typeface="Cambria Math" panose="02040503050406030204" pitchFamily="18" charset="0"/>
                          </a:rPr>
                          <m:t>3</m:t>
                        </m:r>
                      </m:sub>
                    </m:sSub>
                  </m:oMath>
                </a14:m>
                <a:r>
                  <a:rPr lang="es-PE" dirty="0"/>
                  <a:t>, definido como:</a:t>
                </a:r>
              </a:p>
              <a:p>
                <a:pPr algn="just"/>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ea typeface="Cambria Math" panose="02040503050406030204" pitchFamily="18" charset="0"/>
                            </a:rPr>
                          </m:ctrlPr>
                        </m:sSubPr>
                        <m:e>
                          <m:acc>
                            <m:accPr>
                              <m:chr m:val="̃"/>
                              <m:ctrlPr>
                                <a:rPr lang="es-PE" i="1" smtClean="0">
                                  <a:latin typeface="Cambria Math" panose="02040503050406030204" pitchFamily="18" charset="0"/>
                                  <a:ea typeface="Cambria Math" panose="02040503050406030204" pitchFamily="18" charset="0"/>
                                </a:rPr>
                              </m:ctrlPr>
                            </m:accPr>
                            <m:e>
                              <m:r>
                                <a:rPr lang="es-PE" i="1" smtClean="0">
                                  <a:latin typeface="Cambria Math" panose="02040503050406030204" pitchFamily="18" charset="0"/>
                                  <a:ea typeface="Cambria Math" panose="02040503050406030204" pitchFamily="18" charset="0"/>
                                </a:rPr>
                                <m:t>𝜇</m:t>
                              </m:r>
                            </m:e>
                          </m:acc>
                        </m:e>
                        <m:sub>
                          <m:r>
                            <a:rPr lang="es-MX" b="0" i="1" smtClean="0">
                              <a:latin typeface="Cambria Math" panose="02040503050406030204" pitchFamily="18" charset="0"/>
                            </a:rPr>
                            <m:t>3</m:t>
                          </m:r>
                        </m:sub>
                      </m:sSub>
                      <m:r>
                        <a:rPr lang="es-MX" b="0" i="1" smtClean="0">
                          <a:latin typeface="Cambria Math" panose="02040503050406030204" pitchFamily="18" charset="0"/>
                        </a:rPr>
                        <m:t>=</m:t>
                      </m:r>
                      <m:r>
                        <a:rPr lang="es-MX" b="0" i="1" smtClean="0">
                          <a:latin typeface="Cambria Math" panose="02040503050406030204" pitchFamily="18" charset="0"/>
                        </a:rPr>
                        <m:t>𝐸</m:t>
                      </m:r>
                      <m:d>
                        <m:dPr>
                          <m:begChr m:val="["/>
                          <m:endChr m:val="]"/>
                          <m:ctrlPr>
                            <a:rPr lang="es-MX" b="0" i="1" smtClean="0">
                              <a:latin typeface="Cambria Math" panose="02040503050406030204" pitchFamily="18" charset="0"/>
                            </a:rPr>
                          </m:ctrlPr>
                        </m:dPr>
                        <m:e>
                          <m:sSup>
                            <m:sSupPr>
                              <m:ctrlPr>
                                <a:rPr lang="es-MX" b="0" i="1" smtClean="0">
                                  <a:latin typeface="Cambria Math" panose="02040503050406030204" pitchFamily="18" charset="0"/>
                                </a:rPr>
                              </m:ctrlPr>
                            </m:sSupPr>
                            <m:e>
                              <m:d>
                                <m:dPr>
                                  <m:ctrlPr>
                                    <a:rPr lang="es-MX" b="0" i="1" smtClean="0">
                                      <a:latin typeface="Cambria Math" panose="02040503050406030204" pitchFamily="18" charset="0"/>
                                    </a:rPr>
                                  </m:ctrlPr>
                                </m:dPr>
                                <m:e>
                                  <m:f>
                                    <m:fPr>
                                      <m:ctrlPr>
                                        <a:rPr lang="es-MX" b="0" i="1" smtClean="0">
                                          <a:latin typeface="Cambria Math" panose="02040503050406030204" pitchFamily="18" charset="0"/>
                                        </a:rPr>
                                      </m:ctrlPr>
                                    </m:fPr>
                                    <m:num>
                                      <m:r>
                                        <a:rPr lang="es-MX" b="0" i="1" smtClean="0">
                                          <a:latin typeface="Cambria Math" panose="02040503050406030204" pitchFamily="18" charset="0"/>
                                        </a:rPr>
                                        <m:t>𝑋</m:t>
                                      </m:r>
                                      <m:r>
                                        <a:rPr lang="es-MX" b="0" i="1" smtClean="0">
                                          <a:latin typeface="Cambria Math" panose="02040503050406030204" pitchFamily="18" charset="0"/>
                                        </a:rPr>
                                        <m:t>−</m:t>
                                      </m:r>
                                      <m:r>
                                        <a:rPr lang="es-MX" b="0" i="1" smtClean="0">
                                          <a:latin typeface="Cambria Math" panose="02040503050406030204" pitchFamily="18" charset="0"/>
                                        </a:rPr>
                                        <m:t>𝜇</m:t>
                                      </m:r>
                                    </m:num>
                                    <m:den>
                                      <m:r>
                                        <a:rPr lang="es-MX" b="0" i="1" smtClean="0">
                                          <a:latin typeface="Cambria Math" panose="02040503050406030204" pitchFamily="18" charset="0"/>
                                        </a:rPr>
                                        <m:t>𝜎</m:t>
                                      </m:r>
                                    </m:den>
                                  </m:f>
                                </m:e>
                              </m:d>
                            </m:e>
                            <m:sup>
                              <m:r>
                                <a:rPr lang="es-MX" b="0" i="1" smtClean="0">
                                  <a:latin typeface="Cambria Math" panose="02040503050406030204" pitchFamily="18" charset="0"/>
                                </a:rPr>
                                <m:t>3</m:t>
                              </m:r>
                            </m:sup>
                          </m:sSup>
                        </m:e>
                      </m:d>
                      <m:r>
                        <a:rPr lang="es-MX" b="0" i="1" smtClean="0">
                          <a:latin typeface="Cambria Math" panose="02040503050406030204" pitchFamily="18" charset="0"/>
                        </a:rPr>
                        <m:t>=</m:t>
                      </m:r>
                      <m:f>
                        <m:fPr>
                          <m:ctrlPr>
                            <a:rPr lang="es-MX" b="0" i="1" smtClean="0">
                              <a:latin typeface="Cambria Math" panose="02040503050406030204" pitchFamily="18" charset="0"/>
                            </a:rPr>
                          </m:ctrlPr>
                        </m:fPr>
                        <m:num>
                          <m:sSub>
                            <m:sSubPr>
                              <m:ctrlPr>
                                <a:rPr lang="es-MX" b="0" i="1" smtClean="0">
                                  <a:latin typeface="Cambria Math" panose="02040503050406030204" pitchFamily="18" charset="0"/>
                                </a:rPr>
                              </m:ctrlPr>
                            </m:sSubPr>
                            <m:e>
                              <m:r>
                                <a:rPr lang="es-MX" b="0" i="1" smtClean="0">
                                  <a:latin typeface="Cambria Math" panose="02040503050406030204" pitchFamily="18" charset="0"/>
                                </a:rPr>
                                <m:t>𝜇</m:t>
                              </m:r>
                            </m:e>
                            <m:sub>
                              <m:r>
                                <a:rPr lang="es-MX" b="0" i="1" smtClean="0">
                                  <a:latin typeface="Cambria Math" panose="02040503050406030204" pitchFamily="18" charset="0"/>
                                </a:rPr>
                                <m:t>3</m:t>
                              </m:r>
                            </m:sub>
                          </m:sSub>
                        </m:num>
                        <m:den>
                          <m:sSup>
                            <m:sSupPr>
                              <m:ctrlPr>
                                <a:rPr lang="es-MX" b="0" i="1" smtClean="0">
                                  <a:latin typeface="Cambria Math" panose="02040503050406030204" pitchFamily="18" charset="0"/>
                                </a:rPr>
                              </m:ctrlPr>
                            </m:sSupPr>
                            <m:e>
                              <m:r>
                                <a:rPr lang="es-MX" b="0" i="1" smtClean="0">
                                  <a:latin typeface="Cambria Math" panose="02040503050406030204" pitchFamily="18" charset="0"/>
                                </a:rPr>
                                <m:t>𝜎</m:t>
                              </m:r>
                            </m:e>
                            <m:sup>
                              <m:r>
                                <a:rPr lang="es-MX" b="0" i="1" smtClean="0">
                                  <a:latin typeface="Cambria Math" panose="02040503050406030204" pitchFamily="18" charset="0"/>
                                </a:rPr>
                                <m:t>2</m:t>
                              </m:r>
                            </m:sup>
                          </m:sSup>
                        </m:den>
                      </m:f>
                    </m:oMath>
                  </m:oMathPara>
                </a14:m>
                <a:endParaRPr lang="es-MX" b="0" dirty="0"/>
              </a:p>
              <a:p>
                <a:pPr algn="just"/>
                <a:endParaRPr lang="es-PE" dirty="0"/>
              </a:p>
              <a:p>
                <a:pPr algn="just"/>
                <a:r>
                  <a:rPr lang="es-PE" dirty="0"/>
                  <a:t>Donde </a:t>
                </a:r>
                <a14:m>
                  <m:oMath xmlns:m="http://schemas.openxmlformats.org/officeDocument/2006/math">
                    <m:r>
                      <a:rPr lang="es-MX" b="0" i="1" smtClean="0">
                        <a:latin typeface="Cambria Math" panose="02040503050406030204" pitchFamily="18" charset="0"/>
                      </a:rPr>
                      <m:t>𝜇</m:t>
                    </m:r>
                  </m:oMath>
                </a14:m>
                <a:r>
                  <a:rPr lang="es-PE" dirty="0"/>
                  <a:t> es la media, </a:t>
                </a:r>
                <a14:m>
                  <m:oMath xmlns:m="http://schemas.openxmlformats.org/officeDocument/2006/math">
                    <m:r>
                      <a:rPr lang="es-MX" b="0" i="1" smtClean="0">
                        <a:latin typeface="Cambria Math" panose="02040503050406030204" pitchFamily="18" charset="0"/>
                      </a:rPr>
                      <m:t>𝜎</m:t>
                    </m:r>
                  </m:oMath>
                </a14:m>
                <a:r>
                  <a:rPr lang="es-PE" dirty="0"/>
                  <a:t> es la desviación estándar y </a:t>
                </a:r>
                <a14:m>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𝜇</m:t>
                        </m:r>
                      </m:e>
                      <m:sub>
                        <m:r>
                          <a:rPr lang="es-MX" b="0" i="1" smtClean="0">
                            <a:latin typeface="Cambria Math" panose="02040503050406030204" pitchFamily="18" charset="0"/>
                          </a:rPr>
                          <m:t>3</m:t>
                        </m:r>
                      </m:sub>
                    </m:sSub>
                  </m:oMath>
                </a14:m>
                <a:r>
                  <a:rPr lang="es-PE" dirty="0"/>
                  <a:t> es el tercer momento central.</a:t>
                </a:r>
              </a:p>
              <a:p>
                <a:pPr algn="just"/>
                <a:endParaRPr lang="es-PE" dirty="0"/>
              </a:p>
              <a:p>
                <a:pPr algn="just"/>
                <a:r>
                  <a:rPr lang="es-PE" dirty="0"/>
                  <a:t>Si </a:t>
                </a:r>
                <a14:m>
                  <m:oMath xmlns:m="http://schemas.openxmlformats.org/officeDocument/2006/math">
                    <m:r>
                      <a:rPr lang="es-MX" b="0" i="1" smtClean="0">
                        <a:latin typeface="Cambria Math" panose="02040503050406030204" pitchFamily="18" charset="0"/>
                      </a:rPr>
                      <m:t>𝜎</m:t>
                    </m:r>
                  </m:oMath>
                </a14:m>
                <a:r>
                  <a:rPr lang="es-PE" dirty="0"/>
                  <a:t> es finito, </a:t>
                </a:r>
                <a14:m>
                  <m:oMath xmlns:m="http://schemas.openxmlformats.org/officeDocument/2006/math">
                    <m:r>
                      <a:rPr lang="es-MX" b="0" i="1" smtClean="0">
                        <a:latin typeface="Cambria Math" panose="02040503050406030204" pitchFamily="18" charset="0"/>
                      </a:rPr>
                      <m:t>𝜇</m:t>
                    </m:r>
                  </m:oMath>
                </a14:m>
                <a:r>
                  <a:rPr lang="es-PE" dirty="0"/>
                  <a:t> también es finito, la asimetría puede expresarse en términos del momento no central </a:t>
                </a:r>
                <a14:m>
                  <m:oMath xmlns:m="http://schemas.openxmlformats.org/officeDocument/2006/math">
                    <m:r>
                      <a:rPr lang="es-MX" b="0" i="1" smtClean="0">
                        <a:latin typeface="Cambria Math" panose="02040503050406030204" pitchFamily="18" charset="0"/>
                      </a:rPr>
                      <m:t>𝐸</m:t>
                    </m:r>
                    <m:d>
                      <m:dPr>
                        <m:begChr m:val="["/>
                        <m:endChr m:val="]"/>
                        <m:ctrlPr>
                          <a:rPr lang="es-MX" b="0" i="1" smtClean="0">
                            <a:latin typeface="Cambria Math" panose="02040503050406030204" pitchFamily="18" charset="0"/>
                          </a:rPr>
                        </m:ctrlPr>
                      </m:dPr>
                      <m:e>
                        <m:sSup>
                          <m:sSupPr>
                            <m:ctrlPr>
                              <a:rPr lang="es-MX" b="0" i="1" smtClean="0">
                                <a:latin typeface="Cambria Math" panose="02040503050406030204" pitchFamily="18" charset="0"/>
                              </a:rPr>
                            </m:ctrlPr>
                          </m:sSupPr>
                          <m:e>
                            <m:r>
                              <a:rPr lang="es-MX" b="0" i="1" smtClean="0">
                                <a:latin typeface="Cambria Math" panose="02040503050406030204" pitchFamily="18" charset="0"/>
                              </a:rPr>
                              <m:t>𝑋</m:t>
                            </m:r>
                          </m:e>
                          <m:sup>
                            <m:r>
                              <a:rPr lang="es-MX" b="0" i="1" smtClean="0">
                                <a:latin typeface="Cambria Math" panose="02040503050406030204" pitchFamily="18" charset="0"/>
                              </a:rPr>
                              <m:t>3</m:t>
                            </m:r>
                          </m:sup>
                        </m:sSup>
                      </m:e>
                    </m:d>
                  </m:oMath>
                </a14:m>
                <a:r>
                  <a:rPr lang="es-PE" dirty="0"/>
                  <a:t>.</a:t>
                </a:r>
              </a:p>
              <a:p>
                <a:pPr algn="just"/>
                <a:endParaRPr lang="es-PE" dirty="0"/>
              </a:p>
              <a:p>
                <a:pPr algn="just"/>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rPr>
                        <m:t>𝐸</m:t>
                      </m:r>
                      <m:d>
                        <m:dPr>
                          <m:begChr m:val="["/>
                          <m:endChr m:val="]"/>
                          <m:ctrlPr>
                            <a:rPr lang="es-MX" b="0" i="1" smtClean="0">
                              <a:latin typeface="Cambria Math" panose="02040503050406030204" pitchFamily="18" charset="0"/>
                            </a:rPr>
                          </m:ctrlPr>
                        </m:dPr>
                        <m:e>
                          <m:sSup>
                            <m:sSupPr>
                              <m:ctrlPr>
                                <a:rPr lang="es-MX" b="0" i="1" smtClean="0">
                                  <a:latin typeface="Cambria Math" panose="02040503050406030204" pitchFamily="18" charset="0"/>
                                </a:rPr>
                              </m:ctrlPr>
                            </m:sSupPr>
                            <m:e>
                              <m:d>
                                <m:dPr>
                                  <m:ctrlPr>
                                    <a:rPr lang="es-MX" b="0" i="1" smtClean="0">
                                      <a:latin typeface="Cambria Math" panose="02040503050406030204" pitchFamily="18" charset="0"/>
                                    </a:rPr>
                                  </m:ctrlPr>
                                </m:dPr>
                                <m:e>
                                  <m:f>
                                    <m:fPr>
                                      <m:ctrlPr>
                                        <a:rPr lang="es-MX" b="0" i="1" smtClean="0">
                                          <a:latin typeface="Cambria Math" panose="02040503050406030204" pitchFamily="18" charset="0"/>
                                        </a:rPr>
                                      </m:ctrlPr>
                                    </m:fPr>
                                    <m:num>
                                      <m:r>
                                        <a:rPr lang="es-MX" b="0" i="1" smtClean="0">
                                          <a:latin typeface="Cambria Math" panose="02040503050406030204" pitchFamily="18" charset="0"/>
                                        </a:rPr>
                                        <m:t>𝑋</m:t>
                                      </m:r>
                                      <m:r>
                                        <a:rPr lang="es-MX" b="0" i="1" smtClean="0">
                                          <a:latin typeface="Cambria Math" panose="02040503050406030204" pitchFamily="18" charset="0"/>
                                        </a:rPr>
                                        <m:t>−</m:t>
                                      </m:r>
                                      <m:r>
                                        <a:rPr lang="es-MX" b="0" i="1" smtClean="0">
                                          <a:latin typeface="Cambria Math" panose="02040503050406030204" pitchFamily="18" charset="0"/>
                                        </a:rPr>
                                        <m:t>𝜇</m:t>
                                      </m:r>
                                    </m:num>
                                    <m:den>
                                      <m:r>
                                        <a:rPr lang="es-MX" b="0" i="1" smtClean="0">
                                          <a:latin typeface="Cambria Math" panose="02040503050406030204" pitchFamily="18" charset="0"/>
                                        </a:rPr>
                                        <m:t>𝜎</m:t>
                                      </m:r>
                                    </m:den>
                                  </m:f>
                                </m:e>
                              </m:d>
                            </m:e>
                            <m:sup>
                              <m:r>
                                <a:rPr lang="es-MX" b="0" i="1" smtClean="0">
                                  <a:latin typeface="Cambria Math" panose="02040503050406030204" pitchFamily="18" charset="0"/>
                                </a:rPr>
                                <m:t>3</m:t>
                              </m:r>
                            </m:sup>
                          </m:sSup>
                        </m:e>
                      </m:d>
                      <m:r>
                        <a:rPr lang="es-MX" b="0" i="1" smtClean="0">
                          <a:latin typeface="Cambria Math" panose="02040503050406030204" pitchFamily="18" charset="0"/>
                        </a:rPr>
                        <m:t>=</m:t>
                      </m:r>
                      <m:f>
                        <m:fPr>
                          <m:ctrlPr>
                            <a:rPr lang="es-MX" b="0" i="1" smtClean="0">
                              <a:latin typeface="Cambria Math" panose="02040503050406030204" pitchFamily="18" charset="0"/>
                            </a:rPr>
                          </m:ctrlPr>
                        </m:fPr>
                        <m:num>
                          <m:r>
                            <a:rPr lang="es-MX" b="0" i="1" smtClean="0">
                              <a:latin typeface="Cambria Math" panose="02040503050406030204" pitchFamily="18" charset="0"/>
                            </a:rPr>
                            <m:t>𝐸</m:t>
                          </m:r>
                          <m:d>
                            <m:dPr>
                              <m:begChr m:val="["/>
                              <m:endChr m:val="]"/>
                              <m:ctrlPr>
                                <a:rPr lang="es-MX" b="0" i="1" smtClean="0">
                                  <a:latin typeface="Cambria Math" panose="02040503050406030204" pitchFamily="18" charset="0"/>
                                </a:rPr>
                              </m:ctrlPr>
                            </m:dPr>
                            <m:e>
                              <m:sSup>
                                <m:sSupPr>
                                  <m:ctrlPr>
                                    <a:rPr lang="es-MX" b="0" i="1" smtClean="0">
                                      <a:latin typeface="Cambria Math" panose="02040503050406030204" pitchFamily="18" charset="0"/>
                                    </a:rPr>
                                  </m:ctrlPr>
                                </m:sSupPr>
                                <m:e>
                                  <m:r>
                                    <a:rPr lang="es-MX" b="0" i="1" smtClean="0">
                                      <a:latin typeface="Cambria Math" panose="02040503050406030204" pitchFamily="18" charset="0"/>
                                    </a:rPr>
                                    <m:t>𝑋</m:t>
                                  </m:r>
                                </m:e>
                                <m:sup>
                                  <m:r>
                                    <a:rPr lang="es-MX" b="0" i="1" smtClean="0">
                                      <a:latin typeface="Cambria Math" panose="02040503050406030204" pitchFamily="18" charset="0"/>
                                    </a:rPr>
                                    <m:t>3</m:t>
                                  </m:r>
                                </m:sup>
                              </m:sSup>
                            </m:e>
                          </m:d>
                          <m:r>
                            <a:rPr lang="es-MX" b="0" i="1" smtClean="0">
                              <a:latin typeface="Cambria Math" panose="02040503050406030204" pitchFamily="18" charset="0"/>
                            </a:rPr>
                            <m:t>−3 </m:t>
                          </m:r>
                          <m:r>
                            <a:rPr lang="es-MX" b="0" i="1" smtClean="0">
                              <a:latin typeface="Cambria Math" panose="02040503050406030204" pitchFamily="18" charset="0"/>
                            </a:rPr>
                            <m:t>𝜇</m:t>
                          </m:r>
                          <m:r>
                            <a:rPr lang="es-MX" b="0" i="1" smtClean="0">
                              <a:latin typeface="Cambria Math" panose="02040503050406030204" pitchFamily="18" charset="0"/>
                            </a:rPr>
                            <m:t> </m:t>
                          </m:r>
                          <m:sSup>
                            <m:sSupPr>
                              <m:ctrlPr>
                                <a:rPr lang="es-MX" b="0" i="1" smtClean="0">
                                  <a:latin typeface="Cambria Math" panose="02040503050406030204" pitchFamily="18" charset="0"/>
                                </a:rPr>
                              </m:ctrlPr>
                            </m:sSupPr>
                            <m:e>
                              <m:r>
                                <a:rPr lang="es-MX" b="0" i="1" smtClean="0">
                                  <a:latin typeface="Cambria Math" panose="02040503050406030204" pitchFamily="18" charset="0"/>
                                </a:rPr>
                                <m:t>𝜎</m:t>
                              </m:r>
                            </m:e>
                            <m:sup>
                              <m:r>
                                <a:rPr lang="es-MX" b="0" i="1" smtClean="0">
                                  <a:latin typeface="Cambria Math" panose="02040503050406030204" pitchFamily="18" charset="0"/>
                                </a:rPr>
                                <m:t>2</m:t>
                              </m:r>
                            </m:sup>
                          </m:sSup>
                          <m:r>
                            <a:rPr lang="es-MX" b="0" i="1" smtClean="0">
                              <a:latin typeface="Cambria Math" panose="02040503050406030204" pitchFamily="18" charset="0"/>
                            </a:rPr>
                            <m:t>−</m:t>
                          </m:r>
                          <m:sSup>
                            <m:sSupPr>
                              <m:ctrlPr>
                                <a:rPr lang="es-MX" b="0" i="1" smtClean="0">
                                  <a:latin typeface="Cambria Math" panose="02040503050406030204" pitchFamily="18" charset="0"/>
                                </a:rPr>
                              </m:ctrlPr>
                            </m:sSupPr>
                            <m:e>
                              <m:r>
                                <a:rPr lang="es-MX" b="0" i="1" smtClean="0">
                                  <a:latin typeface="Cambria Math" panose="02040503050406030204" pitchFamily="18" charset="0"/>
                                </a:rPr>
                                <m:t>𝜇</m:t>
                              </m:r>
                            </m:e>
                            <m:sup>
                              <m:r>
                                <a:rPr lang="es-MX" b="0" i="1" smtClean="0">
                                  <a:latin typeface="Cambria Math" panose="02040503050406030204" pitchFamily="18" charset="0"/>
                                </a:rPr>
                                <m:t>3</m:t>
                              </m:r>
                            </m:sup>
                          </m:sSup>
                        </m:num>
                        <m:den>
                          <m:sSup>
                            <m:sSupPr>
                              <m:ctrlPr>
                                <a:rPr lang="es-MX" b="0" i="1" smtClean="0">
                                  <a:latin typeface="Cambria Math" panose="02040503050406030204" pitchFamily="18" charset="0"/>
                                </a:rPr>
                              </m:ctrlPr>
                            </m:sSupPr>
                            <m:e>
                              <m:r>
                                <a:rPr lang="es-MX" b="0" i="1" smtClean="0">
                                  <a:latin typeface="Cambria Math" panose="02040503050406030204" pitchFamily="18" charset="0"/>
                                </a:rPr>
                                <m:t>𝜎</m:t>
                              </m:r>
                            </m:e>
                            <m:sup>
                              <m:r>
                                <a:rPr lang="es-MX" b="0" i="1" smtClean="0">
                                  <a:latin typeface="Cambria Math" panose="02040503050406030204" pitchFamily="18" charset="0"/>
                                </a:rPr>
                                <m:t>3</m:t>
                              </m:r>
                            </m:sup>
                          </m:sSup>
                        </m:den>
                      </m:f>
                    </m:oMath>
                  </m:oMathPara>
                </a14:m>
                <a:endParaRPr lang="es-PE" dirty="0"/>
              </a:p>
            </p:txBody>
          </p:sp>
        </mc:Choice>
        <mc:Fallback xmlns="">
          <p:sp>
            <p:nvSpPr>
              <p:cNvPr id="7" name="Subtítulo 7">
                <a:extLst>
                  <a:ext uri="{FF2B5EF4-FFF2-40B4-BE49-F238E27FC236}">
                    <a16:creationId xmlns:a16="http://schemas.microsoft.com/office/drawing/2014/main" id="{00B84CB5-2F6F-1D06-607F-63D2BE2CB2E6}"/>
                  </a:ext>
                </a:extLst>
              </p:cNvPr>
              <p:cNvSpPr txBox="1">
                <a:spLocks noRot="1" noChangeAspect="1" noMove="1" noResize="1" noEditPoints="1" noAdjustHandles="1" noChangeArrowheads="1" noChangeShapeType="1" noTextEdit="1"/>
              </p:cNvSpPr>
              <p:nvPr/>
            </p:nvSpPr>
            <p:spPr>
              <a:xfrm>
                <a:off x="790843" y="1672745"/>
                <a:ext cx="7253020" cy="3089329"/>
              </a:xfrm>
              <a:prstGeom prst="rect">
                <a:avLst/>
              </a:prstGeom>
              <a:blipFill>
                <a:blip r:embed="rId2"/>
                <a:stretch>
                  <a:fillRect l="-252" t="-197" r="-252"/>
                </a:stretch>
              </a:blipFill>
            </p:spPr>
            <p:txBody>
              <a:bodyPr/>
              <a:lstStyle/>
              <a:p>
                <a:r>
                  <a:rPr lang="es-PE">
                    <a:noFill/>
                  </a:rPr>
                  <a:t> </a:t>
                </a:r>
              </a:p>
            </p:txBody>
          </p:sp>
        </mc:Fallback>
      </mc:AlternateContent>
      <p:sp>
        <p:nvSpPr>
          <p:cNvPr id="2" name="Título 1">
            <a:extLst>
              <a:ext uri="{FF2B5EF4-FFF2-40B4-BE49-F238E27FC236}">
                <a16:creationId xmlns:a16="http://schemas.microsoft.com/office/drawing/2014/main" id="{F257742D-35D9-FE9A-47C9-A647670512A7}"/>
              </a:ext>
            </a:extLst>
          </p:cNvPr>
          <p:cNvSpPr>
            <a:spLocks noGrp="1"/>
          </p:cNvSpPr>
          <p:nvPr>
            <p:ph type="title"/>
          </p:nvPr>
        </p:nvSpPr>
        <p:spPr>
          <a:xfrm>
            <a:off x="720000" y="381425"/>
            <a:ext cx="7704000" cy="572700"/>
          </a:xfrm>
        </p:spPr>
        <p:txBody>
          <a:bodyPr/>
          <a:lstStyle/>
          <a:p>
            <a:r>
              <a:rPr lang="es-PE" dirty="0">
                <a:solidFill>
                  <a:schemeClr val="accent2"/>
                </a:solidFill>
              </a:rPr>
              <a:t>Cálculos de la Asimetría </a:t>
            </a:r>
          </a:p>
        </p:txBody>
      </p:sp>
    </p:spTree>
    <p:extLst>
      <p:ext uri="{BB962C8B-B14F-4D97-AF65-F5344CB8AC3E}">
        <p14:creationId xmlns:p14="http://schemas.microsoft.com/office/powerpoint/2010/main" val="6270913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2">
            <a:extLst>
              <a:ext uri="{FF2B5EF4-FFF2-40B4-BE49-F238E27FC236}">
                <a16:creationId xmlns:a16="http://schemas.microsoft.com/office/drawing/2014/main" id="{7A36A75F-4A66-1BA1-9A66-11CD710D3F38}"/>
              </a:ext>
            </a:extLst>
          </p:cNvPr>
          <p:cNvSpPr txBox="1">
            <a:spLocks/>
          </p:cNvSpPr>
          <p:nvPr/>
        </p:nvSpPr>
        <p:spPr>
          <a:xfrm>
            <a:off x="713315" y="748564"/>
            <a:ext cx="4851667" cy="50166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1pPr>
            <a:lvl2pPr marL="914400" marR="0" lvl="1"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2pPr>
            <a:lvl3pPr marL="1371600" marR="0" lvl="2"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3pPr>
            <a:lvl4pPr marL="1828800" marR="0" lvl="3"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4pPr>
            <a:lvl5pPr marL="2286000" marR="0" lvl="4"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5pPr>
            <a:lvl6pPr marL="2743200" marR="0" lvl="5"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6pPr>
            <a:lvl7pPr marL="3200400" marR="0" lvl="6"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7pPr>
            <a:lvl8pPr marL="3657600" marR="0" lvl="7"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8pPr>
            <a:lvl9pPr marL="4114800" marR="0" lvl="8"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9pPr>
          </a:lstStyle>
          <a:p>
            <a:pPr marL="139700" indent="0" algn="l">
              <a:buFont typeface="Inter"/>
              <a:buNone/>
            </a:pPr>
            <a:r>
              <a:rPr lang="es-PE" dirty="0">
                <a:latin typeface="Fredoka One" panose="02000000000000000000" pitchFamily="2" charset="0"/>
              </a:rPr>
              <a:t>Asimetría de la muestra</a:t>
            </a:r>
          </a:p>
        </p:txBody>
      </p:sp>
      <mc:AlternateContent xmlns:mc="http://schemas.openxmlformats.org/markup-compatibility/2006" xmlns:a14="http://schemas.microsoft.com/office/drawing/2010/main">
        <mc:Choice Requires="a14">
          <p:sp>
            <p:nvSpPr>
              <p:cNvPr id="7" name="Subtítulo 7">
                <a:extLst>
                  <a:ext uri="{FF2B5EF4-FFF2-40B4-BE49-F238E27FC236}">
                    <a16:creationId xmlns:a16="http://schemas.microsoft.com/office/drawing/2014/main" id="{00B84CB5-2F6F-1D06-607F-63D2BE2CB2E6}"/>
                  </a:ext>
                </a:extLst>
              </p:cNvPr>
              <p:cNvSpPr txBox="1">
                <a:spLocks/>
              </p:cNvSpPr>
              <p:nvPr/>
            </p:nvSpPr>
            <p:spPr>
              <a:xfrm>
                <a:off x="833706" y="1272695"/>
                <a:ext cx="7253020" cy="329216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s-MX" dirty="0"/>
                  <a:t>Para una muestra de n valores, dos estimadores naturales de la asimetría de la población son:</a:t>
                </a:r>
                <a:endParaRPr lang="es-PE" dirty="0"/>
              </a:p>
              <a:p>
                <a:pPr algn="just"/>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𝑏</m:t>
                          </m:r>
                        </m:e>
                        <m:sub>
                          <m:r>
                            <a:rPr lang="es-MX" b="0" i="1" smtClean="0">
                              <a:latin typeface="Cambria Math" panose="02040503050406030204" pitchFamily="18" charset="0"/>
                              <a:ea typeface="Cambria Math" panose="02040503050406030204" pitchFamily="18" charset="0"/>
                            </a:rPr>
                            <m:t>1</m:t>
                          </m:r>
                        </m:sub>
                      </m:sSub>
                      <m:r>
                        <a:rPr lang="es-MX" b="0" i="1" smtClean="0">
                          <a:latin typeface="Cambria Math" panose="02040503050406030204" pitchFamily="18" charset="0"/>
                        </a:rPr>
                        <m:t>=</m:t>
                      </m:r>
                      <m:f>
                        <m:fPr>
                          <m:ctrlPr>
                            <a:rPr lang="es-MX" b="0" i="1" smtClean="0">
                              <a:latin typeface="Cambria Math" panose="02040503050406030204" pitchFamily="18" charset="0"/>
                            </a:rPr>
                          </m:ctrlPr>
                        </m:fPr>
                        <m:num>
                          <m:sSub>
                            <m:sSubPr>
                              <m:ctrlPr>
                                <a:rPr lang="es-MX" b="0" i="1" smtClean="0">
                                  <a:latin typeface="Cambria Math" panose="02040503050406030204" pitchFamily="18" charset="0"/>
                                </a:rPr>
                              </m:ctrlPr>
                            </m:sSubPr>
                            <m:e>
                              <m:r>
                                <a:rPr lang="es-MX" b="0" i="1" smtClean="0">
                                  <a:latin typeface="Cambria Math" panose="02040503050406030204" pitchFamily="18" charset="0"/>
                                </a:rPr>
                                <m:t>𝑚</m:t>
                              </m:r>
                            </m:e>
                            <m:sub>
                              <m:r>
                                <a:rPr lang="es-MX" b="0" i="1" smtClean="0">
                                  <a:latin typeface="Cambria Math" panose="02040503050406030204" pitchFamily="18" charset="0"/>
                                </a:rPr>
                                <m:t>3</m:t>
                              </m:r>
                            </m:sub>
                          </m:sSub>
                        </m:num>
                        <m:den>
                          <m:sSup>
                            <m:sSupPr>
                              <m:ctrlPr>
                                <a:rPr lang="es-MX" b="0" i="1" smtClean="0">
                                  <a:latin typeface="Cambria Math" panose="02040503050406030204" pitchFamily="18" charset="0"/>
                                </a:rPr>
                              </m:ctrlPr>
                            </m:sSupPr>
                            <m:e>
                              <m:r>
                                <a:rPr lang="es-MX" b="0" i="1" smtClean="0">
                                  <a:latin typeface="Cambria Math" panose="02040503050406030204" pitchFamily="18" charset="0"/>
                                </a:rPr>
                                <m:t>𝑠</m:t>
                              </m:r>
                            </m:e>
                            <m:sup>
                              <m:r>
                                <a:rPr lang="es-MX" b="0" i="1" smtClean="0">
                                  <a:latin typeface="Cambria Math" panose="02040503050406030204" pitchFamily="18" charset="0"/>
                                </a:rPr>
                                <m:t>3</m:t>
                              </m:r>
                            </m:sup>
                          </m:sSup>
                        </m:den>
                      </m:f>
                      <m:r>
                        <a:rPr lang="es-MX" b="0" i="1" smtClean="0">
                          <a:latin typeface="Cambria Math" panose="02040503050406030204" pitchFamily="18" charset="0"/>
                        </a:rPr>
                        <m:t>=</m:t>
                      </m:r>
                      <m:f>
                        <m:fPr>
                          <m:ctrlPr>
                            <a:rPr lang="es-MX" b="0" i="1" smtClean="0">
                              <a:latin typeface="Cambria Math" panose="02040503050406030204" pitchFamily="18" charset="0"/>
                            </a:rPr>
                          </m:ctrlPr>
                        </m:fPr>
                        <m:num>
                          <m:f>
                            <m:fPr>
                              <m:ctrlPr>
                                <a:rPr lang="es-MX" b="0" i="1" smtClean="0">
                                  <a:latin typeface="Cambria Math" panose="02040503050406030204" pitchFamily="18" charset="0"/>
                                </a:rPr>
                              </m:ctrlPr>
                            </m:fPr>
                            <m:num>
                              <m:r>
                                <a:rPr lang="es-MX" b="0" i="1" smtClean="0">
                                  <a:latin typeface="Cambria Math" panose="02040503050406030204" pitchFamily="18" charset="0"/>
                                </a:rPr>
                                <m:t>1</m:t>
                              </m:r>
                            </m:num>
                            <m:den>
                              <m:r>
                                <a:rPr lang="es-MX" b="0" i="1" smtClean="0">
                                  <a:latin typeface="Cambria Math" panose="02040503050406030204" pitchFamily="18" charset="0"/>
                                </a:rPr>
                                <m:t>𝑛</m:t>
                              </m:r>
                            </m:den>
                          </m:f>
                          <m:r>
                            <a:rPr lang="es-MX" b="0" i="1" smtClean="0">
                              <a:latin typeface="Cambria Math" panose="02040503050406030204" pitchFamily="18" charset="0"/>
                            </a:rPr>
                            <m:t> </m:t>
                          </m:r>
                          <m:nary>
                            <m:naryPr>
                              <m:chr m:val="∑"/>
                              <m:ctrlPr>
                                <a:rPr lang="es-MX" b="0" i="1" smtClean="0">
                                  <a:latin typeface="Cambria Math" panose="02040503050406030204" pitchFamily="18" charset="0"/>
                                </a:rPr>
                              </m:ctrlPr>
                            </m:naryPr>
                            <m:sub>
                              <m:r>
                                <m:rPr>
                                  <m:brk m:alnAt="23"/>
                                </m:rPr>
                                <a:rPr lang="es-MX" b="0" i="1" smtClean="0">
                                  <a:latin typeface="Cambria Math" panose="02040503050406030204" pitchFamily="18" charset="0"/>
                                </a:rPr>
                                <m:t>𝑖</m:t>
                              </m:r>
                              <m:r>
                                <a:rPr lang="es-MX" b="0" i="1" smtClean="0">
                                  <a:latin typeface="Cambria Math" panose="02040503050406030204" pitchFamily="18" charset="0"/>
                                </a:rPr>
                                <m:t>=1</m:t>
                              </m:r>
                            </m:sub>
                            <m:sup>
                              <m:r>
                                <a:rPr lang="es-MX" b="0" i="1" smtClean="0">
                                  <a:latin typeface="Cambria Math" panose="02040503050406030204" pitchFamily="18" charset="0"/>
                                </a:rPr>
                                <m:t>𝑛</m:t>
                              </m:r>
                            </m:sup>
                            <m:e>
                              <m:sSup>
                                <m:sSupPr>
                                  <m:ctrlPr>
                                    <a:rPr lang="es-MX" b="0" i="1" smtClean="0">
                                      <a:latin typeface="Cambria Math" panose="02040503050406030204" pitchFamily="18" charset="0"/>
                                    </a:rPr>
                                  </m:ctrlPr>
                                </m:sSupPr>
                                <m:e>
                                  <m:d>
                                    <m:dPr>
                                      <m:ctrlPr>
                                        <a:rPr lang="es-MX" b="0" i="1" smtClean="0">
                                          <a:latin typeface="Cambria Math" panose="02040503050406030204" pitchFamily="18" charset="0"/>
                                        </a:rPr>
                                      </m:ctrlPr>
                                    </m:dPr>
                                    <m:e>
                                      <m:sSub>
                                        <m:sSubPr>
                                          <m:ctrlPr>
                                            <a:rPr lang="es-MX" b="0" i="1" smtClean="0">
                                              <a:latin typeface="Cambria Math" panose="02040503050406030204" pitchFamily="18" charset="0"/>
                                            </a:rPr>
                                          </m:ctrlPr>
                                        </m:sSubPr>
                                        <m:e>
                                          <m:r>
                                            <a:rPr lang="es-MX" b="0" i="1" smtClean="0">
                                              <a:latin typeface="Cambria Math" panose="02040503050406030204" pitchFamily="18" charset="0"/>
                                            </a:rPr>
                                            <m:t>𝑥</m:t>
                                          </m:r>
                                        </m:e>
                                        <m:sub>
                                          <m:r>
                                            <a:rPr lang="es-MX" b="0" i="1" smtClean="0">
                                              <a:latin typeface="Cambria Math" panose="02040503050406030204" pitchFamily="18" charset="0"/>
                                            </a:rPr>
                                            <m:t>𝑖</m:t>
                                          </m:r>
                                        </m:sub>
                                      </m:sSub>
                                      <m:r>
                                        <a:rPr lang="es-MX" b="0" i="1" smtClean="0">
                                          <a:latin typeface="Cambria Math" panose="02040503050406030204" pitchFamily="18" charset="0"/>
                                        </a:rPr>
                                        <m:t>−</m:t>
                                      </m:r>
                                      <m:acc>
                                        <m:accPr>
                                          <m:chr m:val="̅"/>
                                          <m:ctrlPr>
                                            <a:rPr lang="es-MX" b="0" i="1" smtClean="0">
                                              <a:latin typeface="Cambria Math" panose="02040503050406030204" pitchFamily="18" charset="0"/>
                                              <a:ea typeface="Cambria Math" panose="02040503050406030204" pitchFamily="18" charset="0"/>
                                            </a:rPr>
                                          </m:ctrlPr>
                                        </m:accPr>
                                        <m:e>
                                          <m:r>
                                            <a:rPr lang="es-MX" b="0" i="1" smtClean="0">
                                              <a:latin typeface="Cambria Math" panose="02040503050406030204" pitchFamily="18" charset="0"/>
                                              <a:ea typeface="Cambria Math" panose="02040503050406030204" pitchFamily="18" charset="0"/>
                                            </a:rPr>
                                            <m:t>𝑥</m:t>
                                          </m:r>
                                        </m:e>
                                      </m:acc>
                                    </m:e>
                                  </m:d>
                                </m:e>
                                <m:sup>
                                  <m:r>
                                    <a:rPr lang="es-MX" b="0" i="1" smtClean="0">
                                      <a:latin typeface="Cambria Math" panose="02040503050406030204" pitchFamily="18" charset="0"/>
                                    </a:rPr>
                                    <m:t>3</m:t>
                                  </m:r>
                                </m:sup>
                              </m:sSup>
                            </m:e>
                          </m:nary>
                        </m:num>
                        <m:den>
                          <m:sSup>
                            <m:sSupPr>
                              <m:ctrlPr>
                                <a:rPr lang="es-MX" b="0" i="1" smtClean="0">
                                  <a:latin typeface="Cambria Math" panose="02040503050406030204" pitchFamily="18" charset="0"/>
                                </a:rPr>
                              </m:ctrlPr>
                            </m:sSupPr>
                            <m:e>
                              <m:d>
                                <m:dPr>
                                  <m:begChr m:val="["/>
                                  <m:endChr m:val="]"/>
                                  <m:ctrlPr>
                                    <a:rPr lang="es-MX" b="0" i="1" smtClean="0">
                                      <a:latin typeface="Cambria Math" panose="02040503050406030204" pitchFamily="18" charset="0"/>
                                    </a:rPr>
                                  </m:ctrlPr>
                                </m:dPr>
                                <m:e>
                                  <m:f>
                                    <m:fPr>
                                      <m:ctrlPr>
                                        <a:rPr lang="es-MX" b="0" i="1" smtClean="0">
                                          <a:latin typeface="Cambria Math" panose="02040503050406030204" pitchFamily="18" charset="0"/>
                                        </a:rPr>
                                      </m:ctrlPr>
                                    </m:fPr>
                                    <m:num>
                                      <m:r>
                                        <a:rPr lang="es-MX" b="0" i="1" smtClean="0">
                                          <a:latin typeface="Cambria Math" panose="02040503050406030204" pitchFamily="18" charset="0"/>
                                        </a:rPr>
                                        <m:t>1</m:t>
                                      </m:r>
                                    </m:num>
                                    <m:den>
                                      <m:r>
                                        <a:rPr lang="es-MX" b="0" i="1" smtClean="0">
                                          <a:latin typeface="Cambria Math" panose="02040503050406030204" pitchFamily="18" charset="0"/>
                                        </a:rPr>
                                        <m:t>𝑛</m:t>
                                      </m:r>
                                      <m:r>
                                        <a:rPr lang="es-MX" b="0" i="1" smtClean="0">
                                          <a:latin typeface="Cambria Math" panose="02040503050406030204" pitchFamily="18" charset="0"/>
                                        </a:rPr>
                                        <m:t>−1</m:t>
                                      </m:r>
                                    </m:den>
                                  </m:f>
                                  <m:nary>
                                    <m:naryPr>
                                      <m:chr m:val="∑"/>
                                      <m:ctrlPr>
                                        <a:rPr lang="es-MX" b="0" i="1" smtClean="0">
                                          <a:latin typeface="Cambria Math" panose="02040503050406030204" pitchFamily="18" charset="0"/>
                                        </a:rPr>
                                      </m:ctrlPr>
                                    </m:naryPr>
                                    <m:sub>
                                      <m:r>
                                        <m:rPr>
                                          <m:brk m:alnAt="23"/>
                                        </m:rPr>
                                        <a:rPr lang="es-MX" b="0" i="1" smtClean="0">
                                          <a:latin typeface="Cambria Math" panose="02040503050406030204" pitchFamily="18" charset="0"/>
                                        </a:rPr>
                                        <m:t>𝑖</m:t>
                                      </m:r>
                                      <m:r>
                                        <a:rPr lang="es-MX" b="0" i="1" smtClean="0">
                                          <a:latin typeface="Cambria Math" panose="02040503050406030204" pitchFamily="18" charset="0"/>
                                        </a:rPr>
                                        <m:t>=1</m:t>
                                      </m:r>
                                    </m:sub>
                                    <m:sup>
                                      <m:r>
                                        <a:rPr lang="es-MX" b="0" i="1" smtClean="0">
                                          <a:latin typeface="Cambria Math" panose="02040503050406030204" pitchFamily="18" charset="0"/>
                                        </a:rPr>
                                        <m:t>𝑛</m:t>
                                      </m:r>
                                    </m:sup>
                                    <m:e>
                                      <m:sSup>
                                        <m:sSupPr>
                                          <m:ctrlPr>
                                            <a:rPr lang="es-MX" b="0" i="1" smtClean="0">
                                              <a:latin typeface="Cambria Math" panose="02040503050406030204" pitchFamily="18" charset="0"/>
                                            </a:rPr>
                                          </m:ctrlPr>
                                        </m:sSupPr>
                                        <m:e>
                                          <m:d>
                                            <m:dPr>
                                              <m:ctrlPr>
                                                <a:rPr lang="es-MX" b="0" i="1" smtClean="0">
                                                  <a:latin typeface="Cambria Math" panose="02040503050406030204" pitchFamily="18" charset="0"/>
                                                </a:rPr>
                                              </m:ctrlPr>
                                            </m:dPr>
                                            <m:e>
                                              <m:sSub>
                                                <m:sSubPr>
                                                  <m:ctrlPr>
                                                    <a:rPr lang="es-MX" b="0" i="1" smtClean="0">
                                                      <a:latin typeface="Cambria Math" panose="02040503050406030204" pitchFamily="18" charset="0"/>
                                                    </a:rPr>
                                                  </m:ctrlPr>
                                                </m:sSubPr>
                                                <m:e>
                                                  <m:r>
                                                    <a:rPr lang="es-MX" b="0" i="1" smtClean="0">
                                                      <a:latin typeface="Cambria Math" panose="02040503050406030204" pitchFamily="18" charset="0"/>
                                                    </a:rPr>
                                                    <m:t>𝑥</m:t>
                                                  </m:r>
                                                </m:e>
                                                <m:sub>
                                                  <m:r>
                                                    <a:rPr lang="es-MX" b="0" i="1" smtClean="0">
                                                      <a:latin typeface="Cambria Math" panose="02040503050406030204" pitchFamily="18" charset="0"/>
                                                    </a:rPr>
                                                    <m:t>𝑖</m:t>
                                                  </m:r>
                                                </m:sub>
                                              </m:sSub>
                                              <m:r>
                                                <a:rPr lang="es-MX" b="0" i="1" smtClean="0">
                                                  <a:latin typeface="Cambria Math" panose="02040503050406030204" pitchFamily="18" charset="0"/>
                                                </a:rPr>
                                                <m:t>−</m:t>
                                              </m:r>
                                              <m:acc>
                                                <m:accPr>
                                                  <m:chr m:val="̅"/>
                                                  <m:ctrlPr>
                                                    <a:rPr lang="es-MX" i="1">
                                                      <a:latin typeface="Cambria Math" panose="02040503050406030204" pitchFamily="18" charset="0"/>
                                                      <a:ea typeface="Cambria Math" panose="02040503050406030204" pitchFamily="18" charset="0"/>
                                                    </a:rPr>
                                                  </m:ctrlPr>
                                                </m:accPr>
                                                <m:e>
                                                  <m:r>
                                                    <a:rPr lang="es-MX" i="1">
                                                      <a:latin typeface="Cambria Math" panose="02040503050406030204" pitchFamily="18" charset="0"/>
                                                      <a:ea typeface="Cambria Math" panose="02040503050406030204" pitchFamily="18" charset="0"/>
                                                    </a:rPr>
                                                    <m:t>𝑥</m:t>
                                                  </m:r>
                                                </m:e>
                                              </m:acc>
                                            </m:e>
                                          </m:d>
                                        </m:e>
                                        <m:sup>
                                          <m:r>
                                            <a:rPr lang="es-MX" b="0" i="1" smtClean="0">
                                              <a:latin typeface="Cambria Math" panose="02040503050406030204" pitchFamily="18" charset="0"/>
                                            </a:rPr>
                                            <m:t>2</m:t>
                                          </m:r>
                                        </m:sup>
                                      </m:sSup>
                                    </m:e>
                                  </m:nary>
                                </m:e>
                              </m:d>
                            </m:e>
                            <m:sup>
                              <m:r>
                                <a:rPr lang="es-MX" b="0" i="1" smtClean="0">
                                  <a:latin typeface="Cambria Math" panose="02040503050406030204" pitchFamily="18" charset="0"/>
                                </a:rPr>
                                <m:t>3/2</m:t>
                              </m:r>
                            </m:sup>
                          </m:sSup>
                        </m:den>
                      </m:f>
                    </m:oMath>
                  </m:oMathPara>
                </a14:m>
                <a:endParaRPr lang="es-PE" dirty="0"/>
              </a:p>
              <a:p>
                <a:pPr algn="just"/>
                <a:r>
                  <a:rPr lang="es-PE" dirty="0"/>
                  <a:t>y</a:t>
                </a:r>
              </a:p>
              <a:p>
                <a:pPr algn="just"/>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𝑔</m:t>
                          </m:r>
                        </m:e>
                        <m:sub>
                          <m:r>
                            <a:rPr lang="es-MX" b="0" i="1" smtClean="0">
                              <a:latin typeface="Cambria Math" panose="02040503050406030204" pitchFamily="18" charset="0"/>
                              <a:ea typeface="Cambria Math" panose="02040503050406030204" pitchFamily="18" charset="0"/>
                            </a:rPr>
                            <m:t>1</m:t>
                          </m:r>
                        </m:sub>
                      </m:sSub>
                      <m:r>
                        <a:rPr lang="es-MX" b="0" i="1" smtClean="0">
                          <a:latin typeface="Cambria Math" panose="02040503050406030204" pitchFamily="18" charset="0"/>
                        </a:rPr>
                        <m:t>=</m:t>
                      </m:r>
                      <m:f>
                        <m:fPr>
                          <m:ctrlPr>
                            <a:rPr lang="es-MX" b="0" i="1" smtClean="0">
                              <a:latin typeface="Cambria Math" panose="02040503050406030204" pitchFamily="18" charset="0"/>
                            </a:rPr>
                          </m:ctrlPr>
                        </m:fPr>
                        <m:num>
                          <m:sSub>
                            <m:sSubPr>
                              <m:ctrlPr>
                                <a:rPr lang="es-MX" b="0" i="1" smtClean="0">
                                  <a:latin typeface="Cambria Math" panose="02040503050406030204" pitchFamily="18" charset="0"/>
                                </a:rPr>
                              </m:ctrlPr>
                            </m:sSubPr>
                            <m:e>
                              <m:r>
                                <a:rPr lang="es-MX" b="0" i="1" smtClean="0">
                                  <a:latin typeface="Cambria Math" panose="02040503050406030204" pitchFamily="18" charset="0"/>
                                </a:rPr>
                                <m:t>𝑚</m:t>
                              </m:r>
                            </m:e>
                            <m:sub>
                              <m:r>
                                <a:rPr lang="es-MX" b="0" i="1" smtClean="0">
                                  <a:latin typeface="Cambria Math" panose="02040503050406030204" pitchFamily="18" charset="0"/>
                                </a:rPr>
                                <m:t>3</m:t>
                              </m:r>
                            </m:sub>
                          </m:sSub>
                        </m:num>
                        <m:den>
                          <m:sSubSup>
                            <m:sSubSupPr>
                              <m:ctrlPr>
                                <a:rPr lang="es-MX" b="0" i="1" smtClean="0">
                                  <a:latin typeface="Cambria Math" panose="02040503050406030204" pitchFamily="18" charset="0"/>
                                </a:rPr>
                              </m:ctrlPr>
                            </m:sSubSupPr>
                            <m:e>
                              <m:r>
                                <a:rPr lang="es-MX" b="0" i="1" smtClean="0">
                                  <a:latin typeface="Cambria Math" panose="02040503050406030204" pitchFamily="18" charset="0"/>
                                </a:rPr>
                                <m:t>𝑚</m:t>
                              </m:r>
                            </m:e>
                            <m:sub>
                              <m:r>
                                <a:rPr lang="es-MX" b="0" i="1" smtClean="0">
                                  <a:latin typeface="Cambria Math" panose="02040503050406030204" pitchFamily="18" charset="0"/>
                                </a:rPr>
                                <m:t>2</m:t>
                              </m:r>
                            </m:sub>
                            <m:sup>
                              <m:r>
                                <a:rPr lang="es-MX" b="0" i="1" smtClean="0">
                                  <a:latin typeface="Cambria Math" panose="02040503050406030204" pitchFamily="18" charset="0"/>
                                </a:rPr>
                                <m:t>3/2</m:t>
                              </m:r>
                            </m:sup>
                          </m:sSubSup>
                        </m:den>
                      </m:f>
                      <m:r>
                        <a:rPr lang="es-MX" b="0" i="1" smtClean="0">
                          <a:latin typeface="Cambria Math" panose="02040503050406030204" pitchFamily="18" charset="0"/>
                        </a:rPr>
                        <m:t>=</m:t>
                      </m:r>
                      <m:f>
                        <m:fPr>
                          <m:ctrlPr>
                            <a:rPr lang="es-MX" b="0" i="1" smtClean="0">
                              <a:latin typeface="Cambria Math" panose="02040503050406030204" pitchFamily="18" charset="0"/>
                            </a:rPr>
                          </m:ctrlPr>
                        </m:fPr>
                        <m:num>
                          <m:f>
                            <m:fPr>
                              <m:ctrlPr>
                                <a:rPr lang="es-MX" b="0" i="1" smtClean="0">
                                  <a:latin typeface="Cambria Math" panose="02040503050406030204" pitchFamily="18" charset="0"/>
                                </a:rPr>
                              </m:ctrlPr>
                            </m:fPr>
                            <m:num>
                              <m:r>
                                <a:rPr lang="es-MX" b="0" i="1" smtClean="0">
                                  <a:latin typeface="Cambria Math" panose="02040503050406030204" pitchFamily="18" charset="0"/>
                                </a:rPr>
                                <m:t>1</m:t>
                              </m:r>
                            </m:num>
                            <m:den>
                              <m:r>
                                <a:rPr lang="es-MX" b="0" i="1" smtClean="0">
                                  <a:latin typeface="Cambria Math" panose="02040503050406030204" pitchFamily="18" charset="0"/>
                                </a:rPr>
                                <m:t>𝑛</m:t>
                              </m:r>
                            </m:den>
                          </m:f>
                          <m:r>
                            <a:rPr lang="es-MX" b="0" i="1" smtClean="0">
                              <a:latin typeface="Cambria Math" panose="02040503050406030204" pitchFamily="18" charset="0"/>
                            </a:rPr>
                            <m:t> </m:t>
                          </m:r>
                          <m:nary>
                            <m:naryPr>
                              <m:chr m:val="∑"/>
                              <m:ctrlPr>
                                <a:rPr lang="es-MX" b="0" i="1" smtClean="0">
                                  <a:latin typeface="Cambria Math" panose="02040503050406030204" pitchFamily="18" charset="0"/>
                                </a:rPr>
                              </m:ctrlPr>
                            </m:naryPr>
                            <m:sub>
                              <m:r>
                                <m:rPr>
                                  <m:brk m:alnAt="23"/>
                                </m:rPr>
                                <a:rPr lang="es-MX" b="0" i="1" smtClean="0">
                                  <a:latin typeface="Cambria Math" panose="02040503050406030204" pitchFamily="18" charset="0"/>
                                </a:rPr>
                                <m:t>𝑖</m:t>
                              </m:r>
                              <m:r>
                                <a:rPr lang="es-MX" b="0" i="1" smtClean="0">
                                  <a:latin typeface="Cambria Math" panose="02040503050406030204" pitchFamily="18" charset="0"/>
                                </a:rPr>
                                <m:t>=1</m:t>
                              </m:r>
                            </m:sub>
                            <m:sup>
                              <m:r>
                                <a:rPr lang="es-MX" b="0" i="1" smtClean="0">
                                  <a:latin typeface="Cambria Math" panose="02040503050406030204" pitchFamily="18" charset="0"/>
                                </a:rPr>
                                <m:t>𝑛</m:t>
                              </m:r>
                            </m:sup>
                            <m:e>
                              <m:sSup>
                                <m:sSupPr>
                                  <m:ctrlPr>
                                    <a:rPr lang="es-MX" b="0" i="1" smtClean="0">
                                      <a:latin typeface="Cambria Math" panose="02040503050406030204" pitchFamily="18" charset="0"/>
                                    </a:rPr>
                                  </m:ctrlPr>
                                </m:sSupPr>
                                <m:e>
                                  <m:d>
                                    <m:dPr>
                                      <m:ctrlPr>
                                        <a:rPr lang="es-MX" b="0" i="1" smtClean="0">
                                          <a:latin typeface="Cambria Math" panose="02040503050406030204" pitchFamily="18" charset="0"/>
                                        </a:rPr>
                                      </m:ctrlPr>
                                    </m:dPr>
                                    <m:e>
                                      <m:sSub>
                                        <m:sSubPr>
                                          <m:ctrlPr>
                                            <a:rPr lang="es-MX" b="0" i="1" smtClean="0">
                                              <a:latin typeface="Cambria Math" panose="02040503050406030204" pitchFamily="18" charset="0"/>
                                            </a:rPr>
                                          </m:ctrlPr>
                                        </m:sSubPr>
                                        <m:e>
                                          <m:r>
                                            <a:rPr lang="es-MX" b="0" i="1" smtClean="0">
                                              <a:latin typeface="Cambria Math" panose="02040503050406030204" pitchFamily="18" charset="0"/>
                                            </a:rPr>
                                            <m:t>𝑥</m:t>
                                          </m:r>
                                        </m:e>
                                        <m:sub>
                                          <m:r>
                                            <a:rPr lang="es-MX" b="0" i="1" smtClean="0">
                                              <a:latin typeface="Cambria Math" panose="02040503050406030204" pitchFamily="18" charset="0"/>
                                            </a:rPr>
                                            <m:t>𝑖</m:t>
                                          </m:r>
                                        </m:sub>
                                      </m:sSub>
                                      <m:r>
                                        <a:rPr lang="es-MX" b="0" i="1" smtClean="0">
                                          <a:latin typeface="Cambria Math" panose="02040503050406030204" pitchFamily="18" charset="0"/>
                                        </a:rPr>
                                        <m:t>−</m:t>
                                      </m:r>
                                      <m:acc>
                                        <m:accPr>
                                          <m:chr m:val="̅"/>
                                          <m:ctrlPr>
                                            <a:rPr lang="es-MX" b="0" i="1" smtClean="0">
                                              <a:latin typeface="Cambria Math" panose="02040503050406030204" pitchFamily="18" charset="0"/>
                                              <a:ea typeface="Cambria Math" panose="02040503050406030204" pitchFamily="18" charset="0"/>
                                            </a:rPr>
                                          </m:ctrlPr>
                                        </m:accPr>
                                        <m:e>
                                          <m:r>
                                            <a:rPr lang="es-MX" b="0" i="1" smtClean="0">
                                              <a:latin typeface="Cambria Math" panose="02040503050406030204" pitchFamily="18" charset="0"/>
                                              <a:ea typeface="Cambria Math" panose="02040503050406030204" pitchFamily="18" charset="0"/>
                                            </a:rPr>
                                            <m:t>𝑥</m:t>
                                          </m:r>
                                        </m:e>
                                      </m:acc>
                                    </m:e>
                                  </m:d>
                                </m:e>
                                <m:sup>
                                  <m:r>
                                    <a:rPr lang="es-MX" b="0" i="1" smtClean="0">
                                      <a:latin typeface="Cambria Math" panose="02040503050406030204" pitchFamily="18" charset="0"/>
                                    </a:rPr>
                                    <m:t>3</m:t>
                                  </m:r>
                                </m:sup>
                              </m:sSup>
                            </m:e>
                          </m:nary>
                        </m:num>
                        <m:den>
                          <m:sSup>
                            <m:sSupPr>
                              <m:ctrlPr>
                                <a:rPr lang="es-MX" b="0" i="1" smtClean="0">
                                  <a:latin typeface="Cambria Math" panose="02040503050406030204" pitchFamily="18" charset="0"/>
                                </a:rPr>
                              </m:ctrlPr>
                            </m:sSupPr>
                            <m:e>
                              <m:d>
                                <m:dPr>
                                  <m:begChr m:val="["/>
                                  <m:endChr m:val="]"/>
                                  <m:ctrlPr>
                                    <a:rPr lang="es-MX" b="0" i="1" smtClean="0">
                                      <a:latin typeface="Cambria Math" panose="02040503050406030204" pitchFamily="18" charset="0"/>
                                    </a:rPr>
                                  </m:ctrlPr>
                                </m:dPr>
                                <m:e>
                                  <m:f>
                                    <m:fPr>
                                      <m:ctrlPr>
                                        <a:rPr lang="es-MX" b="0" i="1" smtClean="0">
                                          <a:latin typeface="Cambria Math" panose="02040503050406030204" pitchFamily="18" charset="0"/>
                                        </a:rPr>
                                      </m:ctrlPr>
                                    </m:fPr>
                                    <m:num>
                                      <m:r>
                                        <a:rPr lang="es-MX" b="0" i="1" smtClean="0">
                                          <a:latin typeface="Cambria Math" panose="02040503050406030204" pitchFamily="18" charset="0"/>
                                        </a:rPr>
                                        <m:t>1</m:t>
                                      </m:r>
                                    </m:num>
                                    <m:den>
                                      <m:r>
                                        <a:rPr lang="es-MX" b="0" i="1" smtClean="0">
                                          <a:latin typeface="Cambria Math" panose="02040503050406030204" pitchFamily="18" charset="0"/>
                                        </a:rPr>
                                        <m:t>𝑛</m:t>
                                      </m:r>
                                    </m:den>
                                  </m:f>
                                  <m:nary>
                                    <m:naryPr>
                                      <m:chr m:val="∑"/>
                                      <m:ctrlPr>
                                        <a:rPr lang="es-MX" b="0" i="1" smtClean="0">
                                          <a:latin typeface="Cambria Math" panose="02040503050406030204" pitchFamily="18" charset="0"/>
                                        </a:rPr>
                                      </m:ctrlPr>
                                    </m:naryPr>
                                    <m:sub>
                                      <m:r>
                                        <m:rPr>
                                          <m:brk m:alnAt="23"/>
                                        </m:rPr>
                                        <a:rPr lang="es-MX" b="0" i="1" smtClean="0">
                                          <a:latin typeface="Cambria Math" panose="02040503050406030204" pitchFamily="18" charset="0"/>
                                        </a:rPr>
                                        <m:t>𝑖</m:t>
                                      </m:r>
                                      <m:r>
                                        <a:rPr lang="es-MX" b="0" i="1" smtClean="0">
                                          <a:latin typeface="Cambria Math" panose="02040503050406030204" pitchFamily="18" charset="0"/>
                                        </a:rPr>
                                        <m:t>=1</m:t>
                                      </m:r>
                                    </m:sub>
                                    <m:sup>
                                      <m:r>
                                        <a:rPr lang="es-MX" b="0" i="1" smtClean="0">
                                          <a:latin typeface="Cambria Math" panose="02040503050406030204" pitchFamily="18" charset="0"/>
                                        </a:rPr>
                                        <m:t>𝑛</m:t>
                                      </m:r>
                                    </m:sup>
                                    <m:e>
                                      <m:sSup>
                                        <m:sSupPr>
                                          <m:ctrlPr>
                                            <a:rPr lang="es-MX" b="0" i="1" smtClean="0">
                                              <a:latin typeface="Cambria Math" panose="02040503050406030204" pitchFamily="18" charset="0"/>
                                            </a:rPr>
                                          </m:ctrlPr>
                                        </m:sSupPr>
                                        <m:e>
                                          <m:d>
                                            <m:dPr>
                                              <m:ctrlPr>
                                                <a:rPr lang="es-MX" b="0" i="1" smtClean="0">
                                                  <a:latin typeface="Cambria Math" panose="02040503050406030204" pitchFamily="18" charset="0"/>
                                                </a:rPr>
                                              </m:ctrlPr>
                                            </m:dPr>
                                            <m:e>
                                              <m:sSub>
                                                <m:sSubPr>
                                                  <m:ctrlPr>
                                                    <a:rPr lang="es-MX" b="0" i="1" smtClean="0">
                                                      <a:latin typeface="Cambria Math" panose="02040503050406030204" pitchFamily="18" charset="0"/>
                                                    </a:rPr>
                                                  </m:ctrlPr>
                                                </m:sSubPr>
                                                <m:e>
                                                  <m:r>
                                                    <a:rPr lang="es-MX" b="0" i="1" smtClean="0">
                                                      <a:latin typeface="Cambria Math" panose="02040503050406030204" pitchFamily="18" charset="0"/>
                                                    </a:rPr>
                                                    <m:t>𝑥</m:t>
                                                  </m:r>
                                                </m:e>
                                                <m:sub>
                                                  <m:r>
                                                    <a:rPr lang="es-MX" b="0" i="1" smtClean="0">
                                                      <a:latin typeface="Cambria Math" panose="02040503050406030204" pitchFamily="18" charset="0"/>
                                                    </a:rPr>
                                                    <m:t>𝑖</m:t>
                                                  </m:r>
                                                </m:sub>
                                              </m:sSub>
                                              <m:r>
                                                <a:rPr lang="es-MX" b="0" i="1" smtClean="0">
                                                  <a:latin typeface="Cambria Math" panose="02040503050406030204" pitchFamily="18" charset="0"/>
                                                </a:rPr>
                                                <m:t>−</m:t>
                                              </m:r>
                                              <m:acc>
                                                <m:accPr>
                                                  <m:chr m:val="̅"/>
                                                  <m:ctrlPr>
                                                    <a:rPr lang="es-MX" i="1">
                                                      <a:latin typeface="Cambria Math" panose="02040503050406030204" pitchFamily="18" charset="0"/>
                                                      <a:ea typeface="Cambria Math" panose="02040503050406030204" pitchFamily="18" charset="0"/>
                                                    </a:rPr>
                                                  </m:ctrlPr>
                                                </m:accPr>
                                                <m:e>
                                                  <m:r>
                                                    <a:rPr lang="es-MX" i="1">
                                                      <a:latin typeface="Cambria Math" panose="02040503050406030204" pitchFamily="18" charset="0"/>
                                                      <a:ea typeface="Cambria Math" panose="02040503050406030204" pitchFamily="18" charset="0"/>
                                                    </a:rPr>
                                                    <m:t>𝑥</m:t>
                                                  </m:r>
                                                </m:e>
                                              </m:acc>
                                            </m:e>
                                          </m:d>
                                        </m:e>
                                        <m:sup>
                                          <m:r>
                                            <a:rPr lang="es-MX" b="0" i="1" smtClean="0">
                                              <a:latin typeface="Cambria Math" panose="02040503050406030204" pitchFamily="18" charset="0"/>
                                            </a:rPr>
                                            <m:t>2</m:t>
                                          </m:r>
                                        </m:sup>
                                      </m:sSup>
                                    </m:e>
                                  </m:nary>
                                </m:e>
                              </m:d>
                            </m:e>
                            <m:sup>
                              <m:r>
                                <a:rPr lang="es-MX" b="0" i="1" smtClean="0">
                                  <a:latin typeface="Cambria Math" panose="02040503050406030204" pitchFamily="18" charset="0"/>
                                </a:rPr>
                                <m:t>3/2</m:t>
                              </m:r>
                            </m:sup>
                          </m:sSup>
                        </m:den>
                      </m:f>
                    </m:oMath>
                  </m:oMathPara>
                </a14:m>
                <a:endParaRPr lang="es-PE" dirty="0"/>
              </a:p>
              <a:p>
                <a:pPr algn="just"/>
                <a:endParaRPr lang="es-PE" dirty="0"/>
              </a:p>
              <a:p>
                <a:pPr algn="just"/>
                <a:r>
                  <a:rPr lang="es-PE" dirty="0"/>
                  <a:t>Donde </a:t>
                </a:r>
                <a14:m>
                  <m:oMath xmlns:m="http://schemas.openxmlformats.org/officeDocument/2006/math">
                    <m:acc>
                      <m:accPr>
                        <m:chr m:val="̅"/>
                        <m:ctrlPr>
                          <a:rPr lang="es-PE" i="1" smtClean="0">
                            <a:latin typeface="Cambria Math" panose="02040503050406030204" pitchFamily="18" charset="0"/>
                          </a:rPr>
                        </m:ctrlPr>
                      </m:accPr>
                      <m:e>
                        <m:r>
                          <a:rPr lang="es-MX" b="0" i="1" smtClean="0">
                            <a:latin typeface="Cambria Math" panose="02040503050406030204" pitchFamily="18" charset="0"/>
                          </a:rPr>
                          <m:t>𝑥</m:t>
                        </m:r>
                      </m:e>
                    </m:acc>
                  </m:oMath>
                </a14:m>
                <a:r>
                  <a:rPr lang="es-PE" dirty="0"/>
                  <a:t> es la media de la muestra, </a:t>
                </a:r>
                <a14:m>
                  <m:oMath xmlns:m="http://schemas.openxmlformats.org/officeDocument/2006/math">
                    <m:r>
                      <a:rPr lang="es-MX" b="0" i="1" smtClean="0">
                        <a:latin typeface="Cambria Math" panose="02040503050406030204" pitchFamily="18" charset="0"/>
                      </a:rPr>
                      <m:t>𝑠</m:t>
                    </m:r>
                  </m:oMath>
                </a14:m>
                <a:r>
                  <a:rPr lang="es-PE" dirty="0"/>
                  <a:t> es la desviación estándar de la muestra, </a:t>
                </a:r>
                <a14:m>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𝑚</m:t>
                        </m:r>
                      </m:e>
                      <m:sub>
                        <m:r>
                          <a:rPr lang="es-MX" b="0" i="1" smtClean="0">
                            <a:latin typeface="Cambria Math" panose="02040503050406030204" pitchFamily="18" charset="0"/>
                          </a:rPr>
                          <m:t>2</m:t>
                        </m:r>
                      </m:sub>
                    </m:sSub>
                  </m:oMath>
                </a14:m>
                <a:r>
                  <a:rPr lang="es-PE" dirty="0"/>
                  <a:t> es el segundo momento central de la muestra (sesgada) y </a:t>
                </a:r>
                <a14:m>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𝑚</m:t>
                        </m:r>
                      </m:e>
                      <m:sub>
                        <m:r>
                          <a:rPr lang="es-MX" b="0" i="1" smtClean="0">
                            <a:latin typeface="Cambria Math" panose="02040503050406030204" pitchFamily="18" charset="0"/>
                          </a:rPr>
                          <m:t>3</m:t>
                        </m:r>
                      </m:sub>
                    </m:sSub>
                  </m:oMath>
                </a14:m>
                <a:r>
                  <a:rPr lang="es-PE" dirty="0"/>
                  <a:t> es el tercer momento central de la muestra.</a:t>
                </a:r>
              </a:p>
            </p:txBody>
          </p:sp>
        </mc:Choice>
        <mc:Fallback xmlns="">
          <p:sp>
            <p:nvSpPr>
              <p:cNvPr id="7" name="Subtítulo 7">
                <a:extLst>
                  <a:ext uri="{FF2B5EF4-FFF2-40B4-BE49-F238E27FC236}">
                    <a16:creationId xmlns:a16="http://schemas.microsoft.com/office/drawing/2014/main" id="{00B84CB5-2F6F-1D06-607F-63D2BE2CB2E6}"/>
                  </a:ext>
                </a:extLst>
              </p:cNvPr>
              <p:cNvSpPr txBox="1">
                <a:spLocks noRot="1" noChangeAspect="1" noMove="1" noResize="1" noEditPoints="1" noAdjustHandles="1" noChangeArrowheads="1" noChangeShapeType="1" noTextEdit="1"/>
              </p:cNvSpPr>
              <p:nvPr/>
            </p:nvSpPr>
            <p:spPr>
              <a:xfrm>
                <a:off x="833706" y="1272695"/>
                <a:ext cx="7253020" cy="3292161"/>
              </a:xfrm>
              <a:prstGeom prst="rect">
                <a:avLst/>
              </a:prstGeom>
              <a:blipFill>
                <a:blip r:embed="rId2"/>
                <a:stretch>
                  <a:fillRect l="-252" t="-370" r="-252"/>
                </a:stretch>
              </a:blipFill>
            </p:spPr>
            <p:txBody>
              <a:bodyPr/>
              <a:lstStyle/>
              <a:p>
                <a:r>
                  <a:rPr lang="es-PE">
                    <a:noFill/>
                  </a:rPr>
                  <a:t> </a:t>
                </a:r>
              </a:p>
            </p:txBody>
          </p:sp>
        </mc:Fallback>
      </mc:AlternateContent>
    </p:spTree>
    <p:extLst>
      <p:ext uri="{BB962C8B-B14F-4D97-AF65-F5344CB8AC3E}">
        <p14:creationId xmlns:p14="http://schemas.microsoft.com/office/powerpoint/2010/main" val="72629379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2">
            <a:extLst>
              <a:ext uri="{FF2B5EF4-FFF2-40B4-BE49-F238E27FC236}">
                <a16:creationId xmlns:a16="http://schemas.microsoft.com/office/drawing/2014/main" id="{7A36A75F-4A66-1BA1-9A66-11CD710D3F38}"/>
              </a:ext>
            </a:extLst>
          </p:cNvPr>
          <p:cNvSpPr txBox="1">
            <a:spLocks/>
          </p:cNvSpPr>
          <p:nvPr/>
        </p:nvSpPr>
        <p:spPr>
          <a:xfrm>
            <a:off x="713315" y="748564"/>
            <a:ext cx="6158973" cy="50166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1pPr>
            <a:lvl2pPr marL="914400" marR="0" lvl="1"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2pPr>
            <a:lvl3pPr marL="1371600" marR="0" lvl="2"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3pPr>
            <a:lvl4pPr marL="1828800" marR="0" lvl="3"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4pPr>
            <a:lvl5pPr marL="2286000" marR="0" lvl="4"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5pPr>
            <a:lvl6pPr marL="2743200" marR="0" lvl="5"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6pPr>
            <a:lvl7pPr marL="3200400" marR="0" lvl="6"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7pPr>
            <a:lvl8pPr marL="3657600" marR="0" lvl="7"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8pPr>
            <a:lvl9pPr marL="4114800" marR="0" lvl="8"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9pPr>
          </a:lstStyle>
          <a:p>
            <a:pPr marL="139700" indent="0" algn="l">
              <a:buFont typeface="Inter"/>
              <a:buNone/>
            </a:pPr>
            <a:r>
              <a:rPr lang="es-MX" dirty="0">
                <a:latin typeface="Fredoka One" panose="02000000000000000000" pitchFamily="2" charset="0"/>
              </a:rPr>
              <a:t>Primer coeficiente de asimetría de Pearson (asimetría de moda)</a:t>
            </a:r>
            <a:endParaRPr lang="es-PE" dirty="0">
              <a:latin typeface="Fredoka One" panose="02000000000000000000" pitchFamily="2" charset="0"/>
            </a:endParaRPr>
          </a:p>
        </p:txBody>
      </p:sp>
      <mc:AlternateContent xmlns:mc="http://schemas.openxmlformats.org/markup-compatibility/2006" xmlns:a14="http://schemas.microsoft.com/office/drawing/2010/main">
        <mc:Choice Requires="a14">
          <p:sp>
            <p:nvSpPr>
              <p:cNvPr id="7" name="Subtítulo 7">
                <a:extLst>
                  <a:ext uri="{FF2B5EF4-FFF2-40B4-BE49-F238E27FC236}">
                    <a16:creationId xmlns:a16="http://schemas.microsoft.com/office/drawing/2014/main" id="{00B84CB5-2F6F-1D06-607F-63D2BE2CB2E6}"/>
                  </a:ext>
                </a:extLst>
              </p:cNvPr>
              <p:cNvSpPr txBox="1">
                <a:spLocks/>
              </p:cNvSpPr>
              <p:nvPr/>
            </p:nvSpPr>
            <p:spPr>
              <a:xfrm>
                <a:off x="833706" y="1272696"/>
                <a:ext cx="7253020" cy="1034736"/>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s-MX" dirty="0"/>
                  <a:t>La asimetría del modo de Pearson, se define como:</a:t>
                </a:r>
              </a:p>
              <a:p>
                <a:pPr algn="just"/>
                <a:endParaRPr lang="es-MX" dirty="0"/>
              </a:p>
              <a:p>
                <a:pPr algn="just"/>
                <a14:m>
                  <m:oMathPara xmlns:m="http://schemas.openxmlformats.org/officeDocument/2006/math">
                    <m:oMathParaPr>
                      <m:jc m:val="centerGroup"/>
                    </m:oMathParaPr>
                    <m:oMath xmlns:m="http://schemas.openxmlformats.org/officeDocument/2006/math">
                      <m:f>
                        <m:fPr>
                          <m:ctrlPr>
                            <a:rPr lang="es-MX" b="0" i="1" smtClean="0">
                              <a:latin typeface="Cambria Math" panose="02040503050406030204" pitchFamily="18" charset="0"/>
                            </a:rPr>
                          </m:ctrlPr>
                        </m:fPr>
                        <m:num>
                          <m:r>
                            <a:rPr lang="es-MX" i="1">
                              <a:latin typeface="Cambria Math" panose="02040503050406030204" pitchFamily="18" charset="0"/>
                            </a:rPr>
                            <m:t>𝑚𝑒𝑑𝑖𝑎</m:t>
                          </m:r>
                          <m:r>
                            <a:rPr lang="es-MX" i="1">
                              <a:latin typeface="Cambria Math" panose="02040503050406030204" pitchFamily="18" charset="0"/>
                            </a:rPr>
                            <m:t>−</m:t>
                          </m:r>
                          <m:r>
                            <a:rPr lang="es-MX" i="1">
                              <a:latin typeface="Cambria Math" panose="02040503050406030204" pitchFamily="18" charset="0"/>
                            </a:rPr>
                            <m:t>𝑚𝑜𝑑𝑎</m:t>
                          </m:r>
                        </m:num>
                        <m:den>
                          <m:r>
                            <a:rPr lang="es-MX" b="0" i="1" smtClean="0">
                              <a:latin typeface="Cambria Math" panose="02040503050406030204" pitchFamily="18" charset="0"/>
                            </a:rPr>
                            <m:t>𝑑𝑒𝑠𝑣𝑖𝑎𝑐𝑖</m:t>
                          </m:r>
                          <m:r>
                            <a:rPr lang="es-MX" b="0" i="1" smtClean="0">
                              <a:latin typeface="Cambria Math" panose="02040503050406030204" pitchFamily="18" charset="0"/>
                            </a:rPr>
                            <m:t>ó</m:t>
                          </m:r>
                          <m:r>
                            <a:rPr lang="es-MX" b="0" i="1" smtClean="0">
                              <a:latin typeface="Cambria Math" panose="02040503050406030204" pitchFamily="18" charset="0"/>
                            </a:rPr>
                            <m:t>𝑛</m:t>
                          </m:r>
                          <m:r>
                            <a:rPr lang="es-MX" b="0" i="1" smtClean="0">
                              <a:latin typeface="Cambria Math" panose="02040503050406030204" pitchFamily="18" charset="0"/>
                            </a:rPr>
                            <m:t> </m:t>
                          </m:r>
                          <m:r>
                            <a:rPr lang="es-MX" b="0" i="1" smtClean="0">
                              <a:latin typeface="Cambria Math" panose="02040503050406030204" pitchFamily="18" charset="0"/>
                            </a:rPr>
                            <m:t>𝑒𝑠𝑡</m:t>
                          </m:r>
                          <m:r>
                            <a:rPr lang="es-MX" b="0" i="1" smtClean="0">
                              <a:latin typeface="Cambria Math" panose="02040503050406030204" pitchFamily="18" charset="0"/>
                            </a:rPr>
                            <m:t>á</m:t>
                          </m:r>
                          <m:r>
                            <a:rPr lang="es-MX" b="0" i="1" smtClean="0">
                              <a:latin typeface="Cambria Math" panose="02040503050406030204" pitchFamily="18" charset="0"/>
                            </a:rPr>
                            <m:t>𝑛𝑑𝑎𝑟</m:t>
                          </m:r>
                        </m:den>
                      </m:f>
                    </m:oMath>
                  </m:oMathPara>
                </a14:m>
                <a:endParaRPr lang="es-PE" dirty="0"/>
              </a:p>
            </p:txBody>
          </p:sp>
        </mc:Choice>
        <mc:Fallback xmlns="">
          <p:sp>
            <p:nvSpPr>
              <p:cNvPr id="7" name="Subtítulo 7">
                <a:extLst>
                  <a:ext uri="{FF2B5EF4-FFF2-40B4-BE49-F238E27FC236}">
                    <a16:creationId xmlns:a16="http://schemas.microsoft.com/office/drawing/2014/main" id="{00B84CB5-2F6F-1D06-607F-63D2BE2CB2E6}"/>
                  </a:ext>
                </a:extLst>
              </p:cNvPr>
              <p:cNvSpPr txBox="1">
                <a:spLocks noRot="1" noChangeAspect="1" noMove="1" noResize="1" noEditPoints="1" noAdjustHandles="1" noChangeArrowheads="1" noChangeShapeType="1" noTextEdit="1"/>
              </p:cNvSpPr>
              <p:nvPr/>
            </p:nvSpPr>
            <p:spPr>
              <a:xfrm>
                <a:off x="833706" y="1272696"/>
                <a:ext cx="7253020" cy="1034736"/>
              </a:xfrm>
              <a:prstGeom prst="rect">
                <a:avLst/>
              </a:prstGeom>
              <a:blipFill>
                <a:blip r:embed="rId2"/>
                <a:stretch>
                  <a:fillRect l="-252" t="-1176"/>
                </a:stretch>
              </a:blipFill>
            </p:spPr>
            <p:txBody>
              <a:bodyPr/>
              <a:lstStyle/>
              <a:p>
                <a:r>
                  <a:rPr lang="es-PE">
                    <a:noFill/>
                  </a:rPr>
                  <a:t> </a:t>
                </a:r>
              </a:p>
            </p:txBody>
          </p:sp>
        </mc:Fallback>
      </mc:AlternateContent>
      <p:sp>
        <p:nvSpPr>
          <p:cNvPr id="5" name="Marcador de texto 2">
            <a:extLst>
              <a:ext uri="{FF2B5EF4-FFF2-40B4-BE49-F238E27FC236}">
                <a16:creationId xmlns:a16="http://schemas.microsoft.com/office/drawing/2014/main" id="{4DA46878-2D0F-ACCA-A243-F0E98420CF0A}"/>
              </a:ext>
            </a:extLst>
          </p:cNvPr>
          <p:cNvSpPr txBox="1">
            <a:spLocks/>
          </p:cNvSpPr>
          <p:nvPr/>
        </p:nvSpPr>
        <p:spPr>
          <a:xfrm>
            <a:off x="713315" y="2600326"/>
            <a:ext cx="6158973" cy="50166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1pPr>
            <a:lvl2pPr marL="914400" marR="0" lvl="1"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2pPr>
            <a:lvl3pPr marL="1371600" marR="0" lvl="2"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3pPr>
            <a:lvl4pPr marL="1828800" marR="0" lvl="3"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4pPr>
            <a:lvl5pPr marL="2286000" marR="0" lvl="4"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5pPr>
            <a:lvl6pPr marL="2743200" marR="0" lvl="5"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6pPr>
            <a:lvl7pPr marL="3200400" marR="0" lvl="6"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7pPr>
            <a:lvl8pPr marL="3657600" marR="0" lvl="7"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8pPr>
            <a:lvl9pPr marL="4114800" marR="0" lvl="8"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9pPr>
          </a:lstStyle>
          <a:p>
            <a:pPr marL="139700" indent="0" algn="l">
              <a:buFont typeface="Inter"/>
              <a:buNone/>
            </a:pPr>
            <a:r>
              <a:rPr lang="es-MX" dirty="0">
                <a:latin typeface="Fredoka One" panose="02000000000000000000" pitchFamily="2" charset="0"/>
              </a:rPr>
              <a:t>Segundo coeficiente de asimetría de Pearson (asimetría mediana)</a:t>
            </a:r>
            <a:endParaRPr lang="es-PE" dirty="0">
              <a:latin typeface="Fredoka One" panose="02000000000000000000" pitchFamily="2" charset="0"/>
            </a:endParaRPr>
          </a:p>
        </p:txBody>
      </p:sp>
      <mc:AlternateContent xmlns:mc="http://schemas.openxmlformats.org/markup-compatibility/2006" xmlns:a14="http://schemas.microsoft.com/office/drawing/2010/main">
        <mc:Choice Requires="a14">
          <p:sp>
            <p:nvSpPr>
              <p:cNvPr id="6" name="Subtítulo 7">
                <a:extLst>
                  <a:ext uri="{FF2B5EF4-FFF2-40B4-BE49-F238E27FC236}">
                    <a16:creationId xmlns:a16="http://schemas.microsoft.com/office/drawing/2014/main" id="{5F13D190-ED04-1E81-06ED-2462B5289CDB}"/>
                  </a:ext>
                </a:extLst>
              </p:cNvPr>
              <p:cNvSpPr txBox="1">
                <a:spLocks/>
              </p:cNvSpPr>
              <p:nvPr/>
            </p:nvSpPr>
            <p:spPr>
              <a:xfrm>
                <a:off x="833706" y="3124458"/>
                <a:ext cx="7253020" cy="1034736"/>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s-MX" dirty="0"/>
                  <a:t>La asimetría del modo de Pearson, se define como:</a:t>
                </a:r>
              </a:p>
              <a:p>
                <a:pPr algn="just"/>
                <a:endParaRPr lang="es-MX" dirty="0"/>
              </a:p>
              <a:p>
                <a:pPr algn="just"/>
                <a14:m>
                  <m:oMathPara xmlns:m="http://schemas.openxmlformats.org/officeDocument/2006/math">
                    <m:oMathParaPr>
                      <m:jc m:val="centerGroup"/>
                    </m:oMathParaPr>
                    <m:oMath xmlns:m="http://schemas.openxmlformats.org/officeDocument/2006/math">
                      <m:f>
                        <m:fPr>
                          <m:ctrlPr>
                            <a:rPr lang="es-MX" b="0" i="1" smtClean="0">
                              <a:latin typeface="Cambria Math" panose="02040503050406030204" pitchFamily="18" charset="0"/>
                            </a:rPr>
                          </m:ctrlPr>
                        </m:fPr>
                        <m:num>
                          <m:r>
                            <a:rPr lang="es-MX" b="0" i="1" smtClean="0">
                              <a:latin typeface="Cambria Math" panose="02040503050406030204" pitchFamily="18" charset="0"/>
                            </a:rPr>
                            <m:t>3</m:t>
                          </m:r>
                          <m:d>
                            <m:dPr>
                              <m:ctrlPr>
                                <a:rPr lang="es-MX" b="0" i="1" smtClean="0">
                                  <a:latin typeface="Cambria Math" panose="02040503050406030204" pitchFamily="18" charset="0"/>
                                </a:rPr>
                              </m:ctrlPr>
                            </m:dPr>
                            <m:e>
                              <m:r>
                                <a:rPr lang="es-MX" i="1">
                                  <a:latin typeface="Cambria Math" panose="02040503050406030204" pitchFamily="18" charset="0"/>
                                </a:rPr>
                                <m:t>𝑚𝑒𝑑𝑖𝑎</m:t>
                              </m:r>
                              <m:r>
                                <a:rPr lang="es-MX" i="1">
                                  <a:latin typeface="Cambria Math" panose="02040503050406030204" pitchFamily="18" charset="0"/>
                                </a:rPr>
                                <m:t>−</m:t>
                              </m:r>
                              <m:r>
                                <a:rPr lang="es-MX" b="0" i="1" smtClean="0">
                                  <a:latin typeface="Cambria Math" panose="02040503050406030204" pitchFamily="18" charset="0"/>
                                </a:rPr>
                                <m:t>𝑚𝑒𝑑𝑖𝑎𝑛𝑎</m:t>
                              </m:r>
                            </m:e>
                          </m:d>
                        </m:num>
                        <m:den>
                          <m:r>
                            <a:rPr lang="es-MX" b="0" i="1" smtClean="0">
                              <a:latin typeface="Cambria Math" panose="02040503050406030204" pitchFamily="18" charset="0"/>
                            </a:rPr>
                            <m:t>𝑑𝑒𝑠𝑣𝑖𝑎𝑐𝑖</m:t>
                          </m:r>
                          <m:r>
                            <a:rPr lang="es-MX" b="0" i="1" smtClean="0">
                              <a:latin typeface="Cambria Math" panose="02040503050406030204" pitchFamily="18" charset="0"/>
                            </a:rPr>
                            <m:t>ó</m:t>
                          </m:r>
                          <m:r>
                            <a:rPr lang="es-MX" b="0" i="1" smtClean="0">
                              <a:latin typeface="Cambria Math" panose="02040503050406030204" pitchFamily="18" charset="0"/>
                            </a:rPr>
                            <m:t>𝑛</m:t>
                          </m:r>
                          <m:r>
                            <a:rPr lang="es-MX" b="0" i="1" smtClean="0">
                              <a:latin typeface="Cambria Math" panose="02040503050406030204" pitchFamily="18" charset="0"/>
                            </a:rPr>
                            <m:t> </m:t>
                          </m:r>
                          <m:r>
                            <a:rPr lang="es-MX" b="0" i="1" smtClean="0">
                              <a:latin typeface="Cambria Math" panose="02040503050406030204" pitchFamily="18" charset="0"/>
                            </a:rPr>
                            <m:t>𝑒𝑠𝑡</m:t>
                          </m:r>
                          <m:r>
                            <a:rPr lang="es-MX" b="0" i="1" smtClean="0">
                              <a:latin typeface="Cambria Math" panose="02040503050406030204" pitchFamily="18" charset="0"/>
                            </a:rPr>
                            <m:t>á</m:t>
                          </m:r>
                          <m:r>
                            <a:rPr lang="es-MX" b="0" i="1" smtClean="0">
                              <a:latin typeface="Cambria Math" panose="02040503050406030204" pitchFamily="18" charset="0"/>
                            </a:rPr>
                            <m:t>𝑛𝑑𝑎𝑟</m:t>
                          </m:r>
                        </m:den>
                      </m:f>
                    </m:oMath>
                  </m:oMathPara>
                </a14:m>
                <a:endParaRPr lang="es-PE" dirty="0"/>
              </a:p>
            </p:txBody>
          </p:sp>
        </mc:Choice>
        <mc:Fallback xmlns="">
          <p:sp>
            <p:nvSpPr>
              <p:cNvPr id="6" name="Subtítulo 7">
                <a:extLst>
                  <a:ext uri="{FF2B5EF4-FFF2-40B4-BE49-F238E27FC236}">
                    <a16:creationId xmlns:a16="http://schemas.microsoft.com/office/drawing/2014/main" id="{5F13D190-ED04-1E81-06ED-2462B5289CDB}"/>
                  </a:ext>
                </a:extLst>
              </p:cNvPr>
              <p:cNvSpPr txBox="1">
                <a:spLocks noRot="1" noChangeAspect="1" noMove="1" noResize="1" noEditPoints="1" noAdjustHandles="1" noChangeArrowheads="1" noChangeShapeType="1" noTextEdit="1"/>
              </p:cNvSpPr>
              <p:nvPr/>
            </p:nvSpPr>
            <p:spPr>
              <a:xfrm>
                <a:off x="833706" y="3124458"/>
                <a:ext cx="7253020" cy="1034736"/>
              </a:xfrm>
              <a:prstGeom prst="rect">
                <a:avLst/>
              </a:prstGeom>
              <a:blipFill>
                <a:blip r:embed="rId3"/>
                <a:stretch>
                  <a:fillRect l="-252" t="-1183"/>
                </a:stretch>
              </a:blipFill>
            </p:spPr>
            <p:txBody>
              <a:bodyPr/>
              <a:lstStyle/>
              <a:p>
                <a:r>
                  <a:rPr lang="es-PE">
                    <a:noFill/>
                  </a:rPr>
                  <a:t> </a:t>
                </a:r>
              </a:p>
            </p:txBody>
          </p:sp>
        </mc:Fallback>
      </mc:AlternateContent>
    </p:spTree>
    <p:extLst>
      <p:ext uri="{BB962C8B-B14F-4D97-AF65-F5344CB8AC3E}">
        <p14:creationId xmlns:p14="http://schemas.microsoft.com/office/powerpoint/2010/main" val="119051316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D4DB05B-817A-3649-7584-1B4EFF829A4E}"/>
              </a:ext>
            </a:extLst>
          </p:cNvPr>
          <p:cNvSpPr>
            <a:spLocks noGrp="1"/>
          </p:cNvSpPr>
          <p:nvPr>
            <p:ph type="body" idx="1"/>
          </p:nvPr>
        </p:nvSpPr>
        <p:spPr/>
        <p:txBody>
          <a:bodyPr/>
          <a:lstStyle/>
          <a:p>
            <a:endParaRPr lang="es-PE"/>
          </a:p>
        </p:txBody>
      </p:sp>
      <p:sp>
        <p:nvSpPr>
          <p:cNvPr id="5" name="Marcador de texto 2">
            <a:extLst>
              <a:ext uri="{FF2B5EF4-FFF2-40B4-BE49-F238E27FC236}">
                <a16:creationId xmlns:a16="http://schemas.microsoft.com/office/drawing/2014/main" id="{26E355DF-9446-856F-6EBE-E7F790A5E6FC}"/>
              </a:ext>
            </a:extLst>
          </p:cNvPr>
          <p:cNvSpPr txBox="1">
            <a:spLocks/>
          </p:cNvSpPr>
          <p:nvPr/>
        </p:nvSpPr>
        <p:spPr>
          <a:xfrm>
            <a:off x="720000" y="544002"/>
            <a:ext cx="7702550" cy="57308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RPr/>
            </a:defPPr>
            <a:lvl1pPr marL="457200" marR="0" lvl="0" indent="-317500" algn="ctr" rtl="0">
              <a:lnSpc>
                <a:spcPct val="100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1pPr>
            <a:lvl2pPr marL="914400" marR="0" lvl="1"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2pPr>
            <a:lvl3pPr marL="1371600" marR="0" lvl="2"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3pPr>
            <a:lvl4pPr marL="1828800" marR="0" lvl="3"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4pPr>
            <a:lvl5pPr marL="2286000" marR="0" lvl="4"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5pPr>
            <a:lvl6pPr marL="2743200" marR="0" lvl="5"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6pPr>
            <a:lvl7pPr marL="3200400" marR="0" lvl="6"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7pPr>
            <a:lvl8pPr marL="3657600" marR="0" lvl="7"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8pPr>
            <a:lvl9pPr marL="4114800" marR="0" lvl="8"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9pPr>
          </a:lstStyle>
          <a:p>
            <a:pPr marL="139700" indent="0" algn="l">
              <a:buFont typeface="Inter"/>
              <a:buNone/>
            </a:pPr>
            <a:r>
              <a:rPr lang="es-MX" dirty="0">
                <a:latin typeface="Fredoka One" panose="02000000000000000000" pitchFamily="2" charset="0"/>
              </a:rPr>
              <a:t>Primer coeficiente de asimetría de Pearson (asimetría de moda)</a:t>
            </a:r>
            <a:endParaRPr lang="es-PE" dirty="0">
              <a:latin typeface="Fredoka One" panose="02000000000000000000" pitchFamily="2" charset="0"/>
            </a:endParaRPr>
          </a:p>
        </p:txBody>
      </p:sp>
      <p:pic>
        <p:nvPicPr>
          <p:cNvPr id="7" name="Picture 6">
            <a:extLst>
              <a:ext uri="{FF2B5EF4-FFF2-40B4-BE49-F238E27FC236}">
                <a16:creationId xmlns:a16="http://schemas.microsoft.com/office/drawing/2014/main" id="{7A25446F-C2B0-09CE-D0FD-30CDBFD1A8C4}"/>
              </a:ext>
            </a:extLst>
          </p:cNvPr>
          <p:cNvPicPr>
            <a:picLocks noChangeAspect="1"/>
          </p:cNvPicPr>
          <p:nvPr/>
        </p:nvPicPr>
        <p:blipFill>
          <a:blip r:embed="rId2"/>
          <a:stretch>
            <a:fillRect/>
          </a:stretch>
        </p:blipFill>
        <p:spPr>
          <a:xfrm>
            <a:off x="1372765" y="850894"/>
            <a:ext cx="6398469" cy="3929228"/>
          </a:xfrm>
          <a:prstGeom prst="rect">
            <a:avLst/>
          </a:prstGeom>
        </p:spPr>
      </p:pic>
    </p:spTree>
    <p:extLst>
      <p:ext uri="{BB962C8B-B14F-4D97-AF65-F5344CB8AC3E}">
        <p14:creationId xmlns:p14="http://schemas.microsoft.com/office/powerpoint/2010/main" val="7203330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CD200B5-877D-DB63-DCE8-CBD0BFBB1147}"/>
              </a:ext>
            </a:extLst>
          </p:cNvPr>
          <p:cNvPicPr>
            <a:picLocks noChangeAspect="1"/>
          </p:cNvPicPr>
          <p:nvPr/>
        </p:nvPicPr>
        <p:blipFill>
          <a:blip r:embed="rId2"/>
          <a:stretch>
            <a:fillRect/>
          </a:stretch>
        </p:blipFill>
        <p:spPr>
          <a:xfrm>
            <a:off x="1299706" y="1009765"/>
            <a:ext cx="6544588" cy="3419952"/>
          </a:xfrm>
          <a:prstGeom prst="rect">
            <a:avLst/>
          </a:prstGeom>
        </p:spPr>
      </p:pic>
      <p:sp>
        <p:nvSpPr>
          <p:cNvPr id="7" name="Marcador de texto 2">
            <a:extLst>
              <a:ext uri="{FF2B5EF4-FFF2-40B4-BE49-F238E27FC236}">
                <a16:creationId xmlns:a16="http://schemas.microsoft.com/office/drawing/2014/main" id="{85F40F40-844A-AE13-C93F-C8F1AA2BC015}"/>
              </a:ext>
            </a:extLst>
          </p:cNvPr>
          <p:cNvSpPr txBox="1">
            <a:spLocks noGrp="1"/>
          </p:cNvSpPr>
          <p:nvPr>
            <p:ph type="body" idx="1"/>
          </p:nvPr>
        </p:nvSpPr>
        <p:spPr>
          <a:xfrm>
            <a:off x="720725" y="475191"/>
            <a:ext cx="7702550" cy="37941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1pPr>
            <a:lvl2pPr marL="914400" marR="0" lvl="1"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2pPr>
            <a:lvl3pPr marL="1371600" marR="0" lvl="2"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3pPr>
            <a:lvl4pPr marL="1828800" marR="0" lvl="3"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4pPr>
            <a:lvl5pPr marL="2286000" marR="0" lvl="4"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5pPr>
            <a:lvl6pPr marL="2743200" marR="0" lvl="5"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6pPr>
            <a:lvl7pPr marL="3200400" marR="0" lvl="6"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7pPr>
            <a:lvl8pPr marL="3657600" marR="0" lvl="7"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8pPr>
            <a:lvl9pPr marL="4114800" marR="0" lvl="8"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9pPr>
          </a:lstStyle>
          <a:p>
            <a:pPr marL="139700" indent="0" algn="l">
              <a:buFont typeface="Inter"/>
              <a:buNone/>
            </a:pPr>
            <a:r>
              <a:rPr lang="es-MX" dirty="0">
                <a:latin typeface="Fredoka One" panose="02000000000000000000" pitchFamily="2" charset="0"/>
              </a:rPr>
              <a:t>Segundo coeficiente de asimetría de Pearson (asimetría mediana)</a:t>
            </a:r>
            <a:endParaRPr lang="es-PE" dirty="0">
              <a:latin typeface="Fredoka One" panose="02000000000000000000" pitchFamily="2" charset="0"/>
            </a:endParaRPr>
          </a:p>
        </p:txBody>
      </p:sp>
    </p:spTree>
    <p:extLst>
      <p:ext uri="{BB962C8B-B14F-4D97-AF65-F5344CB8AC3E}">
        <p14:creationId xmlns:p14="http://schemas.microsoft.com/office/powerpoint/2010/main" val="23138099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2">
            <a:extLst>
              <a:ext uri="{FF2B5EF4-FFF2-40B4-BE49-F238E27FC236}">
                <a16:creationId xmlns:a16="http://schemas.microsoft.com/office/drawing/2014/main" id="{7A36A75F-4A66-1BA1-9A66-11CD710D3F38}"/>
              </a:ext>
            </a:extLst>
          </p:cNvPr>
          <p:cNvSpPr txBox="1">
            <a:spLocks/>
          </p:cNvSpPr>
          <p:nvPr/>
        </p:nvSpPr>
        <p:spPr>
          <a:xfrm>
            <a:off x="713315" y="748564"/>
            <a:ext cx="6158973" cy="50166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1pPr>
            <a:lvl2pPr marL="914400" marR="0" lvl="1"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2pPr>
            <a:lvl3pPr marL="1371600" marR="0" lvl="2"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3pPr>
            <a:lvl4pPr marL="1828800" marR="0" lvl="3"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4pPr>
            <a:lvl5pPr marL="2286000" marR="0" lvl="4"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5pPr>
            <a:lvl6pPr marL="2743200" marR="0" lvl="5"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6pPr>
            <a:lvl7pPr marL="3200400" marR="0" lvl="6"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7pPr>
            <a:lvl8pPr marL="3657600" marR="0" lvl="7"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8pPr>
            <a:lvl9pPr marL="4114800" marR="0" lvl="8"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9pPr>
          </a:lstStyle>
          <a:p>
            <a:pPr marL="139700" indent="0" algn="l">
              <a:buFont typeface="Inter"/>
              <a:buNone/>
            </a:pPr>
            <a:r>
              <a:rPr lang="es-MX" dirty="0">
                <a:latin typeface="Fredoka One" panose="02000000000000000000" pitchFamily="2" charset="0"/>
              </a:rPr>
              <a:t>Medidas basada en cuantiles</a:t>
            </a:r>
            <a:endParaRPr lang="es-PE" dirty="0">
              <a:latin typeface="Fredoka One" panose="02000000000000000000" pitchFamily="2" charset="0"/>
            </a:endParaRPr>
          </a:p>
        </p:txBody>
      </p:sp>
      <mc:AlternateContent xmlns:mc="http://schemas.openxmlformats.org/markup-compatibility/2006" xmlns:a14="http://schemas.microsoft.com/office/drawing/2010/main">
        <mc:Choice Requires="a14">
          <p:sp>
            <p:nvSpPr>
              <p:cNvPr id="7" name="Subtítulo 7">
                <a:extLst>
                  <a:ext uri="{FF2B5EF4-FFF2-40B4-BE49-F238E27FC236}">
                    <a16:creationId xmlns:a16="http://schemas.microsoft.com/office/drawing/2014/main" id="{00B84CB5-2F6F-1D06-607F-63D2BE2CB2E6}"/>
                  </a:ext>
                </a:extLst>
              </p:cNvPr>
              <p:cNvSpPr txBox="1">
                <a:spLocks/>
              </p:cNvSpPr>
              <p:nvPr/>
            </p:nvSpPr>
            <p:spPr>
              <a:xfrm>
                <a:off x="833706" y="1272695"/>
                <a:ext cx="7253020" cy="162766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s-MX" dirty="0"/>
                  <a:t>La medida de asimetría de </a:t>
                </a:r>
                <a:r>
                  <a:rPr lang="es-MX" dirty="0" err="1"/>
                  <a:t>Bowley</a:t>
                </a:r>
                <a:r>
                  <a:rPr lang="es-MX" dirty="0"/>
                  <a:t>, también llamada coeficiente de Yule, se define como:</a:t>
                </a:r>
              </a:p>
              <a:p>
                <a:pPr algn="just"/>
                <a:endParaRPr lang="es-MX" dirty="0"/>
              </a:p>
              <a:p>
                <a:pPr algn="just"/>
                <a14:m>
                  <m:oMathPara xmlns:m="http://schemas.openxmlformats.org/officeDocument/2006/math">
                    <m:oMathParaPr>
                      <m:jc m:val="centerGroup"/>
                    </m:oMathParaPr>
                    <m:oMath xmlns:m="http://schemas.openxmlformats.org/officeDocument/2006/math">
                      <m:f>
                        <m:fPr>
                          <m:ctrlPr>
                            <a:rPr lang="es-MX" b="0" i="1" smtClean="0">
                              <a:latin typeface="Cambria Math" panose="02040503050406030204" pitchFamily="18" charset="0"/>
                            </a:rPr>
                          </m:ctrlPr>
                        </m:fPr>
                        <m:num>
                          <m:f>
                            <m:fPr>
                              <m:ctrlPr>
                                <a:rPr lang="es-MX" b="0" i="1" smtClean="0">
                                  <a:latin typeface="Cambria Math" panose="02040503050406030204" pitchFamily="18" charset="0"/>
                                </a:rPr>
                              </m:ctrlPr>
                            </m:fPr>
                            <m:num>
                              <m:r>
                                <a:rPr lang="es-MX" b="0" i="1" smtClean="0">
                                  <a:latin typeface="Cambria Math" panose="02040503050406030204" pitchFamily="18" charset="0"/>
                                </a:rPr>
                                <m:t>𝑄</m:t>
                              </m:r>
                              <m:d>
                                <m:dPr>
                                  <m:ctrlPr>
                                    <a:rPr lang="es-MX" b="0" i="1" smtClean="0">
                                      <a:latin typeface="Cambria Math" panose="02040503050406030204" pitchFamily="18" charset="0"/>
                                    </a:rPr>
                                  </m:ctrlPr>
                                </m:dPr>
                                <m:e>
                                  <m:r>
                                    <a:rPr lang="es-MX" b="0" i="1" smtClean="0">
                                      <a:latin typeface="Cambria Math" panose="02040503050406030204" pitchFamily="18" charset="0"/>
                                    </a:rPr>
                                    <m:t>3/4</m:t>
                                  </m:r>
                                </m:e>
                              </m:d>
                              <m:r>
                                <a:rPr lang="es-MX" b="0" i="1" smtClean="0">
                                  <a:latin typeface="Cambria Math" panose="02040503050406030204" pitchFamily="18" charset="0"/>
                                </a:rPr>
                                <m:t>+</m:t>
                              </m:r>
                              <m:r>
                                <a:rPr lang="es-MX" b="0" i="1" smtClean="0">
                                  <a:latin typeface="Cambria Math" panose="02040503050406030204" pitchFamily="18" charset="0"/>
                                </a:rPr>
                                <m:t>𝑄</m:t>
                              </m:r>
                              <m:r>
                                <a:rPr lang="es-MX" b="0" i="1" smtClean="0">
                                  <a:latin typeface="Cambria Math" panose="02040503050406030204" pitchFamily="18" charset="0"/>
                                </a:rPr>
                                <m:t>(1/4)</m:t>
                              </m:r>
                            </m:num>
                            <m:den>
                              <m:r>
                                <a:rPr lang="es-MX" b="0" i="1" smtClean="0">
                                  <a:latin typeface="Cambria Math" panose="02040503050406030204" pitchFamily="18" charset="0"/>
                                </a:rPr>
                                <m:t>2</m:t>
                              </m:r>
                            </m:den>
                          </m:f>
                          <m:r>
                            <a:rPr lang="es-MX" i="1">
                              <a:latin typeface="Cambria Math" panose="02040503050406030204" pitchFamily="18" charset="0"/>
                            </a:rPr>
                            <m:t>−</m:t>
                          </m:r>
                          <m:r>
                            <a:rPr lang="es-MX" b="0" i="1" smtClean="0">
                              <a:latin typeface="Cambria Math" panose="02040503050406030204" pitchFamily="18" charset="0"/>
                            </a:rPr>
                            <m:t>𝑄</m:t>
                          </m:r>
                          <m:r>
                            <a:rPr lang="es-MX" b="0" i="1" smtClean="0">
                              <a:latin typeface="Cambria Math" panose="02040503050406030204" pitchFamily="18" charset="0"/>
                            </a:rPr>
                            <m:t>(1/2)</m:t>
                          </m:r>
                        </m:num>
                        <m:den>
                          <m:f>
                            <m:fPr>
                              <m:ctrlPr>
                                <a:rPr lang="es-MX" i="1">
                                  <a:latin typeface="Cambria Math" panose="02040503050406030204" pitchFamily="18" charset="0"/>
                                </a:rPr>
                              </m:ctrlPr>
                            </m:fPr>
                            <m:num>
                              <m:r>
                                <a:rPr lang="es-MX" i="1">
                                  <a:latin typeface="Cambria Math" panose="02040503050406030204" pitchFamily="18" charset="0"/>
                                </a:rPr>
                                <m:t>𝑄</m:t>
                              </m:r>
                              <m:d>
                                <m:dPr>
                                  <m:ctrlPr>
                                    <a:rPr lang="es-MX" i="1">
                                      <a:latin typeface="Cambria Math" panose="02040503050406030204" pitchFamily="18" charset="0"/>
                                    </a:rPr>
                                  </m:ctrlPr>
                                </m:dPr>
                                <m:e>
                                  <m:r>
                                    <a:rPr lang="es-MX" i="1">
                                      <a:latin typeface="Cambria Math" panose="02040503050406030204" pitchFamily="18" charset="0"/>
                                    </a:rPr>
                                    <m:t>3/4</m:t>
                                  </m:r>
                                </m:e>
                              </m:d>
                              <m:r>
                                <a:rPr lang="es-MX" b="0" i="1" smtClean="0">
                                  <a:latin typeface="Cambria Math" panose="02040503050406030204" pitchFamily="18" charset="0"/>
                                </a:rPr>
                                <m:t>−</m:t>
                              </m:r>
                              <m:r>
                                <a:rPr lang="es-MX" i="1">
                                  <a:latin typeface="Cambria Math" panose="02040503050406030204" pitchFamily="18" charset="0"/>
                                </a:rPr>
                                <m:t>𝑄</m:t>
                              </m:r>
                              <m:r>
                                <a:rPr lang="es-MX" i="1">
                                  <a:latin typeface="Cambria Math" panose="02040503050406030204" pitchFamily="18" charset="0"/>
                                </a:rPr>
                                <m:t>(1/4)</m:t>
                              </m:r>
                            </m:num>
                            <m:den>
                              <m:r>
                                <a:rPr lang="es-MX" i="1">
                                  <a:latin typeface="Cambria Math" panose="02040503050406030204" pitchFamily="18" charset="0"/>
                                </a:rPr>
                                <m:t>2</m:t>
                              </m:r>
                            </m:den>
                          </m:f>
                        </m:den>
                      </m:f>
                      <m:r>
                        <a:rPr lang="es-MX" b="0" i="1" smtClean="0">
                          <a:latin typeface="Cambria Math" panose="02040503050406030204" pitchFamily="18" charset="0"/>
                        </a:rPr>
                        <m:t>=</m:t>
                      </m:r>
                      <m:f>
                        <m:fPr>
                          <m:ctrlPr>
                            <a:rPr lang="es-MX" b="0" i="1" smtClean="0">
                              <a:latin typeface="Cambria Math" panose="02040503050406030204" pitchFamily="18" charset="0"/>
                            </a:rPr>
                          </m:ctrlPr>
                        </m:fPr>
                        <m:num>
                          <m:r>
                            <a:rPr lang="es-MX" b="0" i="1" smtClean="0">
                              <a:latin typeface="Cambria Math" panose="02040503050406030204" pitchFamily="18" charset="0"/>
                            </a:rPr>
                            <m:t>𝑄</m:t>
                          </m:r>
                          <m:r>
                            <a:rPr lang="es-MX" b="0" i="1" smtClean="0">
                              <a:latin typeface="Cambria Math" panose="02040503050406030204" pitchFamily="18" charset="0"/>
                            </a:rPr>
                            <m:t>(3/4)+</m:t>
                          </m:r>
                          <m:r>
                            <a:rPr lang="es-MX" b="0" i="1" smtClean="0">
                              <a:latin typeface="Cambria Math" panose="02040503050406030204" pitchFamily="18" charset="0"/>
                            </a:rPr>
                            <m:t>𝑄</m:t>
                          </m:r>
                          <m:r>
                            <a:rPr lang="es-MX" b="0" i="1" smtClean="0">
                              <a:latin typeface="Cambria Math" panose="02040503050406030204" pitchFamily="18" charset="0"/>
                            </a:rPr>
                            <m:t>(1/4)−2</m:t>
                          </m:r>
                          <m:r>
                            <a:rPr lang="es-MX" b="0" i="1" smtClean="0">
                              <a:latin typeface="Cambria Math" panose="02040503050406030204" pitchFamily="18" charset="0"/>
                            </a:rPr>
                            <m:t>𝑄</m:t>
                          </m:r>
                          <m:r>
                            <a:rPr lang="es-MX" b="0" i="1" smtClean="0">
                              <a:latin typeface="Cambria Math" panose="02040503050406030204" pitchFamily="18" charset="0"/>
                            </a:rPr>
                            <m:t>(1/2)</m:t>
                          </m:r>
                        </m:num>
                        <m:den>
                          <m:r>
                            <a:rPr lang="es-MX" b="0" i="1" smtClean="0">
                              <a:latin typeface="Cambria Math" panose="02040503050406030204" pitchFamily="18" charset="0"/>
                            </a:rPr>
                            <m:t>𝑄</m:t>
                          </m:r>
                          <m:r>
                            <a:rPr lang="es-MX" b="0" i="1" smtClean="0">
                              <a:latin typeface="Cambria Math" panose="02040503050406030204" pitchFamily="18" charset="0"/>
                            </a:rPr>
                            <m:t>(3/4)−</m:t>
                          </m:r>
                          <m:r>
                            <a:rPr lang="es-MX" b="0" i="1" smtClean="0">
                              <a:latin typeface="Cambria Math" panose="02040503050406030204" pitchFamily="18" charset="0"/>
                            </a:rPr>
                            <m:t>𝑄</m:t>
                          </m:r>
                          <m:r>
                            <a:rPr lang="es-MX" b="0" i="1" smtClean="0">
                              <a:latin typeface="Cambria Math" panose="02040503050406030204" pitchFamily="18" charset="0"/>
                            </a:rPr>
                            <m:t>(1/4)</m:t>
                          </m:r>
                        </m:den>
                      </m:f>
                    </m:oMath>
                  </m:oMathPara>
                </a14:m>
                <a:endParaRPr lang="es-PE" dirty="0"/>
              </a:p>
            </p:txBody>
          </p:sp>
        </mc:Choice>
        <mc:Fallback xmlns="">
          <p:sp>
            <p:nvSpPr>
              <p:cNvPr id="7" name="Subtítulo 7">
                <a:extLst>
                  <a:ext uri="{FF2B5EF4-FFF2-40B4-BE49-F238E27FC236}">
                    <a16:creationId xmlns:a16="http://schemas.microsoft.com/office/drawing/2014/main" id="{00B84CB5-2F6F-1D06-607F-63D2BE2CB2E6}"/>
                  </a:ext>
                </a:extLst>
              </p:cNvPr>
              <p:cNvSpPr txBox="1">
                <a:spLocks noRot="1" noChangeAspect="1" noMove="1" noResize="1" noEditPoints="1" noAdjustHandles="1" noChangeArrowheads="1" noChangeShapeType="1" noTextEdit="1"/>
              </p:cNvSpPr>
              <p:nvPr/>
            </p:nvSpPr>
            <p:spPr>
              <a:xfrm>
                <a:off x="833706" y="1272695"/>
                <a:ext cx="7253020" cy="1627667"/>
              </a:xfrm>
              <a:prstGeom prst="rect">
                <a:avLst/>
              </a:prstGeom>
              <a:blipFill>
                <a:blip r:embed="rId2"/>
                <a:stretch>
                  <a:fillRect l="-252" t="-749"/>
                </a:stretch>
              </a:blipFill>
            </p:spPr>
            <p:txBody>
              <a:bodyPr/>
              <a:lstStyle/>
              <a:p>
                <a:r>
                  <a:rPr lang="es-PE">
                    <a:noFill/>
                  </a:rPr>
                  <a:t> </a:t>
                </a:r>
              </a:p>
            </p:txBody>
          </p:sp>
        </mc:Fallback>
      </mc:AlternateContent>
      <p:pic>
        <p:nvPicPr>
          <p:cNvPr id="2" name="Picture 1">
            <a:extLst>
              <a:ext uri="{FF2B5EF4-FFF2-40B4-BE49-F238E27FC236}">
                <a16:creationId xmlns:a16="http://schemas.microsoft.com/office/drawing/2014/main" id="{F1BE6180-CA41-E31B-320F-CFE2BE5BFC86}"/>
              </a:ext>
            </a:extLst>
          </p:cNvPr>
          <p:cNvPicPr>
            <a:picLocks noChangeAspect="1"/>
          </p:cNvPicPr>
          <p:nvPr/>
        </p:nvPicPr>
        <p:blipFill>
          <a:blip r:embed="rId3"/>
          <a:stretch>
            <a:fillRect/>
          </a:stretch>
        </p:blipFill>
        <p:spPr>
          <a:xfrm>
            <a:off x="945490" y="2481439"/>
            <a:ext cx="7253020" cy="2328835"/>
          </a:xfrm>
          <a:prstGeom prst="rect">
            <a:avLst/>
          </a:prstGeom>
        </p:spPr>
      </p:pic>
    </p:spTree>
    <p:extLst>
      <p:ext uri="{BB962C8B-B14F-4D97-AF65-F5344CB8AC3E}">
        <p14:creationId xmlns:p14="http://schemas.microsoft.com/office/powerpoint/2010/main" val="6211296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F1D6B9-F1E2-AB71-10BE-6BF4A6494576}"/>
              </a:ext>
            </a:extLst>
          </p:cNvPr>
          <p:cNvSpPr>
            <a:spLocks noGrp="1"/>
          </p:cNvSpPr>
          <p:nvPr>
            <p:ph type="title"/>
          </p:nvPr>
        </p:nvSpPr>
        <p:spPr>
          <a:xfrm>
            <a:off x="720000" y="243476"/>
            <a:ext cx="7704000" cy="572700"/>
          </a:xfrm>
        </p:spPr>
        <p:txBody>
          <a:bodyPr/>
          <a:lstStyle/>
          <a:p>
            <a:r>
              <a:rPr lang="es-PE" dirty="0">
                <a:solidFill>
                  <a:schemeClr val="accent2"/>
                </a:solidFill>
              </a:rPr>
              <a:t>Curtosis</a:t>
            </a:r>
          </a:p>
        </p:txBody>
      </p:sp>
      <p:sp>
        <p:nvSpPr>
          <p:cNvPr id="3" name="Marcador de texto 2">
            <a:extLst>
              <a:ext uri="{FF2B5EF4-FFF2-40B4-BE49-F238E27FC236}">
                <a16:creationId xmlns:a16="http://schemas.microsoft.com/office/drawing/2014/main" id="{A00E358B-2534-E081-433C-25B0794F4BAB}"/>
              </a:ext>
            </a:extLst>
          </p:cNvPr>
          <p:cNvSpPr>
            <a:spLocks noGrp="1"/>
          </p:cNvSpPr>
          <p:nvPr>
            <p:ph type="body" idx="1"/>
          </p:nvPr>
        </p:nvSpPr>
        <p:spPr>
          <a:xfrm>
            <a:off x="720000" y="940250"/>
            <a:ext cx="7704000" cy="2254506"/>
          </a:xfrm>
        </p:spPr>
        <p:txBody>
          <a:bodyPr/>
          <a:lstStyle/>
          <a:p>
            <a:pPr algn="l"/>
            <a:r>
              <a:rPr lang="es-MX" dirty="0"/>
              <a:t>Es la propiedad de una distribución de frecuencias por la cual se compara la dispersión de los datos observados al valor central con la dispersión de los datos cercanos a ambos extremos de la distribución. La curtosis se mide en comparación a la curva simétrica normal o mesocúrtica.</a:t>
            </a:r>
            <a:br>
              <a:rPr lang="es-MX" dirty="0"/>
            </a:br>
            <a:br>
              <a:rPr lang="es-MX" dirty="0"/>
            </a:br>
            <a:br>
              <a:rPr lang="es-MX" dirty="0"/>
            </a:br>
            <a:br>
              <a:rPr lang="es-MX" dirty="0"/>
            </a:br>
            <a:br>
              <a:rPr lang="es-MX" dirty="0"/>
            </a:br>
            <a:endParaRPr lang="es-MX" dirty="0"/>
          </a:p>
          <a:p>
            <a:pPr algn="l"/>
            <a:r>
              <a:rPr lang="es-MX" dirty="0"/>
              <a:t>Se entiende por curtosis, la </a:t>
            </a:r>
            <a:r>
              <a:rPr lang="es-MX" dirty="0">
                <a:highlight>
                  <a:srgbClr val="00FFFF"/>
                </a:highlight>
              </a:rPr>
              <a:t>medida de deformación vertical de una distribución de frecuencias</a:t>
            </a:r>
            <a:r>
              <a:rPr lang="es-MX" dirty="0"/>
              <a:t>, es decir, la medida de apuntamiento o achatamiento de una distribución.</a:t>
            </a:r>
            <a:br>
              <a:rPr lang="es-MX" dirty="0"/>
            </a:br>
            <a:endParaRPr lang="es-MX" dirty="0"/>
          </a:p>
          <a:p>
            <a:pPr algn="just"/>
            <a:r>
              <a:rPr lang="es-MX" dirty="0"/>
              <a:t>En la teoría de la probabilidad y estadística, la curtosis es la distribución de probabilidad de una variable aleatoria.</a:t>
            </a:r>
          </a:p>
        </p:txBody>
      </p:sp>
      <p:sp>
        <p:nvSpPr>
          <p:cNvPr id="4" name="Marcador de texto 2">
            <a:extLst>
              <a:ext uri="{FF2B5EF4-FFF2-40B4-BE49-F238E27FC236}">
                <a16:creationId xmlns:a16="http://schemas.microsoft.com/office/drawing/2014/main" id="{9F505438-4A9F-8731-74ED-9F7B04AA0EF7}"/>
              </a:ext>
            </a:extLst>
          </p:cNvPr>
          <p:cNvSpPr txBox="1">
            <a:spLocks/>
          </p:cNvSpPr>
          <p:nvPr/>
        </p:nvSpPr>
        <p:spPr>
          <a:xfrm>
            <a:off x="677333" y="1927065"/>
            <a:ext cx="7704000" cy="8082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1pPr>
            <a:lvl2pPr marL="914400" marR="0" lvl="1"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2pPr>
            <a:lvl3pPr marL="1371600" marR="0" lvl="2"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3pPr>
            <a:lvl4pPr marL="1828800" marR="0" lvl="3"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4pPr>
            <a:lvl5pPr marL="2286000" marR="0" lvl="4"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5pPr>
            <a:lvl6pPr marL="2743200" marR="0" lvl="5"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6pPr>
            <a:lvl7pPr marL="3200400" marR="0" lvl="6"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7pPr>
            <a:lvl8pPr marL="3657600" marR="0" lvl="7"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8pPr>
            <a:lvl9pPr marL="4114800" marR="0" lvl="8"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9pPr>
          </a:lstStyle>
          <a:p>
            <a:pPr algn="just"/>
            <a:r>
              <a:rPr lang="es-MX" dirty="0"/>
              <a:t>Hay diferentes formas de cuantificar la curtosis para una distribución teórica, y hay formas diferentes medidas  correspondientes de estimarla utilizando una muestra de una población. de curtosis pueden tener diferentes interpretaciones.</a:t>
            </a:r>
          </a:p>
        </p:txBody>
      </p:sp>
    </p:spTree>
    <p:extLst>
      <p:ext uri="{BB962C8B-B14F-4D97-AF65-F5344CB8AC3E}">
        <p14:creationId xmlns:p14="http://schemas.microsoft.com/office/powerpoint/2010/main" val="65477532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2783715-19EB-7D32-2563-89CE4B3D5983}"/>
              </a:ext>
            </a:extLst>
          </p:cNvPr>
          <p:cNvSpPr>
            <a:spLocks noGrp="1"/>
          </p:cNvSpPr>
          <p:nvPr>
            <p:ph type="subTitle" idx="1"/>
          </p:nvPr>
        </p:nvSpPr>
        <p:spPr/>
        <p:txBody>
          <a:bodyPr/>
          <a:lstStyle/>
          <a:p>
            <a:endParaRPr lang="es-PE"/>
          </a:p>
        </p:txBody>
      </p:sp>
      <p:pic>
        <p:nvPicPr>
          <p:cNvPr id="4" name="Picture 2">
            <a:extLst>
              <a:ext uri="{FF2B5EF4-FFF2-40B4-BE49-F238E27FC236}">
                <a16:creationId xmlns:a16="http://schemas.microsoft.com/office/drawing/2014/main" id="{E5D8CC85-1F83-354E-78ED-DEF452E95A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5490" y="1469913"/>
            <a:ext cx="5157449" cy="2574689"/>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9B8BE4EE-B2A2-9041-55FF-5F89C49B8F77}"/>
              </a:ext>
            </a:extLst>
          </p:cNvPr>
          <p:cNvSpPr txBox="1"/>
          <p:nvPr/>
        </p:nvSpPr>
        <p:spPr>
          <a:xfrm>
            <a:off x="5860341" y="2495647"/>
            <a:ext cx="2278857" cy="523220"/>
          </a:xfrm>
          <a:prstGeom prst="rect">
            <a:avLst/>
          </a:prstGeom>
          <a:noFill/>
        </p:spPr>
        <p:txBody>
          <a:bodyPr wrap="square" rtlCol="0">
            <a:spAutoFit/>
          </a:bodyPr>
          <a:lstStyle/>
          <a:p>
            <a:pPr algn="just"/>
            <a:r>
              <a:rPr lang="es-MX" i="1" dirty="0"/>
              <a:t>Se muestra los tres tipos de curtosis que existe</a:t>
            </a:r>
            <a:endParaRPr lang="es-PE" i="1" dirty="0"/>
          </a:p>
        </p:txBody>
      </p:sp>
    </p:spTree>
    <p:extLst>
      <p:ext uri="{BB962C8B-B14F-4D97-AF65-F5344CB8AC3E}">
        <p14:creationId xmlns:p14="http://schemas.microsoft.com/office/powerpoint/2010/main" val="116524107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2">
            <a:extLst>
              <a:ext uri="{FF2B5EF4-FFF2-40B4-BE49-F238E27FC236}">
                <a16:creationId xmlns:a16="http://schemas.microsoft.com/office/drawing/2014/main" id="{7A36A75F-4A66-1BA1-9A66-11CD710D3F38}"/>
              </a:ext>
            </a:extLst>
          </p:cNvPr>
          <p:cNvSpPr txBox="1">
            <a:spLocks/>
          </p:cNvSpPr>
          <p:nvPr/>
        </p:nvSpPr>
        <p:spPr>
          <a:xfrm>
            <a:off x="669994" y="1171080"/>
            <a:ext cx="4851667" cy="50166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1pPr>
            <a:lvl2pPr marL="914400" marR="0" lvl="1"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2pPr>
            <a:lvl3pPr marL="1371600" marR="0" lvl="2"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3pPr>
            <a:lvl4pPr marL="1828800" marR="0" lvl="3"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4pPr>
            <a:lvl5pPr marL="2286000" marR="0" lvl="4"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5pPr>
            <a:lvl6pPr marL="2743200" marR="0" lvl="5"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6pPr>
            <a:lvl7pPr marL="3200400" marR="0" lvl="6"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7pPr>
            <a:lvl8pPr marL="3657600" marR="0" lvl="7"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8pPr>
            <a:lvl9pPr marL="4114800" marR="0" lvl="8"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9pPr>
          </a:lstStyle>
          <a:p>
            <a:pPr marL="139700" indent="0" algn="l">
              <a:buFont typeface="Inter"/>
              <a:buNone/>
            </a:pPr>
            <a:r>
              <a:rPr lang="es-PE" dirty="0">
                <a:latin typeface="Fredoka One" panose="02000000000000000000" pitchFamily="2" charset="0"/>
              </a:rPr>
              <a:t>Momento de Pearson</a:t>
            </a:r>
          </a:p>
        </p:txBody>
      </p:sp>
      <mc:AlternateContent xmlns:mc="http://schemas.openxmlformats.org/markup-compatibility/2006" xmlns:a14="http://schemas.microsoft.com/office/drawing/2010/main">
        <mc:Choice Requires="a14">
          <p:sp>
            <p:nvSpPr>
              <p:cNvPr id="7" name="Subtítulo 7">
                <a:extLst>
                  <a:ext uri="{FF2B5EF4-FFF2-40B4-BE49-F238E27FC236}">
                    <a16:creationId xmlns:a16="http://schemas.microsoft.com/office/drawing/2014/main" id="{00B84CB5-2F6F-1D06-607F-63D2BE2CB2E6}"/>
                  </a:ext>
                </a:extLst>
              </p:cNvPr>
              <p:cNvSpPr txBox="1">
                <a:spLocks/>
              </p:cNvSpPr>
              <p:nvPr/>
            </p:nvSpPr>
            <p:spPr>
              <a:xfrm>
                <a:off x="790843" y="1672745"/>
                <a:ext cx="7253020" cy="308932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s-MX" dirty="0"/>
                  <a:t>La curtosis es el cuarto momento estandarizado, definido como:</a:t>
                </a:r>
              </a:p>
              <a:p>
                <a:pPr algn="just"/>
                <a:endParaRPr lang="es-PE" dirty="0"/>
              </a:p>
              <a:p>
                <a:pPr algn="just"/>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rPr>
                        <m:t>𝐾𝑢</m:t>
                      </m:r>
                      <m:r>
                        <a:rPr lang="es-PE" b="0" i="1" smtClean="0">
                          <a:latin typeface="Cambria Math" panose="02040503050406030204" pitchFamily="18" charset="0"/>
                        </a:rPr>
                        <m:t>𝑟𝑡</m:t>
                      </m:r>
                      <m:d>
                        <m:dPr>
                          <m:begChr m:val="["/>
                          <m:endChr m:val="]"/>
                          <m:ctrlPr>
                            <a:rPr lang="es-PE" b="0" i="1" smtClean="0">
                              <a:latin typeface="Cambria Math" panose="02040503050406030204" pitchFamily="18" charset="0"/>
                            </a:rPr>
                          </m:ctrlPr>
                        </m:dPr>
                        <m:e>
                          <m:r>
                            <a:rPr lang="es-PE" b="0" i="1" smtClean="0">
                              <a:latin typeface="Cambria Math" panose="02040503050406030204" pitchFamily="18" charset="0"/>
                            </a:rPr>
                            <m:t>𝑋</m:t>
                          </m:r>
                        </m:e>
                      </m:d>
                      <m:r>
                        <a:rPr lang="es-MX" b="0" i="1" smtClean="0">
                          <a:latin typeface="Cambria Math" panose="02040503050406030204" pitchFamily="18" charset="0"/>
                        </a:rPr>
                        <m:t>=</m:t>
                      </m:r>
                      <m:r>
                        <a:rPr lang="es-MX" b="0" i="1" smtClean="0">
                          <a:latin typeface="Cambria Math" panose="02040503050406030204" pitchFamily="18" charset="0"/>
                        </a:rPr>
                        <m:t>𝐸</m:t>
                      </m:r>
                      <m:d>
                        <m:dPr>
                          <m:begChr m:val="["/>
                          <m:endChr m:val="]"/>
                          <m:ctrlPr>
                            <a:rPr lang="es-MX" b="0" i="1" smtClean="0">
                              <a:latin typeface="Cambria Math" panose="02040503050406030204" pitchFamily="18" charset="0"/>
                            </a:rPr>
                          </m:ctrlPr>
                        </m:dPr>
                        <m:e>
                          <m:sSup>
                            <m:sSupPr>
                              <m:ctrlPr>
                                <a:rPr lang="es-MX" b="0" i="1" smtClean="0">
                                  <a:latin typeface="Cambria Math" panose="02040503050406030204" pitchFamily="18" charset="0"/>
                                </a:rPr>
                              </m:ctrlPr>
                            </m:sSupPr>
                            <m:e>
                              <m:d>
                                <m:dPr>
                                  <m:ctrlPr>
                                    <a:rPr lang="es-MX" b="0" i="1" smtClean="0">
                                      <a:latin typeface="Cambria Math" panose="02040503050406030204" pitchFamily="18" charset="0"/>
                                    </a:rPr>
                                  </m:ctrlPr>
                                </m:dPr>
                                <m:e>
                                  <m:f>
                                    <m:fPr>
                                      <m:ctrlPr>
                                        <a:rPr lang="es-MX" b="0" i="1" smtClean="0">
                                          <a:latin typeface="Cambria Math" panose="02040503050406030204" pitchFamily="18" charset="0"/>
                                        </a:rPr>
                                      </m:ctrlPr>
                                    </m:fPr>
                                    <m:num>
                                      <m:r>
                                        <a:rPr lang="es-MX" b="0" i="1" smtClean="0">
                                          <a:latin typeface="Cambria Math" panose="02040503050406030204" pitchFamily="18" charset="0"/>
                                        </a:rPr>
                                        <m:t>𝑋</m:t>
                                      </m:r>
                                      <m:r>
                                        <a:rPr lang="es-MX" b="0" i="1" smtClean="0">
                                          <a:latin typeface="Cambria Math" panose="02040503050406030204" pitchFamily="18" charset="0"/>
                                        </a:rPr>
                                        <m:t>−</m:t>
                                      </m:r>
                                      <m:r>
                                        <a:rPr lang="es-MX" b="0" i="1" smtClean="0">
                                          <a:latin typeface="Cambria Math" panose="02040503050406030204" pitchFamily="18" charset="0"/>
                                        </a:rPr>
                                        <m:t>𝜇</m:t>
                                      </m:r>
                                    </m:num>
                                    <m:den>
                                      <m:r>
                                        <a:rPr lang="es-MX" b="0" i="1" smtClean="0">
                                          <a:latin typeface="Cambria Math" panose="02040503050406030204" pitchFamily="18" charset="0"/>
                                        </a:rPr>
                                        <m:t>𝜎</m:t>
                                      </m:r>
                                    </m:den>
                                  </m:f>
                                </m:e>
                              </m:d>
                            </m:e>
                            <m:sup>
                              <m:r>
                                <a:rPr lang="es-PE" b="0" i="1" smtClean="0">
                                  <a:latin typeface="Cambria Math" panose="02040503050406030204" pitchFamily="18" charset="0"/>
                                </a:rPr>
                                <m:t>4</m:t>
                              </m:r>
                            </m:sup>
                          </m:sSup>
                        </m:e>
                      </m:d>
                      <m:r>
                        <a:rPr lang="es-MX" b="0" i="1" smtClean="0">
                          <a:latin typeface="Cambria Math" panose="02040503050406030204" pitchFamily="18" charset="0"/>
                        </a:rPr>
                        <m:t>=</m:t>
                      </m:r>
                      <m:f>
                        <m:fPr>
                          <m:ctrlPr>
                            <a:rPr lang="es-MX" b="0" i="1" smtClean="0">
                              <a:latin typeface="Cambria Math" panose="02040503050406030204" pitchFamily="18" charset="0"/>
                            </a:rPr>
                          </m:ctrlPr>
                        </m:fPr>
                        <m:num>
                          <m:r>
                            <a:rPr lang="es-PE" b="0" i="1" smtClean="0">
                              <a:latin typeface="Cambria Math" panose="02040503050406030204" pitchFamily="18" charset="0"/>
                            </a:rPr>
                            <m:t>𝐸</m:t>
                          </m:r>
                          <m:d>
                            <m:dPr>
                              <m:begChr m:val="["/>
                              <m:endChr m:val="]"/>
                              <m:ctrlPr>
                                <a:rPr lang="es-PE" b="0" i="1" smtClean="0">
                                  <a:latin typeface="Cambria Math" panose="02040503050406030204" pitchFamily="18" charset="0"/>
                                </a:rPr>
                              </m:ctrlPr>
                            </m:dPr>
                            <m:e>
                              <m:sSup>
                                <m:sSupPr>
                                  <m:ctrlPr>
                                    <a:rPr lang="es-PE" b="0" i="1" smtClean="0">
                                      <a:latin typeface="Cambria Math" panose="02040503050406030204" pitchFamily="18" charset="0"/>
                                    </a:rPr>
                                  </m:ctrlPr>
                                </m:sSupPr>
                                <m:e>
                                  <m:d>
                                    <m:dPr>
                                      <m:ctrlPr>
                                        <a:rPr lang="es-PE" b="0" i="1" smtClean="0">
                                          <a:latin typeface="Cambria Math" panose="02040503050406030204" pitchFamily="18" charset="0"/>
                                        </a:rPr>
                                      </m:ctrlPr>
                                    </m:dPr>
                                    <m:e>
                                      <m:r>
                                        <a:rPr lang="es-PE" b="0" i="1" smtClean="0">
                                          <a:latin typeface="Cambria Math" panose="02040503050406030204" pitchFamily="18" charset="0"/>
                                        </a:rPr>
                                        <m:t>𝑋</m:t>
                                      </m:r>
                                      <m:r>
                                        <a:rPr lang="es-PE" b="0" i="1" smtClean="0">
                                          <a:latin typeface="Cambria Math" panose="02040503050406030204" pitchFamily="18" charset="0"/>
                                        </a:rPr>
                                        <m:t>−</m:t>
                                      </m:r>
                                      <m:r>
                                        <a:rPr lang="es-PE" b="0" i="1" smtClean="0">
                                          <a:latin typeface="Cambria Math" panose="02040503050406030204" pitchFamily="18" charset="0"/>
                                        </a:rPr>
                                        <m:t>𝜇</m:t>
                                      </m:r>
                                    </m:e>
                                  </m:d>
                                </m:e>
                                <m:sup>
                                  <m:r>
                                    <a:rPr lang="es-PE" b="0" i="1" smtClean="0">
                                      <a:latin typeface="Cambria Math" panose="02040503050406030204" pitchFamily="18" charset="0"/>
                                    </a:rPr>
                                    <m:t>4</m:t>
                                  </m:r>
                                </m:sup>
                              </m:sSup>
                            </m:e>
                          </m:d>
                        </m:num>
                        <m:den>
                          <m:sSup>
                            <m:sSupPr>
                              <m:ctrlPr>
                                <a:rPr lang="es-PE" b="0" i="1" smtClean="0">
                                  <a:latin typeface="Cambria Math" panose="02040503050406030204" pitchFamily="18" charset="0"/>
                                </a:rPr>
                              </m:ctrlPr>
                            </m:sSupPr>
                            <m:e>
                              <m:d>
                                <m:dPr>
                                  <m:ctrlPr>
                                    <a:rPr lang="es-PE" b="0" i="1" smtClean="0">
                                      <a:latin typeface="Cambria Math" panose="02040503050406030204" pitchFamily="18" charset="0"/>
                                    </a:rPr>
                                  </m:ctrlPr>
                                </m:dPr>
                                <m:e>
                                  <m:r>
                                    <a:rPr lang="es-PE" b="0" i="1" smtClean="0">
                                      <a:latin typeface="Cambria Math" panose="02040503050406030204" pitchFamily="18" charset="0"/>
                                    </a:rPr>
                                    <m:t>𝐸</m:t>
                                  </m:r>
                                  <m:d>
                                    <m:dPr>
                                      <m:begChr m:val="["/>
                                      <m:endChr m:val="]"/>
                                      <m:ctrlPr>
                                        <a:rPr lang="es-PE" b="0" i="1" smtClean="0">
                                          <a:latin typeface="Cambria Math" panose="02040503050406030204" pitchFamily="18" charset="0"/>
                                        </a:rPr>
                                      </m:ctrlPr>
                                    </m:dPr>
                                    <m:e>
                                      <m:sSup>
                                        <m:sSupPr>
                                          <m:ctrlPr>
                                            <a:rPr lang="es-PE" b="0" i="1" smtClean="0">
                                              <a:latin typeface="Cambria Math" panose="02040503050406030204" pitchFamily="18" charset="0"/>
                                            </a:rPr>
                                          </m:ctrlPr>
                                        </m:sSupPr>
                                        <m:e>
                                          <m:d>
                                            <m:dPr>
                                              <m:ctrlPr>
                                                <a:rPr lang="es-PE" b="0" i="1" smtClean="0">
                                                  <a:latin typeface="Cambria Math" panose="02040503050406030204" pitchFamily="18" charset="0"/>
                                                </a:rPr>
                                              </m:ctrlPr>
                                            </m:dPr>
                                            <m:e>
                                              <m:r>
                                                <a:rPr lang="es-PE" b="0" i="1" smtClean="0">
                                                  <a:latin typeface="Cambria Math" panose="02040503050406030204" pitchFamily="18" charset="0"/>
                                                </a:rPr>
                                                <m:t>𝑋</m:t>
                                              </m:r>
                                              <m:r>
                                                <a:rPr lang="es-PE" b="0" i="1" smtClean="0">
                                                  <a:latin typeface="Cambria Math" panose="02040503050406030204" pitchFamily="18" charset="0"/>
                                                </a:rPr>
                                                <m:t>−</m:t>
                                              </m:r>
                                              <m:r>
                                                <a:rPr lang="es-PE" b="0" i="1" smtClean="0">
                                                  <a:latin typeface="Cambria Math" panose="02040503050406030204" pitchFamily="18" charset="0"/>
                                                </a:rPr>
                                                <m:t>𝜇</m:t>
                                              </m:r>
                                            </m:e>
                                          </m:d>
                                        </m:e>
                                        <m:sup>
                                          <m:r>
                                            <a:rPr lang="es-PE" b="0" i="1" smtClean="0">
                                              <a:latin typeface="Cambria Math" panose="02040503050406030204" pitchFamily="18" charset="0"/>
                                            </a:rPr>
                                            <m:t>2</m:t>
                                          </m:r>
                                        </m:sup>
                                      </m:sSup>
                                    </m:e>
                                  </m:d>
                                </m:e>
                              </m:d>
                            </m:e>
                            <m:sup>
                              <m:r>
                                <a:rPr lang="es-PE" b="0" i="1" smtClean="0">
                                  <a:latin typeface="Cambria Math" panose="02040503050406030204" pitchFamily="18" charset="0"/>
                                </a:rPr>
                                <m:t>2</m:t>
                              </m:r>
                            </m:sup>
                          </m:sSup>
                        </m:den>
                      </m:f>
                      <m:r>
                        <a:rPr lang="es-PE" b="0" i="1" smtClean="0">
                          <a:latin typeface="Cambria Math" panose="02040503050406030204" pitchFamily="18" charset="0"/>
                        </a:rPr>
                        <m:t>=</m:t>
                      </m:r>
                      <m:f>
                        <m:fPr>
                          <m:ctrlPr>
                            <a:rPr lang="es-PE" b="0" i="1" smtClean="0">
                              <a:latin typeface="Cambria Math" panose="02040503050406030204" pitchFamily="18" charset="0"/>
                            </a:rPr>
                          </m:ctrlPr>
                        </m:fPr>
                        <m:num>
                          <m:sSub>
                            <m:sSubPr>
                              <m:ctrlPr>
                                <a:rPr lang="es-PE" b="0" i="1" smtClean="0">
                                  <a:latin typeface="Cambria Math" panose="02040503050406030204" pitchFamily="18" charset="0"/>
                                </a:rPr>
                              </m:ctrlPr>
                            </m:sSubPr>
                            <m:e>
                              <m:r>
                                <a:rPr lang="es-PE" b="0" i="1" smtClean="0">
                                  <a:latin typeface="Cambria Math" panose="02040503050406030204" pitchFamily="18" charset="0"/>
                                </a:rPr>
                                <m:t>𝜇</m:t>
                              </m:r>
                            </m:e>
                            <m:sub>
                              <m:r>
                                <a:rPr lang="es-PE" b="0" i="1" smtClean="0">
                                  <a:latin typeface="Cambria Math" panose="02040503050406030204" pitchFamily="18" charset="0"/>
                                </a:rPr>
                                <m:t>4</m:t>
                              </m:r>
                            </m:sub>
                          </m:sSub>
                        </m:num>
                        <m:den>
                          <m:sSup>
                            <m:sSupPr>
                              <m:ctrlPr>
                                <a:rPr lang="es-PE" b="0" i="1" smtClean="0">
                                  <a:latin typeface="Cambria Math" panose="02040503050406030204" pitchFamily="18" charset="0"/>
                                </a:rPr>
                              </m:ctrlPr>
                            </m:sSupPr>
                            <m:e>
                              <m:r>
                                <a:rPr lang="es-PE" b="0" i="1" smtClean="0">
                                  <a:latin typeface="Cambria Math" panose="02040503050406030204" pitchFamily="18" charset="0"/>
                                </a:rPr>
                                <m:t>𝜎</m:t>
                              </m:r>
                            </m:e>
                            <m:sup>
                              <m:r>
                                <a:rPr lang="es-PE" b="0" i="1" smtClean="0">
                                  <a:latin typeface="Cambria Math" panose="02040503050406030204" pitchFamily="18" charset="0"/>
                                </a:rPr>
                                <m:t>4</m:t>
                              </m:r>
                            </m:sup>
                          </m:sSup>
                        </m:den>
                      </m:f>
                    </m:oMath>
                  </m:oMathPara>
                </a14:m>
                <a:endParaRPr lang="es-MX" b="0" dirty="0"/>
              </a:p>
              <a:p>
                <a:pPr algn="just"/>
                <a:endParaRPr lang="es-PE" dirty="0"/>
              </a:p>
              <a:p>
                <a:pPr algn="just"/>
                <a:r>
                  <a:rPr lang="es-PE" dirty="0"/>
                  <a:t>Donde </a:t>
                </a:r>
                <a14:m>
                  <m:oMath xmlns:m="http://schemas.openxmlformats.org/officeDocument/2006/math">
                    <m:r>
                      <a:rPr lang="es-MX" b="0" i="1" smtClean="0">
                        <a:latin typeface="Cambria Math" panose="02040503050406030204" pitchFamily="18" charset="0"/>
                      </a:rPr>
                      <m:t>𝜇</m:t>
                    </m:r>
                  </m:oMath>
                </a14:m>
                <a:r>
                  <a:rPr lang="es-PE" dirty="0"/>
                  <a:t> es la media, </a:t>
                </a:r>
                <a14:m>
                  <m:oMath xmlns:m="http://schemas.openxmlformats.org/officeDocument/2006/math">
                    <m:r>
                      <a:rPr lang="es-MX" b="0" i="1" smtClean="0">
                        <a:latin typeface="Cambria Math" panose="02040503050406030204" pitchFamily="18" charset="0"/>
                      </a:rPr>
                      <m:t>𝜎</m:t>
                    </m:r>
                  </m:oMath>
                </a14:m>
                <a:r>
                  <a:rPr lang="es-PE" dirty="0"/>
                  <a:t> es la desviación estándar y </a:t>
                </a:r>
                <a14:m>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𝜇</m:t>
                        </m:r>
                      </m:e>
                      <m:sub>
                        <m:r>
                          <a:rPr lang="es-PE" b="0" i="1" smtClean="0">
                            <a:latin typeface="Cambria Math" panose="02040503050406030204" pitchFamily="18" charset="0"/>
                          </a:rPr>
                          <m:t>4</m:t>
                        </m:r>
                      </m:sub>
                    </m:sSub>
                  </m:oMath>
                </a14:m>
                <a:r>
                  <a:rPr lang="es-PE" dirty="0"/>
                  <a:t> es el cuarto momento central.</a:t>
                </a:r>
              </a:p>
              <a:p>
                <a:pPr algn="just"/>
                <a:endParaRPr lang="es-PE" dirty="0"/>
              </a:p>
              <a:p>
                <a:pPr algn="just"/>
                <a:r>
                  <a:rPr lang="es-PE" dirty="0"/>
                  <a:t>Según lo obtenido, la curtosis es el promedio de los datos estandarizados elevados a la cuarta potencia. Los valores que son menores a 1, no contribuyen prácticamente nada a la curtosis, ya que elevar un número que es menor que 1 a la cuarta potencia lo acerca más a cero. </a:t>
                </a:r>
                <a:r>
                  <a:rPr lang="es-MX" b="0" i="0" dirty="0">
                    <a:solidFill>
                      <a:srgbClr val="202122"/>
                    </a:solidFill>
                    <a:effectLst/>
                    <a:latin typeface="Arial" panose="020B0604020202020204" pitchFamily="34" charset="0"/>
                  </a:rPr>
                  <a:t>Por lo tanto, la curtosis mide solo valores atípicos, no mide nada sobre el "pico".</a:t>
                </a:r>
                <a:endParaRPr lang="es-PE" dirty="0"/>
              </a:p>
              <a:p>
                <a:pPr algn="just"/>
                <a:endParaRPr lang="es-PE" dirty="0"/>
              </a:p>
            </p:txBody>
          </p:sp>
        </mc:Choice>
        <mc:Fallback xmlns="">
          <p:sp>
            <p:nvSpPr>
              <p:cNvPr id="7" name="Subtítulo 7">
                <a:extLst>
                  <a:ext uri="{FF2B5EF4-FFF2-40B4-BE49-F238E27FC236}">
                    <a16:creationId xmlns:a16="http://schemas.microsoft.com/office/drawing/2014/main" id="{00B84CB5-2F6F-1D06-607F-63D2BE2CB2E6}"/>
                  </a:ext>
                </a:extLst>
              </p:cNvPr>
              <p:cNvSpPr txBox="1">
                <a:spLocks noRot="1" noChangeAspect="1" noMove="1" noResize="1" noEditPoints="1" noAdjustHandles="1" noChangeArrowheads="1" noChangeShapeType="1" noTextEdit="1"/>
              </p:cNvSpPr>
              <p:nvPr/>
            </p:nvSpPr>
            <p:spPr>
              <a:xfrm>
                <a:off x="790843" y="1672745"/>
                <a:ext cx="7253020" cy="3089329"/>
              </a:xfrm>
              <a:prstGeom prst="rect">
                <a:avLst/>
              </a:prstGeom>
              <a:blipFill>
                <a:blip r:embed="rId2"/>
                <a:stretch>
                  <a:fillRect l="-252" t="-197" r="-252"/>
                </a:stretch>
              </a:blipFill>
            </p:spPr>
            <p:txBody>
              <a:bodyPr/>
              <a:lstStyle/>
              <a:p>
                <a:r>
                  <a:rPr lang="es-PE">
                    <a:noFill/>
                  </a:rPr>
                  <a:t> </a:t>
                </a:r>
              </a:p>
            </p:txBody>
          </p:sp>
        </mc:Fallback>
      </mc:AlternateContent>
      <p:sp>
        <p:nvSpPr>
          <p:cNvPr id="2" name="Título 1">
            <a:extLst>
              <a:ext uri="{FF2B5EF4-FFF2-40B4-BE49-F238E27FC236}">
                <a16:creationId xmlns:a16="http://schemas.microsoft.com/office/drawing/2014/main" id="{F257742D-35D9-FE9A-47C9-A647670512A7}"/>
              </a:ext>
            </a:extLst>
          </p:cNvPr>
          <p:cNvSpPr>
            <a:spLocks noGrp="1"/>
          </p:cNvSpPr>
          <p:nvPr>
            <p:ph type="title"/>
          </p:nvPr>
        </p:nvSpPr>
        <p:spPr>
          <a:xfrm>
            <a:off x="720000" y="381425"/>
            <a:ext cx="7704000" cy="572700"/>
          </a:xfrm>
        </p:spPr>
        <p:txBody>
          <a:bodyPr/>
          <a:lstStyle/>
          <a:p>
            <a:r>
              <a:rPr lang="es-PE" dirty="0">
                <a:solidFill>
                  <a:schemeClr val="accent2"/>
                </a:solidFill>
              </a:rPr>
              <a:t>Cálculos de la Curtosis </a:t>
            </a:r>
          </a:p>
        </p:txBody>
      </p:sp>
    </p:spTree>
    <p:extLst>
      <p:ext uri="{BB962C8B-B14F-4D97-AF65-F5344CB8AC3E}">
        <p14:creationId xmlns:p14="http://schemas.microsoft.com/office/powerpoint/2010/main" val="352976120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DE690-A20A-F6B7-AEB7-DF0B47BC7D2B}"/>
              </a:ext>
            </a:extLst>
          </p:cNvPr>
          <p:cNvSpPr>
            <a:spLocks noGrp="1"/>
          </p:cNvSpPr>
          <p:nvPr>
            <p:ph type="title"/>
          </p:nvPr>
        </p:nvSpPr>
        <p:spPr>
          <a:xfrm>
            <a:off x="3080622" y="254975"/>
            <a:ext cx="2982756" cy="380100"/>
          </a:xfrm>
        </p:spPr>
        <p:txBody>
          <a:bodyPr/>
          <a:lstStyle/>
          <a:p>
            <a:r>
              <a:rPr lang="es-PE" sz="1800" dirty="0"/>
              <a:t>Interpretación</a:t>
            </a:r>
          </a:p>
        </p:txBody>
      </p:sp>
      <p:sp>
        <p:nvSpPr>
          <p:cNvPr id="3" name="Text Placeholder 2">
            <a:extLst>
              <a:ext uri="{FF2B5EF4-FFF2-40B4-BE49-F238E27FC236}">
                <a16:creationId xmlns:a16="http://schemas.microsoft.com/office/drawing/2014/main" id="{3A6CC8F2-303F-AA98-8338-2E3786454101}"/>
              </a:ext>
            </a:extLst>
          </p:cNvPr>
          <p:cNvSpPr>
            <a:spLocks noGrp="1"/>
          </p:cNvSpPr>
          <p:nvPr>
            <p:ph type="body" idx="1"/>
          </p:nvPr>
        </p:nvSpPr>
        <p:spPr/>
        <p:txBody>
          <a:bodyPr/>
          <a:lstStyle/>
          <a:p>
            <a:endParaRPr lang="es-PE"/>
          </a:p>
        </p:txBody>
      </p:sp>
      <p:pic>
        <p:nvPicPr>
          <p:cNvPr id="5" name="Picture 4">
            <a:extLst>
              <a:ext uri="{FF2B5EF4-FFF2-40B4-BE49-F238E27FC236}">
                <a16:creationId xmlns:a16="http://schemas.microsoft.com/office/drawing/2014/main" id="{09D8DED5-2626-85E4-B397-D4459DD56284}"/>
              </a:ext>
            </a:extLst>
          </p:cNvPr>
          <p:cNvPicPr>
            <a:picLocks noChangeAspect="1"/>
          </p:cNvPicPr>
          <p:nvPr/>
        </p:nvPicPr>
        <p:blipFill>
          <a:blip r:embed="rId2"/>
          <a:stretch>
            <a:fillRect/>
          </a:stretch>
        </p:blipFill>
        <p:spPr>
          <a:xfrm>
            <a:off x="1133999" y="635075"/>
            <a:ext cx="6876001" cy="4117547"/>
          </a:xfrm>
          <a:prstGeom prst="rect">
            <a:avLst/>
          </a:prstGeom>
        </p:spPr>
      </p:pic>
    </p:spTree>
    <p:extLst>
      <p:ext uri="{BB962C8B-B14F-4D97-AF65-F5344CB8AC3E}">
        <p14:creationId xmlns:p14="http://schemas.microsoft.com/office/powerpoint/2010/main" val="366410181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2">
            <a:extLst>
              <a:ext uri="{FF2B5EF4-FFF2-40B4-BE49-F238E27FC236}">
                <a16:creationId xmlns:a16="http://schemas.microsoft.com/office/drawing/2014/main" id="{7A36A75F-4A66-1BA1-9A66-11CD710D3F38}"/>
              </a:ext>
            </a:extLst>
          </p:cNvPr>
          <p:cNvSpPr txBox="1">
            <a:spLocks/>
          </p:cNvSpPr>
          <p:nvPr/>
        </p:nvSpPr>
        <p:spPr>
          <a:xfrm>
            <a:off x="669994" y="1071064"/>
            <a:ext cx="1716019" cy="50166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1pPr>
            <a:lvl2pPr marL="914400" marR="0" lvl="1"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2pPr>
            <a:lvl3pPr marL="1371600" marR="0" lvl="2"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3pPr>
            <a:lvl4pPr marL="1828800" marR="0" lvl="3"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4pPr>
            <a:lvl5pPr marL="2286000" marR="0" lvl="4"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5pPr>
            <a:lvl6pPr marL="2743200" marR="0" lvl="5"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6pPr>
            <a:lvl7pPr marL="3200400" marR="0" lvl="6"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7pPr>
            <a:lvl8pPr marL="3657600" marR="0" lvl="7"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8pPr>
            <a:lvl9pPr marL="4114800" marR="0" lvl="8"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9pPr>
          </a:lstStyle>
          <a:p>
            <a:pPr marL="139700" indent="0" algn="l">
              <a:buFont typeface="Inter"/>
              <a:buNone/>
            </a:pPr>
            <a:r>
              <a:rPr lang="es-PE" dirty="0">
                <a:latin typeface="Fredoka One" panose="02000000000000000000" pitchFamily="2" charset="0"/>
              </a:rPr>
              <a:t>Mesocúrtica</a:t>
            </a:r>
          </a:p>
        </p:txBody>
      </p:sp>
      <p:sp>
        <p:nvSpPr>
          <p:cNvPr id="2" name="Título 1">
            <a:extLst>
              <a:ext uri="{FF2B5EF4-FFF2-40B4-BE49-F238E27FC236}">
                <a16:creationId xmlns:a16="http://schemas.microsoft.com/office/drawing/2014/main" id="{F257742D-35D9-FE9A-47C9-A647670512A7}"/>
              </a:ext>
            </a:extLst>
          </p:cNvPr>
          <p:cNvSpPr>
            <a:spLocks noGrp="1"/>
          </p:cNvSpPr>
          <p:nvPr>
            <p:ph type="title"/>
          </p:nvPr>
        </p:nvSpPr>
        <p:spPr>
          <a:xfrm>
            <a:off x="720000" y="381425"/>
            <a:ext cx="7704000" cy="572700"/>
          </a:xfrm>
        </p:spPr>
        <p:txBody>
          <a:bodyPr/>
          <a:lstStyle/>
          <a:p>
            <a:r>
              <a:rPr lang="es-PE" dirty="0">
                <a:solidFill>
                  <a:schemeClr val="accent2"/>
                </a:solidFill>
              </a:rPr>
              <a:t>Exceso de Curtosis</a:t>
            </a:r>
          </a:p>
        </p:txBody>
      </p:sp>
      <p:sp>
        <p:nvSpPr>
          <p:cNvPr id="3" name="Marcador de texto 2">
            <a:extLst>
              <a:ext uri="{FF2B5EF4-FFF2-40B4-BE49-F238E27FC236}">
                <a16:creationId xmlns:a16="http://schemas.microsoft.com/office/drawing/2014/main" id="{EF60A685-2D0B-6EF3-3C33-62677E0B367A}"/>
              </a:ext>
            </a:extLst>
          </p:cNvPr>
          <p:cNvSpPr txBox="1">
            <a:spLocks/>
          </p:cNvSpPr>
          <p:nvPr/>
        </p:nvSpPr>
        <p:spPr>
          <a:xfrm>
            <a:off x="669994" y="2293102"/>
            <a:ext cx="1773170" cy="50166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1pPr>
            <a:lvl2pPr marL="914400" marR="0" lvl="1"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2pPr>
            <a:lvl3pPr marL="1371600" marR="0" lvl="2"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3pPr>
            <a:lvl4pPr marL="1828800" marR="0" lvl="3"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4pPr>
            <a:lvl5pPr marL="2286000" marR="0" lvl="4"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5pPr>
            <a:lvl6pPr marL="2743200" marR="0" lvl="5"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6pPr>
            <a:lvl7pPr marL="3200400" marR="0" lvl="6"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7pPr>
            <a:lvl8pPr marL="3657600" marR="0" lvl="7"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8pPr>
            <a:lvl9pPr marL="4114800" marR="0" lvl="8"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9pPr>
          </a:lstStyle>
          <a:p>
            <a:pPr marL="139700" indent="0" algn="l">
              <a:buFont typeface="Inter"/>
              <a:buNone/>
            </a:pPr>
            <a:r>
              <a:rPr lang="es-PE" dirty="0">
                <a:latin typeface="Fredoka One" panose="02000000000000000000" pitchFamily="2" charset="0"/>
              </a:rPr>
              <a:t>Leptocúrtica</a:t>
            </a:r>
          </a:p>
        </p:txBody>
      </p:sp>
      <p:sp>
        <p:nvSpPr>
          <p:cNvPr id="5" name="Marcador de texto 2">
            <a:extLst>
              <a:ext uri="{FF2B5EF4-FFF2-40B4-BE49-F238E27FC236}">
                <a16:creationId xmlns:a16="http://schemas.microsoft.com/office/drawing/2014/main" id="{64D750E1-DBB4-BAF9-A001-7F892C212860}"/>
              </a:ext>
            </a:extLst>
          </p:cNvPr>
          <p:cNvSpPr txBox="1">
            <a:spLocks/>
          </p:cNvSpPr>
          <p:nvPr/>
        </p:nvSpPr>
        <p:spPr>
          <a:xfrm>
            <a:off x="669994" y="3420840"/>
            <a:ext cx="1773170" cy="50166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1pPr>
            <a:lvl2pPr marL="914400" marR="0" lvl="1"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2pPr>
            <a:lvl3pPr marL="1371600" marR="0" lvl="2"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3pPr>
            <a:lvl4pPr marL="1828800" marR="0" lvl="3"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4pPr>
            <a:lvl5pPr marL="2286000" marR="0" lvl="4"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5pPr>
            <a:lvl6pPr marL="2743200" marR="0" lvl="5"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6pPr>
            <a:lvl7pPr marL="3200400" marR="0" lvl="6"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7pPr>
            <a:lvl8pPr marL="3657600" marR="0" lvl="7"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8pPr>
            <a:lvl9pPr marL="4114800" marR="0" lvl="8"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9pPr>
          </a:lstStyle>
          <a:p>
            <a:pPr marL="139700" indent="0" algn="l">
              <a:buFont typeface="Inter"/>
              <a:buNone/>
            </a:pPr>
            <a:r>
              <a:rPr lang="es-PE" dirty="0" err="1">
                <a:latin typeface="Fredoka One" panose="02000000000000000000" pitchFamily="2" charset="0"/>
              </a:rPr>
              <a:t>Platicúrtica</a:t>
            </a:r>
            <a:endParaRPr lang="es-PE" dirty="0">
              <a:latin typeface="Fredoka One" panose="02000000000000000000" pitchFamily="2" charset="0"/>
            </a:endParaRPr>
          </a:p>
        </p:txBody>
      </p:sp>
      <p:sp>
        <p:nvSpPr>
          <p:cNvPr id="6" name="Subtítulo 7">
            <a:extLst>
              <a:ext uri="{FF2B5EF4-FFF2-40B4-BE49-F238E27FC236}">
                <a16:creationId xmlns:a16="http://schemas.microsoft.com/office/drawing/2014/main" id="{E13D63F8-2B9F-83EE-4D27-D0F809B65B30}"/>
              </a:ext>
            </a:extLst>
          </p:cNvPr>
          <p:cNvSpPr txBox="1">
            <a:spLocks/>
          </p:cNvSpPr>
          <p:nvPr/>
        </p:nvSpPr>
        <p:spPr>
          <a:xfrm>
            <a:off x="720000" y="1457379"/>
            <a:ext cx="7253020" cy="784705"/>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s-MX" dirty="0"/>
              <a:t>Las distribuciones con cero exceso de curtosis se llaman mesocúrtica. El ejemplo más destacado de una distribución de este tipo es la familia de la distribución normal, independientemente de los valores de sus parámetros.</a:t>
            </a:r>
          </a:p>
        </p:txBody>
      </p:sp>
      <p:sp>
        <p:nvSpPr>
          <p:cNvPr id="8" name="Subtítulo 7">
            <a:extLst>
              <a:ext uri="{FF2B5EF4-FFF2-40B4-BE49-F238E27FC236}">
                <a16:creationId xmlns:a16="http://schemas.microsoft.com/office/drawing/2014/main" id="{D443C949-3C30-AC89-A9F6-FF6B22C2C228}"/>
              </a:ext>
            </a:extLst>
          </p:cNvPr>
          <p:cNvSpPr txBox="1">
            <a:spLocks/>
          </p:cNvSpPr>
          <p:nvPr/>
        </p:nvSpPr>
        <p:spPr>
          <a:xfrm>
            <a:off x="720000" y="2636135"/>
            <a:ext cx="7253020" cy="784705"/>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s-MX" dirty="0"/>
              <a:t>Una distribución con exceso positivo de curtosis se llama leptocúrtica. En términos de forma, una distribución leptocúrtica tiene colas más gordas. Ejemplos de estas distribuciones incluyen la t-</a:t>
            </a:r>
            <a:r>
              <a:rPr lang="es-MX" dirty="0" err="1"/>
              <a:t>Student</a:t>
            </a:r>
            <a:r>
              <a:rPr lang="es-MX" dirty="0"/>
              <a:t>, la distribución de Laplace, la distribución Poisson.</a:t>
            </a:r>
          </a:p>
        </p:txBody>
      </p:sp>
      <p:sp>
        <p:nvSpPr>
          <p:cNvPr id="9" name="Subtítulo 7">
            <a:extLst>
              <a:ext uri="{FF2B5EF4-FFF2-40B4-BE49-F238E27FC236}">
                <a16:creationId xmlns:a16="http://schemas.microsoft.com/office/drawing/2014/main" id="{C4CD323C-EF4B-5E25-F4DD-F2691B5EDB3A}"/>
              </a:ext>
            </a:extLst>
          </p:cNvPr>
          <p:cNvSpPr txBox="1">
            <a:spLocks/>
          </p:cNvSpPr>
          <p:nvPr/>
        </p:nvSpPr>
        <p:spPr>
          <a:xfrm>
            <a:off x="720000" y="3815309"/>
            <a:ext cx="7253020" cy="784705"/>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s-MX" dirty="0"/>
              <a:t>Una distribución con exceso de curtosis negativa se llama </a:t>
            </a:r>
            <a:r>
              <a:rPr lang="es-MX" dirty="0" err="1"/>
              <a:t>platicúrtica</a:t>
            </a:r>
            <a:r>
              <a:rPr lang="es-MX" dirty="0"/>
              <a:t>, la cual tiene colas más delgadas. Ejemplos de esta distribución incluye distribuciones uniformes continuas y discretas.</a:t>
            </a:r>
          </a:p>
        </p:txBody>
      </p:sp>
    </p:spTree>
    <p:extLst>
      <p:ext uri="{BB962C8B-B14F-4D97-AF65-F5344CB8AC3E}">
        <p14:creationId xmlns:p14="http://schemas.microsoft.com/office/powerpoint/2010/main" val="169674353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F1D6B9-F1E2-AB71-10BE-6BF4A6494576}"/>
              </a:ext>
            </a:extLst>
          </p:cNvPr>
          <p:cNvSpPr>
            <a:spLocks noGrp="1"/>
          </p:cNvSpPr>
          <p:nvPr>
            <p:ph type="title"/>
          </p:nvPr>
        </p:nvSpPr>
        <p:spPr>
          <a:xfrm>
            <a:off x="720000" y="243953"/>
            <a:ext cx="7704000" cy="318366"/>
          </a:xfrm>
        </p:spPr>
        <p:txBody>
          <a:bodyPr/>
          <a:lstStyle/>
          <a:p>
            <a:r>
              <a:rPr lang="es-PE" sz="2000" dirty="0">
                <a:solidFill>
                  <a:schemeClr val="accent2"/>
                </a:solidFill>
              </a:rPr>
              <a:t>Diagrama de cajas</a:t>
            </a:r>
          </a:p>
        </p:txBody>
      </p:sp>
      <p:pic>
        <p:nvPicPr>
          <p:cNvPr id="4" name="Imagen 3">
            <a:extLst>
              <a:ext uri="{FF2B5EF4-FFF2-40B4-BE49-F238E27FC236}">
                <a16:creationId xmlns:a16="http://schemas.microsoft.com/office/drawing/2014/main" id="{FE2B0F3C-D6FF-FCD2-DD70-8E31E1DFEE43}"/>
              </a:ext>
            </a:extLst>
          </p:cNvPr>
          <p:cNvPicPr>
            <a:picLocks noChangeAspect="1"/>
          </p:cNvPicPr>
          <p:nvPr/>
        </p:nvPicPr>
        <p:blipFill>
          <a:blip r:embed="rId2"/>
          <a:stretch>
            <a:fillRect/>
          </a:stretch>
        </p:blipFill>
        <p:spPr>
          <a:xfrm>
            <a:off x="2348360" y="699081"/>
            <a:ext cx="4275178" cy="4200466"/>
          </a:xfrm>
          <a:prstGeom prst="rect">
            <a:avLst/>
          </a:prstGeom>
        </p:spPr>
      </p:pic>
    </p:spTree>
    <p:extLst>
      <p:ext uri="{BB962C8B-B14F-4D97-AF65-F5344CB8AC3E}">
        <p14:creationId xmlns:p14="http://schemas.microsoft.com/office/powerpoint/2010/main" val="298104656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F1D6B9-F1E2-AB71-10BE-6BF4A6494576}"/>
              </a:ext>
            </a:extLst>
          </p:cNvPr>
          <p:cNvSpPr>
            <a:spLocks noGrp="1"/>
          </p:cNvSpPr>
          <p:nvPr>
            <p:ph type="title"/>
          </p:nvPr>
        </p:nvSpPr>
        <p:spPr/>
        <p:txBody>
          <a:bodyPr/>
          <a:lstStyle/>
          <a:p>
            <a:r>
              <a:rPr lang="es-PE" dirty="0">
                <a:solidFill>
                  <a:schemeClr val="accent2"/>
                </a:solidFill>
              </a:rPr>
              <a:t>Diagrama del violín</a:t>
            </a:r>
          </a:p>
        </p:txBody>
      </p:sp>
      <p:sp>
        <p:nvSpPr>
          <p:cNvPr id="4" name="Subtítulo 3">
            <a:extLst>
              <a:ext uri="{FF2B5EF4-FFF2-40B4-BE49-F238E27FC236}">
                <a16:creationId xmlns:a16="http://schemas.microsoft.com/office/drawing/2014/main" id="{4CA3CC49-8821-B607-F274-868D5FE1390B}"/>
              </a:ext>
            </a:extLst>
          </p:cNvPr>
          <p:cNvSpPr>
            <a:spLocks noGrp="1"/>
          </p:cNvSpPr>
          <p:nvPr>
            <p:ph type="subTitle" idx="1"/>
          </p:nvPr>
        </p:nvSpPr>
        <p:spPr>
          <a:xfrm>
            <a:off x="959187" y="1242901"/>
            <a:ext cx="3985646" cy="3001108"/>
          </a:xfrm>
        </p:spPr>
        <p:txBody>
          <a:bodyPr/>
          <a:lstStyle/>
          <a:p>
            <a:pPr marL="139700" indent="0">
              <a:buNone/>
            </a:pPr>
            <a:r>
              <a:rPr lang="es-MX" dirty="0"/>
              <a:t>Se utiliza para visualizar la distribución de los datos y su densidad de probabilidad.</a:t>
            </a:r>
          </a:p>
          <a:p>
            <a:pPr marL="139700" indent="0">
              <a:buNone/>
            </a:pPr>
            <a:endParaRPr lang="es-MX" dirty="0"/>
          </a:p>
          <a:p>
            <a:pPr marL="139700" indent="0">
              <a:buNone/>
            </a:pPr>
            <a:r>
              <a:rPr lang="es-MX" dirty="0"/>
              <a:t>Este gráfico es una combinación de un diagrama de cajas y bigotes y un diagrama de densidad girado y colocado a cada lado, para mostrar la forma de distribución de los datos. </a:t>
            </a:r>
            <a:r>
              <a:rPr lang="es-MX" dirty="0">
                <a:solidFill>
                  <a:schemeClr val="accent5">
                    <a:lumMod val="10000"/>
                  </a:schemeClr>
                </a:solidFill>
                <a:highlight>
                  <a:srgbClr val="FFFF00"/>
                </a:highlight>
              </a:rPr>
              <a:t>La barra negra gruesa en el centro representa el intervalo intercuartil, la barra negra fina que se extiende desde ella, representa el 95 % de los intervalos de confianza, y el punto blanco es la mediana.</a:t>
            </a:r>
          </a:p>
          <a:p>
            <a:pPr marL="139700" indent="0">
              <a:buNone/>
            </a:pPr>
            <a:endParaRPr lang="es-MX" dirty="0"/>
          </a:p>
        </p:txBody>
      </p:sp>
      <p:pic>
        <p:nvPicPr>
          <p:cNvPr id="12" name="Imagen 11">
            <a:extLst>
              <a:ext uri="{FF2B5EF4-FFF2-40B4-BE49-F238E27FC236}">
                <a16:creationId xmlns:a16="http://schemas.microsoft.com/office/drawing/2014/main" id="{0A75176B-7357-6A82-BC89-F5FA121836A2}"/>
              </a:ext>
            </a:extLst>
          </p:cNvPr>
          <p:cNvPicPr>
            <a:picLocks noChangeAspect="1"/>
          </p:cNvPicPr>
          <p:nvPr/>
        </p:nvPicPr>
        <p:blipFill>
          <a:blip r:embed="rId2"/>
          <a:stretch>
            <a:fillRect/>
          </a:stretch>
        </p:blipFill>
        <p:spPr>
          <a:xfrm>
            <a:off x="5158041" y="1383323"/>
            <a:ext cx="3026772" cy="2720264"/>
          </a:xfrm>
          <a:prstGeom prst="rect">
            <a:avLst/>
          </a:prstGeom>
        </p:spPr>
      </p:pic>
    </p:spTree>
    <p:extLst>
      <p:ext uri="{BB962C8B-B14F-4D97-AF65-F5344CB8AC3E}">
        <p14:creationId xmlns:p14="http://schemas.microsoft.com/office/powerpoint/2010/main" val="236621953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3" name="Google Shape;343;p33"/>
          <p:cNvSpPr txBox="1">
            <a:spLocks noGrp="1"/>
          </p:cNvSpPr>
          <p:nvPr>
            <p:ph type="title"/>
          </p:nvPr>
        </p:nvSpPr>
        <p:spPr>
          <a:xfrm>
            <a:off x="404446" y="2088640"/>
            <a:ext cx="8335107" cy="196364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sz="4400" dirty="0"/>
              <a:t>Descripción numérica de las variables estadísticas cuantitativas bidimensionales</a:t>
            </a:r>
            <a:endParaRPr lang="es-PE" sz="4400" dirty="0"/>
          </a:p>
        </p:txBody>
      </p:sp>
      <p:sp>
        <p:nvSpPr>
          <p:cNvPr id="344" name="Google Shape;344;p33"/>
          <p:cNvSpPr txBox="1">
            <a:spLocks noGrp="1"/>
          </p:cNvSpPr>
          <p:nvPr>
            <p:ph type="title" idx="2"/>
          </p:nvPr>
        </p:nvSpPr>
        <p:spPr>
          <a:xfrm>
            <a:off x="2288282" y="577540"/>
            <a:ext cx="4360200" cy="151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05</a:t>
            </a:r>
            <a:endParaRPr dirty="0"/>
          </a:p>
        </p:txBody>
      </p:sp>
      <p:sp>
        <p:nvSpPr>
          <p:cNvPr id="345" name="Google Shape;345;p33"/>
          <p:cNvSpPr/>
          <p:nvPr/>
        </p:nvSpPr>
        <p:spPr>
          <a:xfrm>
            <a:off x="720404" y="4169175"/>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3"/>
          <p:cNvSpPr/>
          <p:nvPr/>
        </p:nvSpPr>
        <p:spPr>
          <a:xfrm>
            <a:off x="5736429" y="577540"/>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33"/>
          <p:cNvSpPr/>
          <p:nvPr/>
        </p:nvSpPr>
        <p:spPr>
          <a:xfrm>
            <a:off x="8200559" y="355478"/>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33"/>
          <p:cNvSpPr/>
          <p:nvPr/>
        </p:nvSpPr>
        <p:spPr>
          <a:xfrm>
            <a:off x="720404" y="530202"/>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0534004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9AAA7924-0509-C5C1-A9AA-83123D97BCCF}"/>
              </a:ext>
            </a:extLst>
          </p:cNvPr>
          <p:cNvSpPr>
            <a:spLocks noGrp="1"/>
          </p:cNvSpPr>
          <p:nvPr>
            <p:ph type="title"/>
          </p:nvPr>
        </p:nvSpPr>
        <p:spPr>
          <a:xfrm>
            <a:off x="1491522" y="1029286"/>
            <a:ext cx="4223475" cy="572700"/>
          </a:xfrm>
        </p:spPr>
        <p:txBody>
          <a:bodyPr/>
          <a:lstStyle/>
          <a:p>
            <a:r>
              <a:rPr lang="es-MX" dirty="0">
                <a:solidFill>
                  <a:schemeClr val="accent2"/>
                </a:solidFill>
              </a:rPr>
              <a:t>Covarianza</a:t>
            </a:r>
            <a:endParaRPr lang="es-PE" dirty="0">
              <a:solidFill>
                <a:schemeClr val="accent2"/>
              </a:solidFill>
            </a:endParaRPr>
          </a:p>
        </p:txBody>
      </p:sp>
      <p:sp>
        <p:nvSpPr>
          <p:cNvPr id="4" name="Subtítulo 7">
            <a:extLst>
              <a:ext uri="{FF2B5EF4-FFF2-40B4-BE49-F238E27FC236}">
                <a16:creationId xmlns:a16="http://schemas.microsoft.com/office/drawing/2014/main" id="{3760ED02-ACD9-4E6C-638B-7159491EBD7A}"/>
              </a:ext>
            </a:extLst>
          </p:cNvPr>
          <p:cNvSpPr txBox="1">
            <a:spLocks/>
          </p:cNvSpPr>
          <p:nvPr/>
        </p:nvSpPr>
        <p:spPr>
          <a:xfrm>
            <a:off x="1127192" y="1747232"/>
            <a:ext cx="4952137" cy="164903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s-MX" dirty="0"/>
              <a:t>La covarianza es una </a:t>
            </a:r>
            <a:r>
              <a:rPr lang="es-MX" dirty="0">
                <a:highlight>
                  <a:srgbClr val="00FFFF"/>
                </a:highlight>
              </a:rPr>
              <a:t>medida de la variabilidad conjunta de dos variables aleatorias</a:t>
            </a:r>
            <a:r>
              <a:rPr lang="es-MX" dirty="0"/>
              <a:t>. Si los valores mayores de una variables se corresponden principalmente con los valores mayores de la otra variable (de igual manera con los valores menores) la covarianza es positiva. En caso contrario cuando los valores mayores se corresponden con los valores menores, la covarianza es negativa.</a:t>
            </a:r>
          </a:p>
          <a:p>
            <a:pPr algn="just"/>
            <a:endParaRPr lang="es-MX" dirty="0"/>
          </a:p>
        </p:txBody>
      </p:sp>
      <p:pic>
        <p:nvPicPr>
          <p:cNvPr id="1026" name="Picture 2" descr="indefinido">
            <a:extLst>
              <a:ext uri="{FF2B5EF4-FFF2-40B4-BE49-F238E27FC236}">
                <a16:creationId xmlns:a16="http://schemas.microsoft.com/office/drawing/2014/main" id="{310D31B4-278F-5BB3-7FA8-C5BFFB49CE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7986" y="1029286"/>
            <a:ext cx="1028309" cy="308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432046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9AAA7924-0509-C5C1-A9AA-83123D97BCCF}"/>
              </a:ext>
            </a:extLst>
          </p:cNvPr>
          <p:cNvSpPr>
            <a:spLocks noGrp="1"/>
          </p:cNvSpPr>
          <p:nvPr>
            <p:ph type="title"/>
          </p:nvPr>
        </p:nvSpPr>
        <p:spPr>
          <a:xfrm>
            <a:off x="1653779" y="500649"/>
            <a:ext cx="5836441" cy="572700"/>
          </a:xfrm>
        </p:spPr>
        <p:txBody>
          <a:bodyPr/>
          <a:lstStyle/>
          <a:p>
            <a:r>
              <a:rPr lang="es-MX" dirty="0">
                <a:solidFill>
                  <a:schemeClr val="accent2"/>
                </a:solidFill>
              </a:rPr>
              <a:t>Cálculo de la Covarianza</a:t>
            </a:r>
            <a:endParaRPr lang="es-PE" dirty="0">
              <a:solidFill>
                <a:schemeClr val="accent2"/>
              </a:solidFill>
            </a:endParaRPr>
          </a:p>
        </p:txBody>
      </p:sp>
      <mc:AlternateContent xmlns:mc="http://schemas.openxmlformats.org/markup-compatibility/2006" xmlns:a14="http://schemas.microsoft.com/office/drawing/2010/main">
        <mc:Choice Requires="a14">
          <p:sp>
            <p:nvSpPr>
              <p:cNvPr id="4" name="Subtítulo 7">
                <a:extLst>
                  <a:ext uri="{FF2B5EF4-FFF2-40B4-BE49-F238E27FC236}">
                    <a16:creationId xmlns:a16="http://schemas.microsoft.com/office/drawing/2014/main" id="{3760ED02-ACD9-4E6C-638B-7159491EBD7A}"/>
                  </a:ext>
                </a:extLst>
              </p:cNvPr>
              <p:cNvSpPr txBox="1">
                <a:spLocks/>
              </p:cNvSpPr>
              <p:nvPr/>
            </p:nvSpPr>
            <p:spPr>
              <a:xfrm>
                <a:off x="855730" y="1432908"/>
                <a:ext cx="7623901" cy="287477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s-MX" dirty="0"/>
                  <a:t>Para dos variables aleatorias de valor real distribuidos conjuntamente X e Y, con segundos momentos finitos, la covarianza se define como el valor esperado (o media) del producto de sus desviaciones de sus valores esperados individuales:</a:t>
                </a:r>
              </a:p>
              <a:p>
                <a:pPr algn="just"/>
                <a:endParaRPr lang="es-MX" dirty="0"/>
              </a:p>
              <a:p>
                <a:pPr algn="just"/>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rPr>
                        <m:t>𝑐𝑜𝑣</m:t>
                      </m:r>
                      <m:d>
                        <m:dPr>
                          <m:ctrlPr>
                            <a:rPr lang="es-MX" b="0" i="1" smtClean="0">
                              <a:latin typeface="Cambria Math" panose="02040503050406030204" pitchFamily="18" charset="0"/>
                            </a:rPr>
                          </m:ctrlPr>
                        </m:dPr>
                        <m:e>
                          <m:r>
                            <a:rPr lang="es-MX" b="0" i="1" smtClean="0">
                              <a:latin typeface="Cambria Math" panose="02040503050406030204" pitchFamily="18" charset="0"/>
                            </a:rPr>
                            <m:t>𝑋</m:t>
                          </m:r>
                          <m:r>
                            <a:rPr lang="es-MX" b="0" i="1" smtClean="0">
                              <a:latin typeface="Cambria Math" panose="02040503050406030204" pitchFamily="18" charset="0"/>
                            </a:rPr>
                            <m:t>,</m:t>
                          </m:r>
                          <m:r>
                            <a:rPr lang="es-MX" b="0" i="1" smtClean="0">
                              <a:latin typeface="Cambria Math" panose="02040503050406030204" pitchFamily="18" charset="0"/>
                            </a:rPr>
                            <m:t>𝑌</m:t>
                          </m:r>
                        </m:e>
                      </m:d>
                      <m:r>
                        <a:rPr lang="es-MX" b="0" i="1" smtClean="0">
                          <a:latin typeface="Cambria Math" panose="02040503050406030204" pitchFamily="18" charset="0"/>
                        </a:rPr>
                        <m:t>=</m:t>
                      </m:r>
                      <m:r>
                        <a:rPr lang="es-MX" b="0" i="1" smtClean="0">
                          <a:latin typeface="Cambria Math" panose="02040503050406030204" pitchFamily="18" charset="0"/>
                        </a:rPr>
                        <m:t>𝐸</m:t>
                      </m:r>
                      <m:d>
                        <m:dPr>
                          <m:begChr m:val="["/>
                          <m:endChr m:val="]"/>
                          <m:ctrlPr>
                            <a:rPr lang="es-MX" b="0" i="1" smtClean="0">
                              <a:latin typeface="Cambria Math" panose="02040503050406030204" pitchFamily="18" charset="0"/>
                            </a:rPr>
                          </m:ctrlPr>
                        </m:dPr>
                        <m:e>
                          <m:d>
                            <m:dPr>
                              <m:ctrlPr>
                                <a:rPr lang="es-MX" b="0" i="1" smtClean="0">
                                  <a:latin typeface="Cambria Math" panose="02040503050406030204" pitchFamily="18" charset="0"/>
                                </a:rPr>
                              </m:ctrlPr>
                            </m:dPr>
                            <m:e>
                              <m:r>
                                <a:rPr lang="es-MX" b="0" i="1" smtClean="0">
                                  <a:latin typeface="Cambria Math" panose="02040503050406030204" pitchFamily="18" charset="0"/>
                                </a:rPr>
                                <m:t>𝑋</m:t>
                              </m:r>
                              <m:r>
                                <a:rPr lang="es-MX" b="0" i="1" smtClean="0">
                                  <a:latin typeface="Cambria Math" panose="02040503050406030204" pitchFamily="18" charset="0"/>
                                </a:rPr>
                                <m:t>−</m:t>
                              </m:r>
                              <m:r>
                                <a:rPr lang="es-MX" b="0" i="1" smtClean="0">
                                  <a:latin typeface="Cambria Math" panose="02040503050406030204" pitchFamily="18" charset="0"/>
                                </a:rPr>
                                <m:t>𝐸</m:t>
                              </m:r>
                              <m:d>
                                <m:dPr>
                                  <m:begChr m:val="["/>
                                  <m:endChr m:val="]"/>
                                  <m:ctrlPr>
                                    <a:rPr lang="es-MX" b="0" i="1" smtClean="0">
                                      <a:latin typeface="Cambria Math" panose="02040503050406030204" pitchFamily="18" charset="0"/>
                                    </a:rPr>
                                  </m:ctrlPr>
                                </m:dPr>
                                <m:e>
                                  <m:r>
                                    <a:rPr lang="es-MX" b="0" i="1" smtClean="0">
                                      <a:latin typeface="Cambria Math" panose="02040503050406030204" pitchFamily="18" charset="0"/>
                                    </a:rPr>
                                    <m:t>𝑋</m:t>
                                  </m:r>
                                </m:e>
                              </m:d>
                            </m:e>
                          </m:d>
                          <m:d>
                            <m:dPr>
                              <m:ctrlPr>
                                <a:rPr lang="es-MX" b="0" i="1" smtClean="0">
                                  <a:latin typeface="Cambria Math" panose="02040503050406030204" pitchFamily="18" charset="0"/>
                                </a:rPr>
                              </m:ctrlPr>
                            </m:dPr>
                            <m:e>
                              <m:r>
                                <a:rPr lang="es-MX" b="0" i="1" smtClean="0">
                                  <a:latin typeface="Cambria Math" panose="02040503050406030204" pitchFamily="18" charset="0"/>
                                </a:rPr>
                                <m:t>𝑌</m:t>
                              </m:r>
                              <m:r>
                                <a:rPr lang="es-MX" b="0" i="1" smtClean="0">
                                  <a:latin typeface="Cambria Math" panose="02040503050406030204" pitchFamily="18" charset="0"/>
                                </a:rPr>
                                <m:t>−</m:t>
                              </m:r>
                              <m:r>
                                <a:rPr lang="es-MX" b="0" i="1" smtClean="0">
                                  <a:latin typeface="Cambria Math" panose="02040503050406030204" pitchFamily="18" charset="0"/>
                                </a:rPr>
                                <m:t>𝐸</m:t>
                              </m:r>
                              <m:d>
                                <m:dPr>
                                  <m:begChr m:val="["/>
                                  <m:endChr m:val="]"/>
                                  <m:ctrlPr>
                                    <a:rPr lang="es-MX" b="0" i="1" smtClean="0">
                                      <a:latin typeface="Cambria Math" panose="02040503050406030204" pitchFamily="18" charset="0"/>
                                    </a:rPr>
                                  </m:ctrlPr>
                                </m:dPr>
                                <m:e>
                                  <m:r>
                                    <a:rPr lang="es-MX" b="0" i="1" smtClean="0">
                                      <a:latin typeface="Cambria Math" panose="02040503050406030204" pitchFamily="18" charset="0"/>
                                    </a:rPr>
                                    <m:t>𝑌</m:t>
                                  </m:r>
                                </m:e>
                              </m:d>
                            </m:e>
                          </m:d>
                        </m:e>
                      </m:d>
                    </m:oMath>
                  </m:oMathPara>
                </a14:m>
                <a:endParaRPr lang="es-MX" dirty="0"/>
              </a:p>
              <a:p>
                <a:pPr algn="just"/>
                <a:endParaRPr lang="es-MX" dirty="0"/>
              </a:p>
              <a:p>
                <a:pPr algn="just"/>
                <a:r>
                  <a:rPr lang="es-MX" dirty="0"/>
                  <a:t>La anterior definición se puede simplificar de la siguiente manera:</a:t>
                </a:r>
              </a:p>
              <a:p>
                <a:pPr algn="just"/>
                <a:endParaRPr lang="es-MX" dirty="0"/>
              </a:p>
              <a:p>
                <a:pPr algn="ctr"/>
                <a14:m>
                  <m:oMathPara xmlns:m="http://schemas.openxmlformats.org/officeDocument/2006/math">
                    <m:oMathParaPr>
                      <m:jc m:val="centerGroup"/>
                    </m:oMathParaPr>
                    <m:oMath xmlns:m="http://schemas.openxmlformats.org/officeDocument/2006/math">
                      <m:r>
                        <a:rPr lang="es-MX" i="1">
                          <a:latin typeface="Cambria Math" panose="02040503050406030204" pitchFamily="18" charset="0"/>
                        </a:rPr>
                        <m:t>𝑐𝑜𝑣</m:t>
                      </m:r>
                      <m:d>
                        <m:dPr>
                          <m:ctrlPr>
                            <a:rPr lang="es-MX" i="1">
                              <a:latin typeface="Cambria Math" panose="02040503050406030204" pitchFamily="18" charset="0"/>
                            </a:rPr>
                          </m:ctrlPr>
                        </m:dPr>
                        <m:e>
                          <m:r>
                            <a:rPr lang="es-MX" i="1">
                              <a:latin typeface="Cambria Math" panose="02040503050406030204" pitchFamily="18" charset="0"/>
                            </a:rPr>
                            <m:t>𝑋</m:t>
                          </m:r>
                          <m:r>
                            <a:rPr lang="es-MX" i="1">
                              <a:latin typeface="Cambria Math" panose="02040503050406030204" pitchFamily="18" charset="0"/>
                            </a:rPr>
                            <m:t>,</m:t>
                          </m:r>
                          <m:r>
                            <a:rPr lang="es-MX" i="1">
                              <a:latin typeface="Cambria Math" panose="02040503050406030204" pitchFamily="18" charset="0"/>
                            </a:rPr>
                            <m:t>𝑌</m:t>
                          </m:r>
                        </m:e>
                      </m:d>
                      <m:r>
                        <a:rPr lang="es-MX" i="1">
                          <a:latin typeface="Cambria Math" panose="02040503050406030204" pitchFamily="18" charset="0"/>
                        </a:rPr>
                        <m:t>=</m:t>
                      </m:r>
                      <m:r>
                        <a:rPr lang="es-MX" i="1">
                          <a:latin typeface="Cambria Math" panose="02040503050406030204" pitchFamily="18" charset="0"/>
                        </a:rPr>
                        <m:t>𝐸</m:t>
                      </m:r>
                      <m:d>
                        <m:dPr>
                          <m:begChr m:val="["/>
                          <m:endChr m:val="]"/>
                          <m:ctrlPr>
                            <a:rPr lang="es-MX" i="1">
                              <a:latin typeface="Cambria Math" panose="02040503050406030204" pitchFamily="18" charset="0"/>
                            </a:rPr>
                          </m:ctrlPr>
                        </m:dPr>
                        <m:e>
                          <m:d>
                            <m:dPr>
                              <m:ctrlPr>
                                <a:rPr lang="es-MX" i="1">
                                  <a:latin typeface="Cambria Math" panose="02040503050406030204" pitchFamily="18" charset="0"/>
                                </a:rPr>
                              </m:ctrlPr>
                            </m:dPr>
                            <m:e>
                              <m:r>
                                <a:rPr lang="es-MX" i="1">
                                  <a:latin typeface="Cambria Math" panose="02040503050406030204" pitchFamily="18" charset="0"/>
                                </a:rPr>
                                <m:t>𝑋</m:t>
                              </m:r>
                              <m:r>
                                <a:rPr lang="es-MX" i="1">
                                  <a:latin typeface="Cambria Math" panose="02040503050406030204" pitchFamily="18" charset="0"/>
                                </a:rPr>
                                <m:t>−</m:t>
                              </m:r>
                              <m:r>
                                <a:rPr lang="es-MX" i="1">
                                  <a:latin typeface="Cambria Math" panose="02040503050406030204" pitchFamily="18" charset="0"/>
                                </a:rPr>
                                <m:t>𝐸</m:t>
                              </m:r>
                              <m:d>
                                <m:dPr>
                                  <m:begChr m:val="["/>
                                  <m:endChr m:val="]"/>
                                  <m:ctrlPr>
                                    <a:rPr lang="es-MX" i="1">
                                      <a:latin typeface="Cambria Math" panose="02040503050406030204" pitchFamily="18" charset="0"/>
                                    </a:rPr>
                                  </m:ctrlPr>
                                </m:dPr>
                                <m:e>
                                  <m:r>
                                    <a:rPr lang="es-MX" i="1">
                                      <a:latin typeface="Cambria Math" panose="02040503050406030204" pitchFamily="18" charset="0"/>
                                    </a:rPr>
                                    <m:t>𝑋</m:t>
                                  </m:r>
                                </m:e>
                              </m:d>
                            </m:e>
                          </m:d>
                          <m:d>
                            <m:dPr>
                              <m:ctrlPr>
                                <a:rPr lang="es-MX" i="1">
                                  <a:latin typeface="Cambria Math" panose="02040503050406030204" pitchFamily="18" charset="0"/>
                                </a:rPr>
                              </m:ctrlPr>
                            </m:dPr>
                            <m:e>
                              <m:r>
                                <a:rPr lang="es-MX" i="1">
                                  <a:latin typeface="Cambria Math" panose="02040503050406030204" pitchFamily="18" charset="0"/>
                                </a:rPr>
                                <m:t>𝑌</m:t>
                              </m:r>
                              <m:r>
                                <a:rPr lang="es-MX" i="1">
                                  <a:latin typeface="Cambria Math" panose="02040503050406030204" pitchFamily="18" charset="0"/>
                                </a:rPr>
                                <m:t>−</m:t>
                              </m:r>
                              <m:r>
                                <a:rPr lang="es-MX" i="1">
                                  <a:latin typeface="Cambria Math" panose="02040503050406030204" pitchFamily="18" charset="0"/>
                                </a:rPr>
                                <m:t>𝐸</m:t>
                              </m:r>
                              <m:d>
                                <m:dPr>
                                  <m:begChr m:val="["/>
                                  <m:endChr m:val="]"/>
                                  <m:ctrlPr>
                                    <a:rPr lang="es-MX" i="1">
                                      <a:latin typeface="Cambria Math" panose="02040503050406030204" pitchFamily="18" charset="0"/>
                                    </a:rPr>
                                  </m:ctrlPr>
                                </m:dPr>
                                <m:e>
                                  <m:r>
                                    <a:rPr lang="es-MX" i="1">
                                      <a:latin typeface="Cambria Math" panose="02040503050406030204" pitchFamily="18" charset="0"/>
                                    </a:rPr>
                                    <m:t>𝑌</m:t>
                                  </m:r>
                                </m:e>
                              </m:d>
                            </m:e>
                          </m:d>
                        </m:e>
                      </m:d>
                    </m:oMath>
                  </m:oMathPara>
                </a14:m>
                <a:endParaRPr lang="es-MX" dirty="0"/>
              </a:p>
              <a:p>
                <a:pPr algn="ctr"/>
                <a:r>
                  <a:rPr lang="es-MX" b="0" dirty="0"/>
                  <a:t>	               </a:t>
                </a:r>
                <a14:m>
                  <m:oMath xmlns:m="http://schemas.openxmlformats.org/officeDocument/2006/math">
                    <m:r>
                      <a:rPr lang="es-MX" b="0" i="1" smtClean="0">
                        <a:latin typeface="Cambria Math" panose="02040503050406030204" pitchFamily="18" charset="0"/>
                      </a:rPr>
                      <m:t>=</m:t>
                    </m:r>
                    <m:r>
                      <a:rPr lang="es-MX" b="0" i="1" smtClean="0">
                        <a:latin typeface="Cambria Math" panose="02040503050406030204" pitchFamily="18" charset="0"/>
                      </a:rPr>
                      <m:t>𝐸</m:t>
                    </m:r>
                    <m:d>
                      <m:dPr>
                        <m:begChr m:val="["/>
                        <m:endChr m:val="]"/>
                        <m:ctrlPr>
                          <a:rPr lang="es-MX" b="0" i="1" smtClean="0">
                            <a:latin typeface="Cambria Math" panose="02040503050406030204" pitchFamily="18" charset="0"/>
                          </a:rPr>
                        </m:ctrlPr>
                      </m:dPr>
                      <m:e>
                        <m:r>
                          <a:rPr lang="es-MX" b="0" i="1" smtClean="0">
                            <a:latin typeface="Cambria Math" panose="02040503050406030204" pitchFamily="18" charset="0"/>
                          </a:rPr>
                          <m:t>𝑋𝑌</m:t>
                        </m:r>
                        <m:r>
                          <a:rPr lang="es-MX" b="0" i="1" smtClean="0">
                            <a:latin typeface="Cambria Math" panose="02040503050406030204" pitchFamily="18" charset="0"/>
                          </a:rPr>
                          <m:t>−</m:t>
                        </m:r>
                        <m:r>
                          <a:rPr lang="es-MX" b="0" i="1" smtClean="0">
                            <a:latin typeface="Cambria Math" panose="02040503050406030204" pitchFamily="18" charset="0"/>
                          </a:rPr>
                          <m:t>𝑋𝐸</m:t>
                        </m:r>
                        <m:d>
                          <m:dPr>
                            <m:begChr m:val="["/>
                            <m:endChr m:val="]"/>
                            <m:ctrlPr>
                              <a:rPr lang="es-MX" b="0" i="1" smtClean="0">
                                <a:latin typeface="Cambria Math" panose="02040503050406030204" pitchFamily="18" charset="0"/>
                              </a:rPr>
                            </m:ctrlPr>
                          </m:dPr>
                          <m:e>
                            <m:r>
                              <a:rPr lang="es-MX" b="0" i="1" smtClean="0">
                                <a:latin typeface="Cambria Math" panose="02040503050406030204" pitchFamily="18" charset="0"/>
                              </a:rPr>
                              <m:t>𝑌</m:t>
                            </m:r>
                          </m:e>
                        </m:d>
                        <m:r>
                          <a:rPr lang="es-MX" b="0" i="1" smtClean="0">
                            <a:latin typeface="Cambria Math" panose="02040503050406030204" pitchFamily="18" charset="0"/>
                          </a:rPr>
                          <m:t>−</m:t>
                        </m:r>
                        <m:r>
                          <a:rPr lang="es-MX" b="0" i="1" smtClean="0">
                            <a:latin typeface="Cambria Math" panose="02040503050406030204" pitchFamily="18" charset="0"/>
                          </a:rPr>
                          <m:t>𝐸</m:t>
                        </m:r>
                        <m:d>
                          <m:dPr>
                            <m:begChr m:val="["/>
                            <m:endChr m:val="]"/>
                            <m:ctrlPr>
                              <a:rPr lang="es-MX" b="0" i="1" smtClean="0">
                                <a:latin typeface="Cambria Math" panose="02040503050406030204" pitchFamily="18" charset="0"/>
                              </a:rPr>
                            </m:ctrlPr>
                          </m:dPr>
                          <m:e>
                            <m:r>
                              <a:rPr lang="es-MX" b="0" i="1" smtClean="0">
                                <a:latin typeface="Cambria Math" panose="02040503050406030204" pitchFamily="18" charset="0"/>
                              </a:rPr>
                              <m:t>𝑋</m:t>
                            </m:r>
                          </m:e>
                        </m:d>
                        <m:r>
                          <a:rPr lang="es-MX" b="0" i="1" smtClean="0">
                            <a:latin typeface="Cambria Math" panose="02040503050406030204" pitchFamily="18" charset="0"/>
                          </a:rPr>
                          <m:t>𝑌</m:t>
                        </m:r>
                        <m:r>
                          <a:rPr lang="es-MX" b="0" i="1" smtClean="0">
                            <a:latin typeface="Cambria Math" panose="02040503050406030204" pitchFamily="18" charset="0"/>
                          </a:rPr>
                          <m:t>+</m:t>
                        </m:r>
                        <m:r>
                          <a:rPr lang="es-MX" b="0" i="1" smtClean="0">
                            <a:latin typeface="Cambria Math" panose="02040503050406030204" pitchFamily="18" charset="0"/>
                          </a:rPr>
                          <m:t>𝐸</m:t>
                        </m:r>
                        <m:d>
                          <m:dPr>
                            <m:begChr m:val="["/>
                            <m:endChr m:val="]"/>
                            <m:ctrlPr>
                              <a:rPr lang="es-MX" b="0" i="1" smtClean="0">
                                <a:latin typeface="Cambria Math" panose="02040503050406030204" pitchFamily="18" charset="0"/>
                              </a:rPr>
                            </m:ctrlPr>
                          </m:dPr>
                          <m:e>
                            <m:r>
                              <a:rPr lang="es-MX" b="0" i="1" smtClean="0">
                                <a:latin typeface="Cambria Math" panose="02040503050406030204" pitchFamily="18" charset="0"/>
                              </a:rPr>
                              <m:t>𝑋</m:t>
                            </m:r>
                          </m:e>
                        </m:d>
                        <m:r>
                          <a:rPr lang="es-MX" b="0" i="1" smtClean="0">
                            <a:latin typeface="Cambria Math" panose="02040503050406030204" pitchFamily="18" charset="0"/>
                          </a:rPr>
                          <m:t>𝐸</m:t>
                        </m:r>
                        <m:d>
                          <m:dPr>
                            <m:begChr m:val="["/>
                            <m:endChr m:val="]"/>
                            <m:ctrlPr>
                              <a:rPr lang="es-MX" b="0" i="1" smtClean="0">
                                <a:latin typeface="Cambria Math" panose="02040503050406030204" pitchFamily="18" charset="0"/>
                              </a:rPr>
                            </m:ctrlPr>
                          </m:dPr>
                          <m:e>
                            <m:r>
                              <a:rPr lang="es-MX" b="0" i="1" smtClean="0">
                                <a:latin typeface="Cambria Math" panose="02040503050406030204" pitchFamily="18" charset="0"/>
                              </a:rPr>
                              <m:t>𝑌</m:t>
                            </m:r>
                          </m:e>
                        </m:d>
                      </m:e>
                    </m:d>
                  </m:oMath>
                </a14:m>
                <a:endParaRPr lang="es-MX" b="0" dirty="0"/>
              </a:p>
              <a:p>
                <a:pPr algn="ctr"/>
                <a:r>
                  <a:rPr lang="es-MX" b="0" dirty="0"/>
                  <a:t>		      </a:t>
                </a:r>
                <a14:m>
                  <m:oMath xmlns:m="http://schemas.openxmlformats.org/officeDocument/2006/math">
                    <m:r>
                      <a:rPr lang="es-MX" b="0" i="1" smtClean="0">
                        <a:latin typeface="Cambria Math" panose="02040503050406030204" pitchFamily="18" charset="0"/>
                      </a:rPr>
                      <m:t>=</m:t>
                    </m:r>
                    <m:r>
                      <a:rPr lang="es-MX" b="0" i="1" smtClean="0">
                        <a:latin typeface="Cambria Math" panose="02040503050406030204" pitchFamily="18" charset="0"/>
                      </a:rPr>
                      <m:t>𝐸</m:t>
                    </m:r>
                    <m:d>
                      <m:dPr>
                        <m:begChr m:val="["/>
                        <m:endChr m:val="]"/>
                        <m:ctrlPr>
                          <a:rPr lang="es-MX" b="0" i="1" smtClean="0">
                            <a:latin typeface="Cambria Math" panose="02040503050406030204" pitchFamily="18" charset="0"/>
                          </a:rPr>
                        </m:ctrlPr>
                      </m:dPr>
                      <m:e>
                        <m:r>
                          <a:rPr lang="es-MX" b="0" i="1" smtClean="0">
                            <a:latin typeface="Cambria Math" panose="02040503050406030204" pitchFamily="18" charset="0"/>
                          </a:rPr>
                          <m:t>𝑋𝑌</m:t>
                        </m:r>
                      </m:e>
                    </m:d>
                    <m:r>
                      <a:rPr lang="es-MX" b="0" i="1" smtClean="0">
                        <a:latin typeface="Cambria Math" panose="02040503050406030204" pitchFamily="18" charset="0"/>
                      </a:rPr>
                      <m:t>−</m:t>
                    </m:r>
                    <m:r>
                      <a:rPr lang="es-MX" b="0" i="1" smtClean="0">
                        <a:latin typeface="Cambria Math" panose="02040503050406030204" pitchFamily="18" charset="0"/>
                      </a:rPr>
                      <m:t>𝐸</m:t>
                    </m:r>
                    <m:d>
                      <m:dPr>
                        <m:begChr m:val="["/>
                        <m:endChr m:val="]"/>
                        <m:ctrlPr>
                          <a:rPr lang="es-MX" b="0" i="1" smtClean="0">
                            <a:latin typeface="Cambria Math" panose="02040503050406030204" pitchFamily="18" charset="0"/>
                          </a:rPr>
                        </m:ctrlPr>
                      </m:dPr>
                      <m:e>
                        <m:r>
                          <a:rPr lang="es-MX" b="0" i="1" smtClean="0">
                            <a:latin typeface="Cambria Math" panose="02040503050406030204" pitchFamily="18" charset="0"/>
                          </a:rPr>
                          <m:t>𝑋</m:t>
                        </m:r>
                      </m:e>
                    </m:d>
                    <m:r>
                      <a:rPr lang="es-MX" b="0" i="1" smtClean="0">
                        <a:latin typeface="Cambria Math" panose="02040503050406030204" pitchFamily="18" charset="0"/>
                      </a:rPr>
                      <m:t>𝐸</m:t>
                    </m:r>
                    <m:d>
                      <m:dPr>
                        <m:begChr m:val="["/>
                        <m:endChr m:val="]"/>
                        <m:ctrlPr>
                          <a:rPr lang="es-MX" b="0" i="1" smtClean="0">
                            <a:latin typeface="Cambria Math" panose="02040503050406030204" pitchFamily="18" charset="0"/>
                          </a:rPr>
                        </m:ctrlPr>
                      </m:dPr>
                      <m:e>
                        <m:r>
                          <a:rPr lang="es-MX" b="0" i="1" smtClean="0">
                            <a:latin typeface="Cambria Math" panose="02040503050406030204" pitchFamily="18" charset="0"/>
                          </a:rPr>
                          <m:t>𝑌</m:t>
                        </m:r>
                      </m:e>
                    </m:d>
                    <m:r>
                      <a:rPr lang="es-MX" b="0" i="1" smtClean="0">
                        <a:latin typeface="Cambria Math" panose="02040503050406030204" pitchFamily="18" charset="0"/>
                      </a:rPr>
                      <m:t>−</m:t>
                    </m:r>
                    <m:r>
                      <a:rPr lang="es-MX" b="0" i="1" smtClean="0">
                        <a:latin typeface="Cambria Math" panose="02040503050406030204" pitchFamily="18" charset="0"/>
                      </a:rPr>
                      <m:t>𝐸</m:t>
                    </m:r>
                    <m:d>
                      <m:dPr>
                        <m:begChr m:val="["/>
                        <m:endChr m:val="]"/>
                        <m:ctrlPr>
                          <a:rPr lang="es-MX" b="0" i="1" smtClean="0">
                            <a:latin typeface="Cambria Math" panose="02040503050406030204" pitchFamily="18" charset="0"/>
                          </a:rPr>
                        </m:ctrlPr>
                      </m:dPr>
                      <m:e>
                        <m:r>
                          <a:rPr lang="es-MX" b="0" i="1" smtClean="0">
                            <a:latin typeface="Cambria Math" panose="02040503050406030204" pitchFamily="18" charset="0"/>
                          </a:rPr>
                          <m:t>𝑋</m:t>
                        </m:r>
                      </m:e>
                    </m:d>
                    <m:r>
                      <a:rPr lang="es-MX" b="0" i="1" smtClean="0">
                        <a:latin typeface="Cambria Math" panose="02040503050406030204" pitchFamily="18" charset="0"/>
                      </a:rPr>
                      <m:t>𝐸</m:t>
                    </m:r>
                    <m:d>
                      <m:dPr>
                        <m:begChr m:val="["/>
                        <m:endChr m:val="]"/>
                        <m:ctrlPr>
                          <a:rPr lang="es-MX" b="0" i="1" smtClean="0">
                            <a:latin typeface="Cambria Math" panose="02040503050406030204" pitchFamily="18" charset="0"/>
                          </a:rPr>
                        </m:ctrlPr>
                      </m:dPr>
                      <m:e>
                        <m:r>
                          <a:rPr lang="es-MX" b="0" i="1" smtClean="0">
                            <a:latin typeface="Cambria Math" panose="02040503050406030204" pitchFamily="18" charset="0"/>
                          </a:rPr>
                          <m:t>𝑌</m:t>
                        </m:r>
                      </m:e>
                    </m:d>
                    <m:r>
                      <a:rPr lang="es-MX" b="0" i="1" smtClean="0">
                        <a:latin typeface="Cambria Math" panose="02040503050406030204" pitchFamily="18" charset="0"/>
                      </a:rPr>
                      <m:t>+</m:t>
                    </m:r>
                    <m:r>
                      <a:rPr lang="es-MX" b="0" i="1" smtClean="0">
                        <a:latin typeface="Cambria Math" panose="02040503050406030204" pitchFamily="18" charset="0"/>
                      </a:rPr>
                      <m:t>𝐸</m:t>
                    </m:r>
                    <m:d>
                      <m:dPr>
                        <m:begChr m:val="["/>
                        <m:endChr m:val="]"/>
                        <m:ctrlPr>
                          <a:rPr lang="es-MX" b="0" i="1" smtClean="0">
                            <a:latin typeface="Cambria Math" panose="02040503050406030204" pitchFamily="18" charset="0"/>
                          </a:rPr>
                        </m:ctrlPr>
                      </m:dPr>
                      <m:e>
                        <m:r>
                          <a:rPr lang="es-MX" b="0" i="1" smtClean="0">
                            <a:latin typeface="Cambria Math" panose="02040503050406030204" pitchFamily="18" charset="0"/>
                          </a:rPr>
                          <m:t>𝑋</m:t>
                        </m:r>
                      </m:e>
                    </m:d>
                    <m:r>
                      <a:rPr lang="es-MX" b="0" i="1" smtClean="0">
                        <a:latin typeface="Cambria Math" panose="02040503050406030204" pitchFamily="18" charset="0"/>
                      </a:rPr>
                      <m:t>𝐸</m:t>
                    </m:r>
                    <m:d>
                      <m:dPr>
                        <m:begChr m:val="["/>
                        <m:endChr m:val="]"/>
                        <m:ctrlPr>
                          <a:rPr lang="es-MX" b="0" i="1" smtClean="0">
                            <a:latin typeface="Cambria Math" panose="02040503050406030204" pitchFamily="18" charset="0"/>
                          </a:rPr>
                        </m:ctrlPr>
                      </m:dPr>
                      <m:e>
                        <m:r>
                          <a:rPr lang="es-MX" b="0" i="1" smtClean="0">
                            <a:latin typeface="Cambria Math" panose="02040503050406030204" pitchFamily="18" charset="0"/>
                          </a:rPr>
                          <m:t>𝑌</m:t>
                        </m:r>
                      </m:e>
                    </m:d>
                  </m:oMath>
                </a14:m>
                <a:endParaRPr lang="es-MX" b="0" dirty="0"/>
              </a:p>
              <a:p>
                <a:pPr algn="ctr"/>
                <a:r>
                  <a:rPr lang="es-MX" dirty="0"/>
                  <a:t>      </a:t>
                </a:r>
                <a14:m>
                  <m:oMath xmlns:m="http://schemas.openxmlformats.org/officeDocument/2006/math">
                    <m:r>
                      <a:rPr lang="es-MX" b="0" i="1" smtClean="0">
                        <a:latin typeface="Cambria Math" panose="02040503050406030204" pitchFamily="18" charset="0"/>
                      </a:rPr>
                      <m:t>=</m:t>
                    </m:r>
                    <m:r>
                      <a:rPr lang="es-MX" b="0" i="1" smtClean="0">
                        <a:latin typeface="Cambria Math" panose="02040503050406030204" pitchFamily="18" charset="0"/>
                      </a:rPr>
                      <m:t>𝐸</m:t>
                    </m:r>
                    <m:d>
                      <m:dPr>
                        <m:begChr m:val="["/>
                        <m:endChr m:val="]"/>
                        <m:ctrlPr>
                          <a:rPr lang="es-MX" b="0" i="1" smtClean="0">
                            <a:latin typeface="Cambria Math" panose="02040503050406030204" pitchFamily="18" charset="0"/>
                          </a:rPr>
                        </m:ctrlPr>
                      </m:dPr>
                      <m:e>
                        <m:r>
                          <a:rPr lang="es-MX" b="0" i="1" smtClean="0">
                            <a:latin typeface="Cambria Math" panose="02040503050406030204" pitchFamily="18" charset="0"/>
                          </a:rPr>
                          <m:t>𝑋𝑌</m:t>
                        </m:r>
                      </m:e>
                    </m:d>
                    <m:r>
                      <a:rPr lang="es-MX" b="0" i="1" smtClean="0">
                        <a:latin typeface="Cambria Math" panose="02040503050406030204" pitchFamily="18" charset="0"/>
                      </a:rPr>
                      <m:t>−</m:t>
                    </m:r>
                    <m:r>
                      <a:rPr lang="es-MX" b="0" i="1" smtClean="0">
                        <a:latin typeface="Cambria Math" panose="02040503050406030204" pitchFamily="18" charset="0"/>
                      </a:rPr>
                      <m:t>𝐸</m:t>
                    </m:r>
                    <m:d>
                      <m:dPr>
                        <m:begChr m:val="["/>
                        <m:endChr m:val="]"/>
                        <m:ctrlPr>
                          <a:rPr lang="es-MX" b="0" i="1" smtClean="0">
                            <a:latin typeface="Cambria Math" panose="02040503050406030204" pitchFamily="18" charset="0"/>
                          </a:rPr>
                        </m:ctrlPr>
                      </m:dPr>
                      <m:e>
                        <m:r>
                          <a:rPr lang="es-MX" b="0" i="1" smtClean="0">
                            <a:latin typeface="Cambria Math" panose="02040503050406030204" pitchFamily="18" charset="0"/>
                          </a:rPr>
                          <m:t>𝑋</m:t>
                        </m:r>
                      </m:e>
                    </m:d>
                    <m:r>
                      <a:rPr lang="es-MX" b="0" i="1" smtClean="0">
                        <a:latin typeface="Cambria Math" panose="02040503050406030204" pitchFamily="18" charset="0"/>
                      </a:rPr>
                      <m:t>𝐸</m:t>
                    </m:r>
                    <m:r>
                      <a:rPr lang="es-MX" b="0" i="1" smtClean="0">
                        <a:latin typeface="Cambria Math" panose="02040503050406030204" pitchFamily="18" charset="0"/>
                      </a:rPr>
                      <m:t>[</m:t>
                    </m:r>
                    <m:r>
                      <a:rPr lang="es-MX" b="0" i="1" smtClean="0">
                        <a:latin typeface="Cambria Math" panose="02040503050406030204" pitchFamily="18" charset="0"/>
                      </a:rPr>
                      <m:t>𝑌</m:t>
                    </m:r>
                    <m:r>
                      <a:rPr lang="es-MX" b="0" i="1" smtClean="0">
                        <a:latin typeface="Cambria Math" panose="02040503050406030204" pitchFamily="18" charset="0"/>
                      </a:rPr>
                      <m:t>]</m:t>
                    </m:r>
                  </m:oMath>
                </a14:m>
                <a:endParaRPr lang="es-MX" dirty="0"/>
              </a:p>
              <a:p>
                <a:pPr algn="ctr"/>
                <a:endParaRPr lang="es-MX" dirty="0"/>
              </a:p>
              <a:p>
                <a:pPr algn="just"/>
                <a:endParaRPr lang="es-MX" dirty="0"/>
              </a:p>
            </p:txBody>
          </p:sp>
        </mc:Choice>
        <mc:Fallback xmlns="">
          <p:sp>
            <p:nvSpPr>
              <p:cNvPr id="4" name="Subtítulo 7">
                <a:extLst>
                  <a:ext uri="{FF2B5EF4-FFF2-40B4-BE49-F238E27FC236}">
                    <a16:creationId xmlns:a16="http://schemas.microsoft.com/office/drawing/2014/main" id="{3760ED02-ACD9-4E6C-638B-7159491EBD7A}"/>
                  </a:ext>
                </a:extLst>
              </p:cNvPr>
              <p:cNvSpPr txBox="1">
                <a:spLocks noRot="1" noChangeAspect="1" noMove="1" noResize="1" noEditPoints="1" noAdjustHandles="1" noChangeArrowheads="1" noChangeShapeType="1" noTextEdit="1"/>
              </p:cNvSpPr>
              <p:nvPr/>
            </p:nvSpPr>
            <p:spPr>
              <a:xfrm>
                <a:off x="855730" y="1432908"/>
                <a:ext cx="7623901" cy="2874774"/>
              </a:xfrm>
              <a:prstGeom prst="rect">
                <a:avLst/>
              </a:prstGeom>
              <a:blipFill>
                <a:blip r:embed="rId2"/>
                <a:stretch>
                  <a:fillRect l="-240" t="-424" r="-240"/>
                </a:stretch>
              </a:blipFill>
            </p:spPr>
            <p:txBody>
              <a:bodyPr/>
              <a:lstStyle/>
              <a:p>
                <a:r>
                  <a:rPr lang="es-PE">
                    <a:noFill/>
                  </a:rPr>
                  <a:t> </a:t>
                </a:r>
              </a:p>
            </p:txBody>
          </p:sp>
        </mc:Fallback>
      </mc:AlternateContent>
    </p:spTree>
    <p:extLst>
      <p:ext uri="{BB962C8B-B14F-4D97-AF65-F5344CB8AC3E}">
        <p14:creationId xmlns:p14="http://schemas.microsoft.com/office/powerpoint/2010/main" val="376663455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FFB18-8450-0F13-30A5-CEE7B0320224}"/>
              </a:ext>
            </a:extLst>
          </p:cNvPr>
          <p:cNvSpPr>
            <a:spLocks noGrp="1"/>
          </p:cNvSpPr>
          <p:nvPr>
            <p:ph type="title"/>
          </p:nvPr>
        </p:nvSpPr>
        <p:spPr/>
        <p:txBody>
          <a:bodyPr/>
          <a:lstStyle/>
          <a:p>
            <a:endParaRPr lang="es-PE"/>
          </a:p>
        </p:txBody>
      </p:sp>
      <p:sp>
        <p:nvSpPr>
          <p:cNvPr id="3" name="Text Placeholder 2">
            <a:extLst>
              <a:ext uri="{FF2B5EF4-FFF2-40B4-BE49-F238E27FC236}">
                <a16:creationId xmlns:a16="http://schemas.microsoft.com/office/drawing/2014/main" id="{56F7DBEE-70BA-F279-E403-B05CC36319DA}"/>
              </a:ext>
            </a:extLst>
          </p:cNvPr>
          <p:cNvSpPr>
            <a:spLocks noGrp="1"/>
          </p:cNvSpPr>
          <p:nvPr>
            <p:ph type="body" idx="1"/>
          </p:nvPr>
        </p:nvSpPr>
        <p:spPr/>
        <p:txBody>
          <a:bodyPr/>
          <a:lstStyle/>
          <a:p>
            <a:endParaRPr lang="es-PE"/>
          </a:p>
        </p:txBody>
      </p:sp>
      <p:pic>
        <p:nvPicPr>
          <p:cNvPr id="8" name="Picture 7" descr="Graphical user interface, text, application, email&#10;&#10;Description automatically generated">
            <a:extLst>
              <a:ext uri="{FF2B5EF4-FFF2-40B4-BE49-F238E27FC236}">
                <a16:creationId xmlns:a16="http://schemas.microsoft.com/office/drawing/2014/main" id="{835349AC-9933-9AB1-99FF-71D4197304BA}"/>
              </a:ext>
            </a:extLst>
          </p:cNvPr>
          <p:cNvPicPr>
            <a:picLocks noChangeAspect="1"/>
          </p:cNvPicPr>
          <p:nvPr/>
        </p:nvPicPr>
        <p:blipFill rotWithShape="1">
          <a:blip r:embed="rId2"/>
          <a:srcRect r="3581"/>
          <a:stretch/>
        </p:blipFill>
        <p:spPr>
          <a:xfrm>
            <a:off x="248356" y="759478"/>
            <a:ext cx="8579556" cy="3231547"/>
          </a:xfrm>
          <a:prstGeom prst="rect">
            <a:avLst/>
          </a:prstGeom>
        </p:spPr>
      </p:pic>
    </p:spTree>
    <p:extLst>
      <p:ext uri="{BB962C8B-B14F-4D97-AF65-F5344CB8AC3E}">
        <p14:creationId xmlns:p14="http://schemas.microsoft.com/office/powerpoint/2010/main" val="415885290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5E3DA-DB6C-1D60-5173-165358C44325}"/>
              </a:ext>
            </a:extLst>
          </p:cNvPr>
          <p:cNvSpPr>
            <a:spLocks noGrp="1"/>
          </p:cNvSpPr>
          <p:nvPr>
            <p:ph type="title"/>
          </p:nvPr>
        </p:nvSpPr>
        <p:spPr/>
        <p:txBody>
          <a:bodyPr/>
          <a:lstStyle/>
          <a:p>
            <a:endParaRPr lang="es-PE"/>
          </a:p>
        </p:txBody>
      </p:sp>
      <p:sp>
        <p:nvSpPr>
          <p:cNvPr id="3" name="Text Placeholder 2">
            <a:extLst>
              <a:ext uri="{FF2B5EF4-FFF2-40B4-BE49-F238E27FC236}">
                <a16:creationId xmlns:a16="http://schemas.microsoft.com/office/drawing/2014/main" id="{BF863415-8400-2518-210E-DC460F9F3CEF}"/>
              </a:ext>
            </a:extLst>
          </p:cNvPr>
          <p:cNvSpPr>
            <a:spLocks noGrp="1"/>
          </p:cNvSpPr>
          <p:nvPr>
            <p:ph type="body" idx="1"/>
          </p:nvPr>
        </p:nvSpPr>
        <p:spPr/>
        <p:txBody>
          <a:bodyPr/>
          <a:lstStyle/>
          <a:p>
            <a:endParaRPr lang="es-PE"/>
          </a:p>
        </p:txBody>
      </p:sp>
      <p:pic>
        <p:nvPicPr>
          <p:cNvPr id="4" name="Picture 3" descr="Text&#10;&#10;Description automatically generated with medium confidence">
            <a:extLst>
              <a:ext uri="{FF2B5EF4-FFF2-40B4-BE49-F238E27FC236}">
                <a16:creationId xmlns:a16="http://schemas.microsoft.com/office/drawing/2014/main" id="{490BEABC-766F-FF3A-9530-DD50A2583380}"/>
              </a:ext>
            </a:extLst>
          </p:cNvPr>
          <p:cNvPicPr>
            <a:picLocks noChangeAspect="1"/>
          </p:cNvPicPr>
          <p:nvPr/>
        </p:nvPicPr>
        <p:blipFill>
          <a:blip r:embed="rId2"/>
          <a:stretch>
            <a:fillRect/>
          </a:stretch>
        </p:blipFill>
        <p:spPr>
          <a:xfrm>
            <a:off x="1682044" y="1077205"/>
            <a:ext cx="5372629" cy="2989089"/>
          </a:xfrm>
          <a:prstGeom prst="rect">
            <a:avLst/>
          </a:prstGeom>
        </p:spPr>
      </p:pic>
    </p:spTree>
    <p:extLst>
      <p:ext uri="{BB962C8B-B14F-4D97-AF65-F5344CB8AC3E}">
        <p14:creationId xmlns:p14="http://schemas.microsoft.com/office/powerpoint/2010/main" val="166659435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9AAA7924-0509-C5C1-A9AA-83123D97BCCF}"/>
              </a:ext>
            </a:extLst>
          </p:cNvPr>
          <p:cNvSpPr>
            <a:spLocks noGrp="1"/>
          </p:cNvSpPr>
          <p:nvPr>
            <p:ph type="title"/>
          </p:nvPr>
        </p:nvSpPr>
        <p:spPr>
          <a:xfrm>
            <a:off x="1286901" y="428024"/>
            <a:ext cx="6690120" cy="572700"/>
          </a:xfrm>
        </p:spPr>
        <p:txBody>
          <a:bodyPr/>
          <a:lstStyle/>
          <a:p>
            <a:r>
              <a:rPr lang="es-MX" dirty="0">
                <a:solidFill>
                  <a:schemeClr val="accent2"/>
                </a:solidFill>
              </a:rPr>
              <a:t>Propiedades de la Covarianza</a:t>
            </a:r>
            <a:endParaRPr lang="es-PE" dirty="0">
              <a:solidFill>
                <a:schemeClr val="accent2"/>
              </a:solidFill>
            </a:endParaRPr>
          </a:p>
        </p:txBody>
      </p:sp>
      <mc:AlternateContent xmlns:mc="http://schemas.openxmlformats.org/markup-compatibility/2006" xmlns:a14="http://schemas.microsoft.com/office/drawing/2010/main">
        <mc:Choice Requires="a14">
          <p:sp>
            <p:nvSpPr>
              <p:cNvPr id="4" name="Subtítulo 7">
                <a:extLst>
                  <a:ext uri="{FF2B5EF4-FFF2-40B4-BE49-F238E27FC236}">
                    <a16:creationId xmlns:a16="http://schemas.microsoft.com/office/drawing/2014/main" id="{3760ED02-ACD9-4E6C-638B-7159491EBD7A}"/>
                  </a:ext>
                </a:extLst>
              </p:cNvPr>
              <p:cNvSpPr txBox="1">
                <a:spLocks/>
              </p:cNvSpPr>
              <p:nvPr/>
            </p:nvSpPr>
            <p:spPr>
              <a:xfrm>
                <a:off x="820011" y="1190621"/>
                <a:ext cx="7623901" cy="352425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MX" dirty="0"/>
                  <a:t>Si X, Y, W y V son variables aleatorias de valor real y a, b, c, d son constantes de valor real, entones se cumple:</a:t>
                </a:r>
              </a:p>
              <a:p>
                <a:endParaRPr lang="es-MX" dirty="0"/>
              </a:p>
              <a:p>
                <a:pPr marL="285750" indent="-285750">
                  <a:buFont typeface="Arial" panose="020B0604020202020204" pitchFamily="34" charset="0"/>
                  <a:buChar char="•"/>
                </a:pPr>
                <a14:m>
                  <m:oMath xmlns:m="http://schemas.openxmlformats.org/officeDocument/2006/math">
                    <m:r>
                      <a:rPr lang="es-MX" b="0" i="1" smtClean="0">
                        <a:latin typeface="Cambria Math" panose="02040503050406030204" pitchFamily="18" charset="0"/>
                      </a:rPr>
                      <m:t>𝑐𝑜𝑣</m:t>
                    </m:r>
                    <m:d>
                      <m:dPr>
                        <m:ctrlPr>
                          <a:rPr lang="es-MX" b="0" i="1" smtClean="0">
                            <a:latin typeface="Cambria Math" panose="02040503050406030204" pitchFamily="18" charset="0"/>
                          </a:rPr>
                        </m:ctrlPr>
                      </m:dPr>
                      <m:e>
                        <m:r>
                          <a:rPr lang="es-MX" b="0" i="1" smtClean="0">
                            <a:latin typeface="Cambria Math" panose="02040503050406030204" pitchFamily="18" charset="0"/>
                          </a:rPr>
                          <m:t>𝑋</m:t>
                        </m:r>
                        <m:r>
                          <a:rPr lang="es-MX" b="0" i="1" smtClean="0">
                            <a:latin typeface="Cambria Math" panose="02040503050406030204" pitchFamily="18" charset="0"/>
                          </a:rPr>
                          <m:t>,</m:t>
                        </m:r>
                        <m:r>
                          <a:rPr lang="es-MX" b="0" i="1" smtClean="0">
                            <a:latin typeface="Cambria Math" panose="02040503050406030204" pitchFamily="18" charset="0"/>
                          </a:rPr>
                          <m:t>𝑎</m:t>
                        </m:r>
                      </m:e>
                    </m:d>
                    <m:r>
                      <a:rPr lang="es-MX" b="0" i="1" smtClean="0">
                        <a:latin typeface="Cambria Math" panose="02040503050406030204" pitchFamily="18" charset="0"/>
                      </a:rPr>
                      <m:t>=0</m:t>
                    </m:r>
                  </m:oMath>
                </a14:m>
                <a:endParaRPr lang="es-MX" b="0" dirty="0"/>
              </a:p>
              <a:p>
                <a:pPr marL="285750" indent="-285750">
                  <a:buFont typeface="Arial" panose="020B0604020202020204" pitchFamily="34" charset="0"/>
                  <a:buChar char="•"/>
                </a:pPr>
                <a14:m>
                  <m:oMath xmlns:m="http://schemas.openxmlformats.org/officeDocument/2006/math">
                    <m:r>
                      <a:rPr lang="es-MX" b="0" i="1" smtClean="0">
                        <a:latin typeface="Cambria Math" panose="02040503050406030204" pitchFamily="18" charset="0"/>
                      </a:rPr>
                      <m:t>𝑐𝑜𝑣</m:t>
                    </m:r>
                    <m:d>
                      <m:dPr>
                        <m:ctrlPr>
                          <a:rPr lang="es-MX" b="0" i="1" smtClean="0">
                            <a:latin typeface="Cambria Math" panose="02040503050406030204" pitchFamily="18" charset="0"/>
                          </a:rPr>
                        </m:ctrlPr>
                      </m:dPr>
                      <m:e>
                        <m:r>
                          <a:rPr lang="es-MX" b="0" i="1" smtClean="0">
                            <a:latin typeface="Cambria Math" panose="02040503050406030204" pitchFamily="18" charset="0"/>
                          </a:rPr>
                          <m:t>𝑋</m:t>
                        </m:r>
                        <m:r>
                          <a:rPr lang="es-MX" b="0" i="1" smtClean="0">
                            <a:latin typeface="Cambria Math" panose="02040503050406030204" pitchFamily="18" charset="0"/>
                          </a:rPr>
                          <m:t>,</m:t>
                        </m:r>
                        <m:r>
                          <a:rPr lang="es-MX" b="0" i="1" smtClean="0">
                            <a:latin typeface="Cambria Math" panose="02040503050406030204" pitchFamily="18" charset="0"/>
                          </a:rPr>
                          <m:t>𝑋</m:t>
                        </m:r>
                      </m:e>
                    </m:d>
                    <m:r>
                      <a:rPr lang="es-MX" b="0" i="1" smtClean="0">
                        <a:latin typeface="Cambria Math" panose="02040503050406030204" pitchFamily="18" charset="0"/>
                      </a:rPr>
                      <m:t>=</m:t>
                    </m:r>
                    <m:r>
                      <a:rPr lang="es-MX" b="0" i="1" smtClean="0">
                        <a:latin typeface="Cambria Math" panose="02040503050406030204" pitchFamily="18" charset="0"/>
                      </a:rPr>
                      <m:t>𝑣𝑎𝑟</m:t>
                    </m:r>
                    <m:d>
                      <m:dPr>
                        <m:ctrlPr>
                          <a:rPr lang="es-MX" b="0" i="1" smtClean="0">
                            <a:latin typeface="Cambria Math" panose="02040503050406030204" pitchFamily="18" charset="0"/>
                          </a:rPr>
                        </m:ctrlPr>
                      </m:dPr>
                      <m:e>
                        <m:r>
                          <a:rPr lang="es-MX" b="0" i="1" smtClean="0">
                            <a:latin typeface="Cambria Math" panose="02040503050406030204" pitchFamily="18" charset="0"/>
                          </a:rPr>
                          <m:t>𝑋</m:t>
                        </m:r>
                      </m:e>
                    </m:d>
                  </m:oMath>
                </a14:m>
                <a:endParaRPr lang="es-MX" b="0" dirty="0"/>
              </a:p>
              <a:p>
                <a:pPr marL="285750" indent="-285750">
                  <a:buFont typeface="Arial" panose="020B0604020202020204" pitchFamily="34" charset="0"/>
                  <a:buChar char="•"/>
                </a:pPr>
                <a14:m>
                  <m:oMath xmlns:m="http://schemas.openxmlformats.org/officeDocument/2006/math">
                    <m:r>
                      <a:rPr lang="es-MX" b="0" i="1" smtClean="0">
                        <a:latin typeface="Cambria Math" panose="02040503050406030204" pitchFamily="18" charset="0"/>
                      </a:rPr>
                      <m:t>𝑐𝑜𝑣</m:t>
                    </m:r>
                    <m:d>
                      <m:dPr>
                        <m:ctrlPr>
                          <a:rPr lang="es-MX" b="0" i="1" smtClean="0">
                            <a:latin typeface="Cambria Math" panose="02040503050406030204" pitchFamily="18" charset="0"/>
                          </a:rPr>
                        </m:ctrlPr>
                      </m:dPr>
                      <m:e>
                        <m:r>
                          <a:rPr lang="es-MX" b="0" i="1" smtClean="0">
                            <a:latin typeface="Cambria Math" panose="02040503050406030204" pitchFamily="18" charset="0"/>
                          </a:rPr>
                          <m:t>𝑋</m:t>
                        </m:r>
                        <m:r>
                          <a:rPr lang="es-MX" b="0" i="1" smtClean="0">
                            <a:latin typeface="Cambria Math" panose="02040503050406030204" pitchFamily="18" charset="0"/>
                          </a:rPr>
                          <m:t>,</m:t>
                        </m:r>
                        <m:r>
                          <a:rPr lang="es-MX" b="0" i="1" smtClean="0">
                            <a:latin typeface="Cambria Math" panose="02040503050406030204" pitchFamily="18" charset="0"/>
                          </a:rPr>
                          <m:t>𝑌</m:t>
                        </m:r>
                      </m:e>
                    </m:d>
                    <m:r>
                      <a:rPr lang="es-MX" b="0" i="1" smtClean="0">
                        <a:latin typeface="Cambria Math" panose="02040503050406030204" pitchFamily="18" charset="0"/>
                      </a:rPr>
                      <m:t>=</m:t>
                    </m:r>
                    <m:r>
                      <a:rPr lang="es-MX" b="0" i="1" smtClean="0">
                        <a:latin typeface="Cambria Math" panose="02040503050406030204" pitchFamily="18" charset="0"/>
                      </a:rPr>
                      <m:t>𝑐𝑜𝑣</m:t>
                    </m:r>
                    <m:d>
                      <m:dPr>
                        <m:ctrlPr>
                          <a:rPr lang="es-MX" b="0" i="1" smtClean="0">
                            <a:latin typeface="Cambria Math" panose="02040503050406030204" pitchFamily="18" charset="0"/>
                          </a:rPr>
                        </m:ctrlPr>
                      </m:dPr>
                      <m:e>
                        <m:r>
                          <a:rPr lang="es-MX" b="0" i="1" smtClean="0">
                            <a:latin typeface="Cambria Math" panose="02040503050406030204" pitchFamily="18" charset="0"/>
                          </a:rPr>
                          <m:t>𝑌</m:t>
                        </m:r>
                        <m:r>
                          <a:rPr lang="es-MX" b="0" i="1" smtClean="0">
                            <a:latin typeface="Cambria Math" panose="02040503050406030204" pitchFamily="18" charset="0"/>
                          </a:rPr>
                          <m:t>,</m:t>
                        </m:r>
                        <m:r>
                          <a:rPr lang="es-MX" b="0" i="1" smtClean="0">
                            <a:latin typeface="Cambria Math" panose="02040503050406030204" pitchFamily="18" charset="0"/>
                          </a:rPr>
                          <m:t>𝑋</m:t>
                        </m:r>
                      </m:e>
                    </m:d>
                  </m:oMath>
                </a14:m>
                <a:endParaRPr lang="es-MX" b="0" dirty="0"/>
              </a:p>
              <a:p>
                <a:pPr marL="285750" indent="-285750">
                  <a:buFont typeface="Arial" panose="020B0604020202020204" pitchFamily="34" charset="0"/>
                  <a:buChar char="•"/>
                </a:pPr>
                <a14:m>
                  <m:oMath xmlns:m="http://schemas.openxmlformats.org/officeDocument/2006/math">
                    <m:r>
                      <a:rPr lang="es-MX" b="0" i="1" smtClean="0">
                        <a:latin typeface="Cambria Math" panose="02040503050406030204" pitchFamily="18" charset="0"/>
                      </a:rPr>
                      <m:t>𝑐𝑜𝑣</m:t>
                    </m:r>
                    <m:d>
                      <m:dPr>
                        <m:ctrlPr>
                          <a:rPr lang="es-MX" b="0" i="1" smtClean="0">
                            <a:latin typeface="Cambria Math" panose="02040503050406030204" pitchFamily="18" charset="0"/>
                          </a:rPr>
                        </m:ctrlPr>
                      </m:dPr>
                      <m:e>
                        <m:r>
                          <a:rPr lang="es-MX" b="0" i="1" smtClean="0">
                            <a:latin typeface="Cambria Math" panose="02040503050406030204" pitchFamily="18" charset="0"/>
                          </a:rPr>
                          <m:t>𝑎𝑋</m:t>
                        </m:r>
                        <m:r>
                          <a:rPr lang="es-MX" b="0" i="1" smtClean="0">
                            <a:latin typeface="Cambria Math" panose="02040503050406030204" pitchFamily="18" charset="0"/>
                          </a:rPr>
                          <m:t>,</m:t>
                        </m:r>
                        <m:r>
                          <a:rPr lang="es-MX" b="0" i="1" smtClean="0">
                            <a:latin typeface="Cambria Math" panose="02040503050406030204" pitchFamily="18" charset="0"/>
                          </a:rPr>
                          <m:t>𝑏𝑌</m:t>
                        </m:r>
                      </m:e>
                    </m:d>
                    <m:r>
                      <a:rPr lang="es-MX" b="0" i="1" smtClean="0">
                        <a:latin typeface="Cambria Math" panose="02040503050406030204" pitchFamily="18" charset="0"/>
                      </a:rPr>
                      <m:t>=</m:t>
                    </m:r>
                    <m:r>
                      <a:rPr lang="es-MX" b="0" i="1" smtClean="0">
                        <a:latin typeface="Cambria Math" panose="02040503050406030204" pitchFamily="18" charset="0"/>
                      </a:rPr>
                      <m:t>𝑎𝑏</m:t>
                    </m:r>
                    <m:r>
                      <a:rPr lang="es-MX" b="0" i="1" smtClean="0">
                        <a:latin typeface="Cambria Math" panose="02040503050406030204" pitchFamily="18" charset="0"/>
                      </a:rPr>
                      <m:t> </m:t>
                    </m:r>
                    <m:r>
                      <a:rPr lang="es-MX" b="0" i="1" smtClean="0">
                        <a:latin typeface="Cambria Math" panose="02040503050406030204" pitchFamily="18" charset="0"/>
                      </a:rPr>
                      <m:t>𝑐𝑜𝑣</m:t>
                    </m:r>
                    <m:d>
                      <m:dPr>
                        <m:ctrlPr>
                          <a:rPr lang="es-MX" b="0" i="1" smtClean="0">
                            <a:latin typeface="Cambria Math" panose="02040503050406030204" pitchFamily="18" charset="0"/>
                          </a:rPr>
                        </m:ctrlPr>
                      </m:dPr>
                      <m:e>
                        <m:r>
                          <a:rPr lang="es-MX" b="0" i="1" smtClean="0">
                            <a:latin typeface="Cambria Math" panose="02040503050406030204" pitchFamily="18" charset="0"/>
                          </a:rPr>
                          <m:t>𝑋</m:t>
                        </m:r>
                        <m:r>
                          <a:rPr lang="es-MX" b="0" i="1" smtClean="0">
                            <a:latin typeface="Cambria Math" panose="02040503050406030204" pitchFamily="18" charset="0"/>
                          </a:rPr>
                          <m:t>,</m:t>
                        </m:r>
                        <m:r>
                          <a:rPr lang="es-MX" b="0" i="1" smtClean="0">
                            <a:latin typeface="Cambria Math" panose="02040503050406030204" pitchFamily="18" charset="0"/>
                          </a:rPr>
                          <m:t>𝑌</m:t>
                        </m:r>
                      </m:e>
                    </m:d>
                  </m:oMath>
                </a14:m>
                <a:endParaRPr lang="es-MX" b="0" dirty="0"/>
              </a:p>
              <a:p>
                <a:pPr marL="285750" indent="-285750">
                  <a:buFont typeface="Arial" panose="020B0604020202020204" pitchFamily="34" charset="0"/>
                  <a:buChar char="•"/>
                </a:pPr>
                <a14:m>
                  <m:oMath xmlns:m="http://schemas.openxmlformats.org/officeDocument/2006/math">
                    <m:r>
                      <a:rPr lang="es-MX" b="0" i="1" smtClean="0">
                        <a:latin typeface="Cambria Math" panose="02040503050406030204" pitchFamily="18" charset="0"/>
                      </a:rPr>
                      <m:t>𝑐𝑜𝑣</m:t>
                    </m:r>
                    <m:d>
                      <m:dPr>
                        <m:ctrlPr>
                          <a:rPr lang="es-MX" b="0" i="1" smtClean="0">
                            <a:latin typeface="Cambria Math" panose="02040503050406030204" pitchFamily="18" charset="0"/>
                          </a:rPr>
                        </m:ctrlPr>
                      </m:dPr>
                      <m:e>
                        <m:r>
                          <a:rPr lang="es-MX" b="0" i="1" smtClean="0">
                            <a:latin typeface="Cambria Math" panose="02040503050406030204" pitchFamily="18" charset="0"/>
                          </a:rPr>
                          <m:t>𝑋</m:t>
                        </m:r>
                        <m:r>
                          <a:rPr lang="es-MX" b="0" i="1" smtClean="0">
                            <a:latin typeface="Cambria Math" panose="02040503050406030204" pitchFamily="18" charset="0"/>
                          </a:rPr>
                          <m:t>+</m:t>
                        </m:r>
                        <m:r>
                          <a:rPr lang="es-MX" b="0" i="1" smtClean="0">
                            <a:latin typeface="Cambria Math" panose="02040503050406030204" pitchFamily="18" charset="0"/>
                          </a:rPr>
                          <m:t>𝑎</m:t>
                        </m:r>
                        <m:r>
                          <a:rPr lang="es-MX" b="0" i="1" smtClean="0">
                            <a:latin typeface="Cambria Math" panose="02040503050406030204" pitchFamily="18" charset="0"/>
                          </a:rPr>
                          <m:t>,</m:t>
                        </m:r>
                        <m:r>
                          <a:rPr lang="es-MX" b="0" i="1" smtClean="0">
                            <a:latin typeface="Cambria Math" panose="02040503050406030204" pitchFamily="18" charset="0"/>
                          </a:rPr>
                          <m:t>𝑌</m:t>
                        </m:r>
                        <m:r>
                          <a:rPr lang="es-MX" b="0" i="1" smtClean="0">
                            <a:latin typeface="Cambria Math" panose="02040503050406030204" pitchFamily="18" charset="0"/>
                          </a:rPr>
                          <m:t>+</m:t>
                        </m:r>
                        <m:r>
                          <a:rPr lang="es-MX" b="0" i="1" smtClean="0">
                            <a:latin typeface="Cambria Math" panose="02040503050406030204" pitchFamily="18" charset="0"/>
                          </a:rPr>
                          <m:t>𝑏</m:t>
                        </m:r>
                      </m:e>
                    </m:d>
                    <m:r>
                      <a:rPr lang="es-MX" b="0" i="1" smtClean="0">
                        <a:latin typeface="Cambria Math" panose="02040503050406030204" pitchFamily="18" charset="0"/>
                      </a:rPr>
                      <m:t>=</m:t>
                    </m:r>
                    <m:r>
                      <a:rPr lang="es-MX" b="0" i="1" smtClean="0">
                        <a:latin typeface="Cambria Math" panose="02040503050406030204" pitchFamily="18" charset="0"/>
                      </a:rPr>
                      <m:t>𝑐𝑜𝑣</m:t>
                    </m:r>
                    <m:d>
                      <m:dPr>
                        <m:ctrlPr>
                          <a:rPr lang="es-MX" b="0" i="1" smtClean="0">
                            <a:latin typeface="Cambria Math" panose="02040503050406030204" pitchFamily="18" charset="0"/>
                          </a:rPr>
                        </m:ctrlPr>
                      </m:dPr>
                      <m:e>
                        <m:r>
                          <a:rPr lang="es-MX" b="0" i="1" smtClean="0">
                            <a:latin typeface="Cambria Math" panose="02040503050406030204" pitchFamily="18" charset="0"/>
                          </a:rPr>
                          <m:t>𝑋</m:t>
                        </m:r>
                        <m:r>
                          <a:rPr lang="es-MX" b="0" i="1" smtClean="0">
                            <a:latin typeface="Cambria Math" panose="02040503050406030204" pitchFamily="18" charset="0"/>
                          </a:rPr>
                          <m:t>,</m:t>
                        </m:r>
                        <m:r>
                          <a:rPr lang="es-MX" b="0" i="1" smtClean="0">
                            <a:latin typeface="Cambria Math" panose="02040503050406030204" pitchFamily="18" charset="0"/>
                          </a:rPr>
                          <m:t>𝑌</m:t>
                        </m:r>
                      </m:e>
                    </m:d>
                  </m:oMath>
                </a14:m>
                <a:endParaRPr lang="es-MX" b="0" dirty="0"/>
              </a:p>
              <a:p>
                <a:pPr marL="285750" indent="-285750">
                  <a:buFont typeface="Arial" panose="020B0604020202020204" pitchFamily="34" charset="0"/>
                  <a:buChar char="•"/>
                </a:pPr>
                <a14:m>
                  <m:oMath xmlns:m="http://schemas.openxmlformats.org/officeDocument/2006/math">
                    <m:r>
                      <a:rPr lang="es-MX" b="0" i="1" smtClean="0">
                        <a:latin typeface="Cambria Math" panose="02040503050406030204" pitchFamily="18" charset="0"/>
                      </a:rPr>
                      <m:t>𝑐𝑜𝑣</m:t>
                    </m:r>
                    <m:d>
                      <m:dPr>
                        <m:ctrlPr>
                          <a:rPr lang="es-MX" b="0" i="1" smtClean="0">
                            <a:latin typeface="Cambria Math" panose="02040503050406030204" pitchFamily="18" charset="0"/>
                          </a:rPr>
                        </m:ctrlPr>
                      </m:dPr>
                      <m:e>
                        <m:r>
                          <a:rPr lang="es-MX" b="0" i="1" smtClean="0">
                            <a:latin typeface="Cambria Math" panose="02040503050406030204" pitchFamily="18" charset="0"/>
                          </a:rPr>
                          <m:t>𝑎𝑋</m:t>
                        </m:r>
                        <m:r>
                          <a:rPr lang="es-MX" b="0" i="1" smtClean="0">
                            <a:latin typeface="Cambria Math" panose="02040503050406030204" pitchFamily="18" charset="0"/>
                          </a:rPr>
                          <m:t>+</m:t>
                        </m:r>
                        <m:r>
                          <a:rPr lang="es-MX" b="0" i="1" smtClean="0">
                            <a:latin typeface="Cambria Math" panose="02040503050406030204" pitchFamily="18" charset="0"/>
                          </a:rPr>
                          <m:t>𝑏𝑌</m:t>
                        </m:r>
                        <m:r>
                          <a:rPr lang="es-MX" b="0" i="1" smtClean="0">
                            <a:latin typeface="Cambria Math" panose="02040503050406030204" pitchFamily="18" charset="0"/>
                          </a:rPr>
                          <m:t>,</m:t>
                        </m:r>
                        <m:r>
                          <a:rPr lang="es-MX" b="0" i="1" smtClean="0">
                            <a:latin typeface="Cambria Math" panose="02040503050406030204" pitchFamily="18" charset="0"/>
                          </a:rPr>
                          <m:t>𝑐𝑊</m:t>
                        </m:r>
                        <m:r>
                          <a:rPr lang="es-MX" b="0" i="1" smtClean="0">
                            <a:latin typeface="Cambria Math" panose="02040503050406030204" pitchFamily="18" charset="0"/>
                          </a:rPr>
                          <m:t>+</m:t>
                        </m:r>
                        <m:r>
                          <a:rPr lang="es-MX" b="0" i="1" smtClean="0">
                            <a:latin typeface="Cambria Math" panose="02040503050406030204" pitchFamily="18" charset="0"/>
                          </a:rPr>
                          <m:t>𝑑𝑉</m:t>
                        </m:r>
                      </m:e>
                    </m:d>
                    <m:r>
                      <a:rPr lang="es-MX" b="0" i="1" smtClean="0">
                        <a:latin typeface="Cambria Math" panose="02040503050406030204" pitchFamily="18" charset="0"/>
                      </a:rPr>
                      <m:t>=</m:t>
                    </m:r>
                    <m:r>
                      <a:rPr lang="es-MX" b="0" i="1" smtClean="0">
                        <a:latin typeface="Cambria Math" panose="02040503050406030204" pitchFamily="18" charset="0"/>
                      </a:rPr>
                      <m:t>𝑎𝑐</m:t>
                    </m:r>
                    <m:r>
                      <a:rPr lang="es-MX" b="0" i="1" smtClean="0">
                        <a:latin typeface="Cambria Math" panose="02040503050406030204" pitchFamily="18" charset="0"/>
                      </a:rPr>
                      <m:t> </m:t>
                    </m:r>
                    <m:r>
                      <a:rPr lang="es-MX" b="0" i="1" smtClean="0">
                        <a:latin typeface="Cambria Math" panose="02040503050406030204" pitchFamily="18" charset="0"/>
                      </a:rPr>
                      <m:t>𝑐𝑜𝑣</m:t>
                    </m:r>
                    <m:d>
                      <m:dPr>
                        <m:ctrlPr>
                          <a:rPr lang="es-MX" b="0" i="1" smtClean="0">
                            <a:latin typeface="Cambria Math" panose="02040503050406030204" pitchFamily="18" charset="0"/>
                          </a:rPr>
                        </m:ctrlPr>
                      </m:dPr>
                      <m:e>
                        <m:r>
                          <a:rPr lang="es-MX" b="0" i="1" smtClean="0">
                            <a:latin typeface="Cambria Math" panose="02040503050406030204" pitchFamily="18" charset="0"/>
                          </a:rPr>
                          <m:t>𝑋</m:t>
                        </m:r>
                        <m:r>
                          <a:rPr lang="es-MX" b="0" i="1" smtClean="0">
                            <a:latin typeface="Cambria Math" panose="02040503050406030204" pitchFamily="18" charset="0"/>
                          </a:rPr>
                          <m:t>,</m:t>
                        </m:r>
                        <m:r>
                          <a:rPr lang="es-MX" b="0" i="1" smtClean="0">
                            <a:latin typeface="Cambria Math" panose="02040503050406030204" pitchFamily="18" charset="0"/>
                          </a:rPr>
                          <m:t>𝑊</m:t>
                        </m:r>
                      </m:e>
                    </m:d>
                    <m:r>
                      <a:rPr lang="es-MX" b="0" i="1" smtClean="0">
                        <a:latin typeface="Cambria Math" panose="02040503050406030204" pitchFamily="18" charset="0"/>
                      </a:rPr>
                      <m:t>+</m:t>
                    </m:r>
                    <m:r>
                      <a:rPr lang="es-MX" b="0" i="1" smtClean="0">
                        <a:latin typeface="Cambria Math" panose="02040503050406030204" pitchFamily="18" charset="0"/>
                      </a:rPr>
                      <m:t>𝑎𝑑</m:t>
                    </m:r>
                    <m:r>
                      <a:rPr lang="es-MX" b="0" i="1" smtClean="0">
                        <a:latin typeface="Cambria Math" panose="02040503050406030204" pitchFamily="18" charset="0"/>
                      </a:rPr>
                      <m:t> </m:t>
                    </m:r>
                    <m:r>
                      <a:rPr lang="es-MX" b="0" i="1" smtClean="0">
                        <a:latin typeface="Cambria Math" panose="02040503050406030204" pitchFamily="18" charset="0"/>
                      </a:rPr>
                      <m:t>𝑐𝑜𝑣</m:t>
                    </m:r>
                    <m:d>
                      <m:dPr>
                        <m:ctrlPr>
                          <a:rPr lang="es-MX" b="0" i="1" smtClean="0">
                            <a:latin typeface="Cambria Math" panose="02040503050406030204" pitchFamily="18" charset="0"/>
                          </a:rPr>
                        </m:ctrlPr>
                      </m:dPr>
                      <m:e>
                        <m:r>
                          <a:rPr lang="es-MX" b="0" i="1" smtClean="0">
                            <a:latin typeface="Cambria Math" panose="02040503050406030204" pitchFamily="18" charset="0"/>
                          </a:rPr>
                          <m:t>𝑋</m:t>
                        </m:r>
                        <m:r>
                          <a:rPr lang="es-MX" b="0" i="1" smtClean="0">
                            <a:latin typeface="Cambria Math" panose="02040503050406030204" pitchFamily="18" charset="0"/>
                          </a:rPr>
                          <m:t>,</m:t>
                        </m:r>
                        <m:r>
                          <a:rPr lang="es-MX" b="0" i="1" smtClean="0">
                            <a:latin typeface="Cambria Math" panose="02040503050406030204" pitchFamily="18" charset="0"/>
                          </a:rPr>
                          <m:t>𝑉</m:t>
                        </m:r>
                      </m:e>
                    </m:d>
                    <m:r>
                      <a:rPr lang="es-MX" b="0" i="1" smtClean="0">
                        <a:latin typeface="Cambria Math" panose="02040503050406030204" pitchFamily="18" charset="0"/>
                      </a:rPr>
                      <m:t>+</m:t>
                    </m:r>
                    <m:r>
                      <a:rPr lang="es-MX" b="0" i="1" smtClean="0">
                        <a:latin typeface="Cambria Math" panose="02040503050406030204" pitchFamily="18" charset="0"/>
                      </a:rPr>
                      <m:t>𝑏𝑐</m:t>
                    </m:r>
                    <m:r>
                      <a:rPr lang="es-MX" b="0" i="1" smtClean="0">
                        <a:latin typeface="Cambria Math" panose="02040503050406030204" pitchFamily="18" charset="0"/>
                      </a:rPr>
                      <m:t> </m:t>
                    </m:r>
                    <m:r>
                      <a:rPr lang="es-MX" b="0" i="1" smtClean="0">
                        <a:latin typeface="Cambria Math" panose="02040503050406030204" pitchFamily="18" charset="0"/>
                      </a:rPr>
                      <m:t>𝑐𝑜𝑣</m:t>
                    </m:r>
                    <m:d>
                      <m:dPr>
                        <m:ctrlPr>
                          <a:rPr lang="es-MX" b="0" i="1" smtClean="0">
                            <a:latin typeface="Cambria Math" panose="02040503050406030204" pitchFamily="18" charset="0"/>
                          </a:rPr>
                        </m:ctrlPr>
                      </m:dPr>
                      <m:e>
                        <m:r>
                          <a:rPr lang="es-MX" b="0" i="1" smtClean="0">
                            <a:latin typeface="Cambria Math" panose="02040503050406030204" pitchFamily="18" charset="0"/>
                          </a:rPr>
                          <m:t>𝑌</m:t>
                        </m:r>
                        <m:r>
                          <a:rPr lang="es-MX" b="0" i="1" smtClean="0">
                            <a:latin typeface="Cambria Math" panose="02040503050406030204" pitchFamily="18" charset="0"/>
                          </a:rPr>
                          <m:t>,</m:t>
                        </m:r>
                        <m:r>
                          <a:rPr lang="es-MX" b="0" i="1" smtClean="0">
                            <a:latin typeface="Cambria Math" panose="02040503050406030204" pitchFamily="18" charset="0"/>
                          </a:rPr>
                          <m:t>𝑊</m:t>
                        </m:r>
                      </m:e>
                    </m:d>
                    <m:r>
                      <a:rPr lang="es-MX" b="0" i="1" smtClean="0">
                        <a:latin typeface="Cambria Math" panose="02040503050406030204" pitchFamily="18" charset="0"/>
                      </a:rPr>
                      <m:t>+</m:t>
                    </m:r>
                    <m:r>
                      <a:rPr lang="es-MX" b="0" i="1" smtClean="0">
                        <a:latin typeface="Cambria Math" panose="02040503050406030204" pitchFamily="18" charset="0"/>
                      </a:rPr>
                      <m:t>𝑏𝑑</m:t>
                    </m:r>
                    <m:r>
                      <a:rPr lang="es-MX" b="0" i="1" smtClean="0">
                        <a:latin typeface="Cambria Math" panose="02040503050406030204" pitchFamily="18" charset="0"/>
                      </a:rPr>
                      <m:t> </m:t>
                    </m:r>
                    <m:r>
                      <a:rPr lang="es-MX" b="0" i="1" smtClean="0">
                        <a:latin typeface="Cambria Math" panose="02040503050406030204" pitchFamily="18" charset="0"/>
                      </a:rPr>
                      <m:t>𝑐𝑜𝑣</m:t>
                    </m:r>
                    <m:r>
                      <a:rPr lang="es-MX" b="0" i="1" smtClean="0">
                        <a:latin typeface="Cambria Math" panose="02040503050406030204" pitchFamily="18" charset="0"/>
                      </a:rPr>
                      <m:t>(</m:t>
                    </m:r>
                    <m:r>
                      <a:rPr lang="es-MX" b="0" i="1" smtClean="0">
                        <a:latin typeface="Cambria Math" panose="02040503050406030204" pitchFamily="18" charset="0"/>
                      </a:rPr>
                      <m:t>𝑌</m:t>
                    </m:r>
                    <m:r>
                      <a:rPr lang="es-MX" b="0" i="1" smtClean="0">
                        <a:latin typeface="Cambria Math" panose="02040503050406030204" pitchFamily="18" charset="0"/>
                      </a:rPr>
                      <m:t>,</m:t>
                    </m:r>
                    <m:r>
                      <a:rPr lang="es-MX" b="0" i="1" smtClean="0">
                        <a:latin typeface="Cambria Math" panose="02040503050406030204" pitchFamily="18" charset="0"/>
                      </a:rPr>
                      <m:t>𝑉</m:t>
                    </m:r>
                    <m:r>
                      <a:rPr lang="es-MX" b="0" i="1" smtClean="0">
                        <a:latin typeface="Cambria Math" panose="02040503050406030204" pitchFamily="18" charset="0"/>
                      </a:rPr>
                      <m:t>)</m:t>
                    </m:r>
                  </m:oMath>
                </a14:m>
                <a:endParaRPr lang="es-MX" dirty="0"/>
              </a:p>
              <a:p>
                <a:pPr marL="285750" indent="-285750">
                  <a:buFont typeface="Arial" panose="020B0604020202020204" pitchFamily="34" charset="0"/>
                  <a:buChar char="•"/>
                </a:pPr>
                <a:endParaRPr lang="es-MX" dirty="0"/>
              </a:p>
              <a:p>
                <a:r>
                  <a:rPr lang="es-MX" dirty="0"/>
                  <a:t>Para una secuencia </a:t>
                </a:r>
                <a14:m>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𝑋</m:t>
                        </m:r>
                      </m:e>
                      <m:sub>
                        <m:r>
                          <a:rPr lang="es-MX" b="0" i="1" smtClean="0">
                            <a:latin typeface="Cambria Math" panose="02040503050406030204" pitchFamily="18" charset="0"/>
                          </a:rPr>
                          <m:t>1</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𝑋</m:t>
                        </m:r>
                      </m:e>
                      <m:sub>
                        <m:r>
                          <a:rPr lang="es-MX" b="0" i="1" smtClean="0">
                            <a:latin typeface="Cambria Math" panose="02040503050406030204" pitchFamily="18" charset="0"/>
                          </a:rPr>
                          <m:t>𝑛</m:t>
                        </m:r>
                      </m:sub>
                    </m:sSub>
                  </m:oMath>
                </a14:m>
                <a:r>
                  <a:rPr lang="es-MX" dirty="0"/>
                  <a:t> de variables aleatorias en valores reales y constantes </a:t>
                </a:r>
                <a14:m>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𝑎</m:t>
                        </m:r>
                      </m:e>
                      <m:sub>
                        <m:r>
                          <a:rPr lang="es-MX" b="0" i="1" smtClean="0">
                            <a:latin typeface="Cambria Math" panose="02040503050406030204" pitchFamily="18" charset="0"/>
                          </a:rPr>
                          <m:t>1</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𝑎</m:t>
                        </m:r>
                      </m:e>
                      <m:sub>
                        <m:r>
                          <a:rPr lang="es-MX" b="0" i="1" smtClean="0">
                            <a:latin typeface="Cambria Math" panose="02040503050406030204" pitchFamily="18" charset="0"/>
                          </a:rPr>
                          <m:t>𝑛</m:t>
                        </m:r>
                      </m:sub>
                    </m:sSub>
                  </m:oMath>
                </a14:m>
                <a:r>
                  <a:rPr lang="es-MX" dirty="0"/>
                  <a:t> tenemos:</a:t>
                </a:r>
              </a:p>
              <a:p>
                <a:endParaRPr lang="es-MX" dirty="0"/>
              </a:p>
              <a:p>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rPr>
                        <m:t>𝑣𝑎𝑟</m:t>
                      </m:r>
                      <m:d>
                        <m:dPr>
                          <m:ctrlPr>
                            <a:rPr lang="es-MX" b="0" i="1" smtClean="0">
                              <a:latin typeface="Cambria Math" panose="02040503050406030204" pitchFamily="18" charset="0"/>
                            </a:rPr>
                          </m:ctrlPr>
                        </m:dPr>
                        <m:e>
                          <m:nary>
                            <m:naryPr>
                              <m:chr m:val="∑"/>
                              <m:limLoc m:val="subSup"/>
                              <m:ctrlPr>
                                <a:rPr lang="es-MX" b="0" i="1" smtClean="0">
                                  <a:latin typeface="Cambria Math" panose="02040503050406030204" pitchFamily="18" charset="0"/>
                                </a:rPr>
                              </m:ctrlPr>
                            </m:naryPr>
                            <m:sub>
                              <m:r>
                                <m:rPr>
                                  <m:brk m:alnAt="25"/>
                                </m:rPr>
                                <a:rPr lang="es-MX" b="0" i="1" smtClean="0">
                                  <a:latin typeface="Cambria Math" panose="02040503050406030204" pitchFamily="18" charset="0"/>
                                </a:rPr>
                                <m:t>𝑖</m:t>
                              </m:r>
                              <m:r>
                                <a:rPr lang="es-MX" b="0" i="1" smtClean="0">
                                  <a:latin typeface="Cambria Math" panose="02040503050406030204" pitchFamily="18" charset="0"/>
                                </a:rPr>
                                <m:t>=</m:t>
                              </m:r>
                              <m:r>
                                <m:rPr>
                                  <m:brk m:alnAt="25"/>
                                </m:rPr>
                                <a:rPr lang="es-MX" b="0" i="1" smtClean="0">
                                  <a:latin typeface="Cambria Math" panose="02040503050406030204" pitchFamily="18" charset="0"/>
                                </a:rPr>
                                <m:t>1</m:t>
                              </m:r>
                            </m:sub>
                            <m:sup>
                              <m:r>
                                <a:rPr lang="es-MX" b="0" i="1" smtClean="0">
                                  <a:latin typeface="Cambria Math" panose="02040503050406030204" pitchFamily="18" charset="0"/>
                                </a:rPr>
                                <m:t>𝑛</m:t>
                              </m:r>
                            </m:sup>
                            <m:e>
                              <m:sSub>
                                <m:sSubPr>
                                  <m:ctrlPr>
                                    <a:rPr lang="es-MX" b="0" i="1" smtClean="0">
                                      <a:latin typeface="Cambria Math" panose="02040503050406030204" pitchFamily="18" charset="0"/>
                                    </a:rPr>
                                  </m:ctrlPr>
                                </m:sSubPr>
                                <m:e>
                                  <m:r>
                                    <a:rPr lang="es-MX" b="0" i="1" smtClean="0">
                                      <a:latin typeface="Cambria Math" panose="02040503050406030204" pitchFamily="18" charset="0"/>
                                    </a:rPr>
                                    <m:t>𝑎</m:t>
                                  </m:r>
                                </m:e>
                                <m:sub>
                                  <m:r>
                                    <a:rPr lang="es-MX" b="0" i="1" smtClean="0">
                                      <a:latin typeface="Cambria Math" panose="02040503050406030204" pitchFamily="18" charset="0"/>
                                    </a:rPr>
                                    <m:t>𝑖</m:t>
                                  </m:r>
                                </m:sub>
                              </m:sSub>
                              <m:sSub>
                                <m:sSubPr>
                                  <m:ctrlPr>
                                    <a:rPr lang="es-MX" b="0" i="1" smtClean="0">
                                      <a:latin typeface="Cambria Math" panose="02040503050406030204" pitchFamily="18" charset="0"/>
                                    </a:rPr>
                                  </m:ctrlPr>
                                </m:sSubPr>
                                <m:e>
                                  <m:r>
                                    <a:rPr lang="es-MX" b="0" i="1" smtClean="0">
                                      <a:latin typeface="Cambria Math" panose="02040503050406030204" pitchFamily="18" charset="0"/>
                                    </a:rPr>
                                    <m:t>𝑋</m:t>
                                  </m:r>
                                </m:e>
                                <m:sub>
                                  <m:r>
                                    <a:rPr lang="es-MX" b="0" i="1" smtClean="0">
                                      <a:latin typeface="Cambria Math" panose="02040503050406030204" pitchFamily="18" charset="0"/>
                                    </a:rPr>
                                    <m:t>𝑖</m:t>
                                  </m:r>
                                </m:sub>
                              </m:sSub>
                            </m:e>
                          </m:nary>
                        </m:e>
                      </m:d>
                      <m:r>
                        <a:rPr lang="es-MX" b="0" i="1" smtClean="0">
                          <a:latin typeface="Cambria Math" panose="02040503050406030204" pitchFamily="18" charset="0"/>
                        </a:rPr>
                        <m:t>=</m:t>
                      </m:r>
                      <m:nary>
                        <m:naryPr>
                          <m:chr m:val="∑"/>
                          <m:limLoc m:val="subSup"/>
                          <m:ctrlPr>
                            <a:rPr lang="es-MX" b="0" i="1" smtClean="0">
                              <a:latin typeface="Cambria Math" panose="02040503050406030204" pitchFamily="18" charset="0"/>
                            </a:rPr>
                          </m:ctrlPr>
                        </m:naryPr>
                        <m:sub>
                          <m:r>
                            <m:rPr>
                              <m:brk m:alnAt="25"/>
                            </m:rPr>
                            <a:rPr lang="es-MX" b="0" i="1" smtClean="0">
                              <a:latin typeface="Cambria Math" panose="02040503050406030204" pitchFamily="18" charset="0"/>
                            </a:rPr>
                            <m:t>𝑖</m:t>
                          </m:r>
                          <m:r>
                            <a:rPr lang="es-MX" b="0" i="1" smtClean="0">
                              <a:latin typeface="Cambria Math" panose="02040503050406030204" pitchFamily="18" charset="0"/>
                            </a:rPr>
                            <m:t>=</m:t>
                          </m:r>
                          <m:r>
                            <m:rPr>
                              <m:brk m:alnAt="25"/>
                            </m:rPr>
                            <a:rPr lang="es-MX" b="0" i="1" smtClean="0">
                              <a:latin typeface="Cambria Math" panose="02040503050406030204" pitchFamily="18" charset="0"/>
                            </a:rPr>
                            <m:t>1</m:t>
                          </m:r>
                        </m:sub>
                        <m:sup>
                          <m:r>
                            <a:rPr lang="es-MX" b="0" i="1" smtClean="0">
                              <a:latin typeface="Cambria Math" panose="02040503050406030204" pitchFamily="18" charset="0"/>
                            </a:rPr>
                            <m:t>𝑛</m:t>
                          </m:r>
                        </m:sup>
                        <m:e>
                          <m:sSubSup>
                            <m:sSubSupPr>
                              <m:ctrlPr>
                                <a:rPr lang="es-MX" b="0" i="1" smtClean="0">
                                  <a:latin typeface="Cambria Math" panose="02040503050406030204" pitchFamily="18" charset="0"/>
                                </a:rPr>
                              </m:ctrlPr>
                            </m:sSubSupPr>
                            <m:e>
                              <m:r>
                                <a:rPr lang="es-MX" b="0" i="1" smtClean="0">
                                  <a:latin typeface="Cambria Math" panose="02040503050406030204" pitchFamily="18" charset="0"/>
                                </a:rPr>
                                <m:t>𝑎</m:t>
                              </m:r>
                            </m:e>
                            <m:sub>
                              <m:r>
                                <a:rPr lang="es-MX" b="0" i="1" smtClean="0">
                                  <a:latin typeface="Cambria Math" panose="02040503050406030204" pitchFamily="18" charset="0"/>
                                </a:rPr>
                                <m:t>𝑖</m:t>
                              </m:r>
                            </m:sub>
                            <m:sup>
                              <m:r>
                                <a:rPr lang="es-MX" b="0" i="1" smtClean="0">
                                  <a:latin typeface="Cambria Math" panose="02040503050406030204" pitchFamily="18" charset="0"/>
                                </a:rPr>
                                <m:t>2</m:t>
                              </m:r>
                            </m:sup>
                          </m:sSubSup>
                        </m:e>
                      </m:nary>
                      <m:sSup>
                        <m:sSupPr>
                          <m:ctrlPr>
                            <a:rPr lang="es-MX" b="0" i="1" smtClean="0">
                              <a:latin typeface="Cambria Math" panose="02040503050406030204" pitchFamily="18" charset="0"/>
                            </a:rPr>
                          </m:ctrlPr>
                        </m:sSupPr>
                        <m:e>
                          <m:r>
                            <a:rPr lang="es-MX" b="0" i="1" smtClean="0">
                              <a:latin typeface="Cambria Math" panose="02040503050406030204" pitchFamily="18" charset="0"/>
                            </a:rPr>
                            <m:t>𝜎</m:t>
                          </m:r>
                        </m:e>
                        <m:sup>
                          <m:r>
                            <a:rPr lang="es-MX" b="0" i="1" smtClean="0">
                              <a:latin typeface="Cambria Math" panose="02040503050406030204" pitchFamily="18" charset="0"/>
                            </a:rPr>
                            <m:t>2</m:t>
                          </m:r>
                        </m:sup>
                      </m:sSup>
                      <m:d>
                        <m:dPr>
                          <m:ctrlPr>
                            <a:rPr lang="es-MX" b="0" i="1" smtClean="0">
                              <a:latin typeface="Cambria Math" panose="02040503050406030204" pitchFamily="18" charset="0"/>
                            </a:rPr>
                          </m:ctrlPr>
                        </m:dPr>
                        <m:e>
                          <m:sSub>
                            <m:sSubPr>
                              <m:ctrlPr>
                                <a:rPr lang="es-MX" b="0" i="1" smtClean="0">
                                  <a:latin typeface="Cambria Math" panose="02040503050406030204" pitchFamily="18" charset="0"/>
                                </a:rPr>
                              </m:ctrlPr>
                            </m:sSubPr>
                            <m:e>
                              <m:r>
                                <a:rPr lang="es-MX" b="0" i="1" smtClean="0">
                                  <a:latin typeface="Cambria Math" panose="02040503050406030204" pitchFamily="18" charset="0"/>
                                </a:rPr>
                                <m:t>𝑋</m:t>
                              </m:r>
                            </m:e>
                            <m:sub>
                              <m:r>
                                <a:rPr lang="es-MX" b="0" i="1" smtClean="0">
                                  <a:latin typeface="Cambria Math" panose="02040503050406030204" pitchFamily="18" charset="0"/>
                                </a:rPr>
                                <m:t>𝑖</m:t>
                              </m:r>
                            </m:sub>
                          </m:sSub>
                        </m:e>
                      </m:d>
                      <m:r>
                        <a:rPr lang="es-MX" b="0" i="1" smtClean="0">
                          <a:latin typeface="Cambria Math" panose="02040503050406030204" pitchFamily="18" charset="0"/>
                        </a:rPr>
                        <m:t>+2</m:t>
                      </m:r>
                      <m:nary>
                        <m:naryPr>
                          <m:chr m:val="∑"/>
                          <m:supHide m:val="on"/>
                          <m:ctrlPr>
                            <a:rPr lang="es-MX" b="0" i="1" smtClean="0">
                              <a:latin typeface="Cambria Math" panose="02040503050406030204" pitchFamily="18" charset="0"/>
                            </a:rPr>
                          </m:ctrlPr>
                        </m:naryPr>
                        <m:sub>
                          <m:r>
                            <m:rPr>
                              <m:brk m:alnAt="7"/>
                            </m:rPr>
                            <a:rPr lang="es-MX" b="0" i="1" smtClean="0">
                              <a:latin typeface="Cambria Math" panose="02040503050406030204" pitchFamily="18" charset="0"/>
                            </a:rPr>
                            <m:t>𝑖</m:t>
                          </m:r>
                          <m:r>
                            <a:rPr lang="es-MX" b="0" i="1" smtClean="0">
                              <a:latin typeface="Cambria Math" panose="02040503050406030204" pitchFamily="18" charset="0"/>
                            </a:rPr>
                            <m:t>,</m:t>
                          </m:r>
                          <m:r>
                            <a:rPr lang="es-MX" b="0" i="1" smtClean="0">
                              <a:latin typeface="Cambria Math" panose="02040503050406030204" pitchFamily="18" charset="0"/>
                            </a:rPr>
                            <m:t>𝑗</m:t>
                          </m:r>
                          <m:r>
                            <a:rPr lang="es-MX" b="0" i="1" smtClean="0">
                              <a:latin typeface="Cambria Math" panose="02040503050406030204" pitchFamily="18" charset="0"/>
                            </a:rPr>
                            <m:t>:</m:t>
                          </m:r>
                          <m:r>
                            <a:rPr lang="es-MX" b="0" i="1" smtClean="0">
                              <a:latin typeface="Cambria Math" panose="02040503050406030204" pitchFamily="18" charset="0"/>
                            </a:rPr>
                            <m:t>𝑖</m:t>
                          </m:r>
                          <m:r>
                            <a:rPr lang="es-MX" b="0" i="1" smtClean="0">
                              <a:latin typeface="Cambria Math" panose="02040503050406030204" pitchFamily="18" charset="0"/>
                            </a:rPr>
                            <m:t>&lt;</m:t>
                          </m:r>
                          <m:r>
                            <a:rPr lang="es-MX" b="0" i="1" smtClean="0">
                              <a:latin typeface="Cambria Math" panose="02040503050406030204" pitchFamily="18" charset="0"/>
                            </a:rPr>
                            <m:t>𝑗</m:t>
                          </m:r>
                        </m:sub>
                        <m:sup/>
                        <m:e>
                          <m:sSub>
                            <m:sSubPr>
                              <m:ctrlPr>
                                <a:rPr lang="es-MX" b="0" i="1" smtClean="0">
                                  <a:latin typeface="Cambria Math" panose="02040503050406030204" pitchFamily="18" charset="0"/>
                                </a:rPr>
                              </m:ctrlPr>
                            </m:sSubPr>
                            <m:e>
                              <m:r>
                                <a:rPr lang="es-MX" b="0" i="1" smtClean="0">
                                  <a:latin typeface="Cambria Math" panose="02040503050406030204" pitchFamily="18" charset="0"/>
                                </a:rPr>
                                <m:t>𝑎</m:t>
                              </m:r>
                            </m:e>
                            <m:sub>
                              <m:r>
                                <a:rPr lang="es-MX" b="0" i="1" smtClean="0">
                                  <a:latin typeface="Cambria Math" panose="02040503050406030204" pitchFamily="18" charset="0"/>
                                </a:rPr>
                                <m:t>𝑖</m:t>
                              </m:r>
                            </m:sub>
                          </m:sSub>
                          <m:sSub>
                            <m:sSubPr>
                              <m:ctrlPr>
                                <a:rPr lang="es-MX" b="0" i="1" smtClean="0">
                                  <a:latin typeface="Cambria Math" panose="02040503050406030204" pitchFamily="18" charset="0"/>
                                </a:rPr>
                              </m:ctrlPr>
                            </m:sSubPr>
                            <m:e>
                              <m:r>
                                <a:rPr lang="es-MX" b="0" i="1" smtClean="0">
                                  <a:latin typeface="Cambria Math" panose="02040503050406030204" pitchFamily="18" charset="0"/>
                                </a:rPr>
                                <m:t>𝑎</m:t>
                              </m:r>
                            </m:e>
                            <m:sub>
                              <m:r>
                                <a:rPr lang="es-MX" b="0" i="1" smtClean="0">
                                  <a:latin typeface="Cambria Math" panose="02040503050406030204" pitchFamily="18" charset="0"/>
                                </a:rPr>
                                <m:t>𝑗</m:t>
                              </m:r>
                            </m:sub>
                          </m:sSub>
                          <m:r>
                            <a:rPr lang="es-MX" b="0" i="1" smtClean="0">
                              <a:latin typeface="Cambria Math" panose="02040503050406030204" pitchFamily="18" charset="0"/>
                            </a:rPr>
                            <m:t> </m:t>
                          </m:r>
                          <m:r>
                            <a:rPr lang="es-MX" b="0" i="1" smtClean="0">
                              <a:latin typeface="Cambria Math" panose="02040503050406030204" pitchFamily="18" charset="0"/>
                            </a:rPr>
                            <m:t>𝑐𝑜𝑣</m:t>
                          </m:r>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𝑋</m:t>
                              </m:r>
                            </m:e>
                            <m:sub>
                              <m:r>
                                <a:rPr lang="es-MX" b="0" i="1" smtClean="0">
                                  <a:latin typeface="Cambria Math" panose="02040503050406030204" pitchFamily="18" charset="0"/>
                                </a:rPr>
                                <m:t>𝑖</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𝑋</m:t>
                              </m:r>
                            </m:e>
                            <m:sub>
                              <m:r>
                                <a:rPr lang="es-MX" b="0" i="1" smtClean="0">
                                  <a:latin typeface="Cambria Math" panose="02040503050406030204" pitchFamily="18" charset="0"/>
                                </a:rPr>
                                <m:t>𝑗</m:t>
                              </m:r>
                            </m:sub>
                          </m:sSub>
                          <m:r>
                            <a:rPr lang="es-MX" b="0" i="1" smtClean="0">
                              <a:latin typeface="Cambria Math" panose="02040503050406030204" pitchFamily="18" charset="0"/>
                            </a:rPr>
                            <m:t>)</m:t>
                          </m:r>
                        </m:e>
                      </m:nary>
                      <m:r>
                        <a:rPr lang="es-MX" b="0" i="1" smtClean="0">
                          <a:latin typeface="Cambria Math" panose="02040503050406030204" pitchFamily="18" charset="0"/>
                        </a:rPr>
                        <m:t>=</m:t>
                      </m:r>
                      <m:nary>
                        <m:naryPr>
                          <m:chr m:val="∑"/>
                          <m:supHide m:val="on"/>
                          <m:ctrlPr>
                            <a:rPr lang="es-MX" b="0" i="1" smtClean="0">
                              <a:latin typeface="Cambria Math" panose="02040503050406030204" pitchFamily="18" charset="0"/>
                            </a:rPr>
                          </m:ctrlPr>
                        </m:naryPr>
                        <m:sub>
                          <m:r>
                            <m:rPr>
                              <m:brk m:alnAt="7"/>
                            </m:rPr>
                            <a:rPr lang="es-MX" b="0" i="1" smtClean="0">
                              <a:latin typeface="Cambria Math" panose="02040503050406030204" pitchFamily="18" charset="0"/>
                            </a:rPr>
                            <m:t>𝑖</m:t>
                          </m:r>
                          <m:r>
                            <a:rPr lang="es-MX" b="0" i="1" smtClean="0">
                              <a:latin typeface="Cambria Math" panose="02040503050406030204" pitchFamily="18" charset="0"/>
                            </a:rPr>
                            <m:t>,</m:t>
                          </m:r>
                          <m:r>
                            <a:rPr lang="es-MX" b="0" i="1" smtClean="0">
                              <a:latin typeface="Cambria Math" panose="02040503050406030204" pitchFamily="18" charset="0"/>
                            </a:rPr>
                            <m:t>𝑗</m:t>
                          </m:r>
                        </m:sub>
                        <m:sup/>
                        <m:e>
                          <m:sSub>
                            <m:sSubPr>
                              <m:ctrlPr>
                                <a:rPr lang="es-MX" b="0" i="1" smtClean="0">
                                  <a:latin typeface="Cambria Math" panose="02040503050406030204" pitchFamily="18" charset="0"/>
                                </a:rPr>
                              </m:ctrlPr>
                            </m:sSubPr>
                            <m:e>
                              <m:r>
                                <a:rPr lang="es-MX" b="0" i="1" smtClean="0">
                                  <a:latin typeface="Cambria Math" panose="02040503050406030204" pitchFamily="18" charset="0"/>
                                </a:rPr>
                                <m:t>𝑎</m:t>
                              </m:r>
                            </m:e>
                            <m:sub>
                              <m:r>
                                <a:rPr lang="es-MX" b="0" i="1" smtClean="0">
                                  <a:latin typeface="Cambria Math" panose="02040503050406030204" pitchFamily="18" charset="0"/>
                                </a:rPr>
                                <m:t>𝑖</m:t>
                              </m:r>
                            </m:sub>
                          </m:sSub>
                          <m:sSub>
                            <m:sSubPr>
                              <m:ctrlPr>
                                <a:rPr lang="es-MX" b="0" i="1" smtClean="0">
                                  <a:latin typeface="Cambria Math" panose="02040503050406030204" pitchFamily="18" charset="0"/>
                                </a:rPr>
                              </m:ctrlPr>
                            </m:sSubPr>
                            <m:e>
                              <m:r>
                                <a:rPr lang="es-MX" b="0" i="1" smtClean="0">
                                  <a:latin typeface="Cambria Math" panose="02040503050406030204" pitchFamily="18" charset="0"/>
                                </a:rPr>
                                <m:t>𝑎</m:t>
                              </m:r>
                            </m:e>
                            <m:sub>
                              <m:r>
                                <a:rPr lang="es-MX" b="0" i="1" smtClean="0">
                                  <a:latin typeface="Cambria Math" panose="02040503050406030204" pitchFamily="18" charset="0"/>
                                </a:rPr>
                                <m:t>𝑗</m:t>
                              </m:r>
                            </m:sub>
                          </m:sSub>
                          <m:r>
                            <a:rPr lang="es-MX" b="0" i="1" smtClean="0">
                              <a:latin typeface="Cambria Math" panose="02040503050406030204" pitchFamily="18" charset="0"/>
                            </a:rPr>
                            <m:t> </m:t>
                          </m:r>
                          <m:r>
                            <a:rPr lang="es-MX" b="0" i="1" smtClean="0">
                              <a:latin typeface="Cambria Math" panose="02040503050406030204" pitchFamily="18" charset="0"/>
                            </a:rPr>
                            <m:t>𝑐𝑜𝑣</m:t>
                          </m:r>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𝑋</m:t>
                              </m:r>
                            </m:e>
                            <m:sub>
                              <m:r>
                                <a:rPr lang="es-MX" b="0" i="1" smtClean="0">
                                  <a:latin typeface="Cambria Math" panose="02040503050406030204" pitchFamily="18" charset="0"/>
                                </a:rPr>
                                <m:t>𝑖</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𝑋</m:t>
                              </m:r>
                            </m:e>
                            <m:sub>
                              <m:r>
                                <a:rPr lang="es-MX" b="0" i="1" smtClean="0">
                                  <a:latin typeface="Cambria Math" panose="02040503050406030204" pitchFamily="18" charset="0"/>
                                </a:rPr>
                                <m:t>𝑗</m:t>
                              </m:r>
                            </m:sub>
                          </m:sSub>
                          <m:r>
                            <a:rPr lang="es-MX" b="0" i="1" smtClean="0">
                              <a:latin typeface="Cambria Math" panose="02040503050406030204" pitchFamily="18" charset="0"/>
                            </a:rPr>
                            <m:t>)</m:t>
                          </m:r>
                        </m:e>
                      </m:nary>
                    </m:oMath>
                  </m:oMathPara>
                </a14:m>
                <a:endParaRPr lang="es-MX" dirty="0"/>
              </a:p>
              <a:p>
                <a:endParaRPr lang="es-MX" dirty="0"/>
              </a:p>
            </p:txBody>
          </p:sp>
        </mc:Choice>
        <mc:Fallback xmlns="">
          <p:sp>
            <p:nvSpPr>
              <p:cNvPr id="4" name="Subtítulo 7">
                <a:extLst>
                  <a:ext uri="{FF2B5EF4-FFF2-40B4-BE49-F238E27FC236}">
                    <a16:creationId xmlns:a16="http://schemas.microsoft.com/office/drawing/2014/main" id="{3760ED02-ACD9-4E6C-638B-7159491EBD7A}"/>
                  </a:ext>
                </a:extLst>
              </p:cNvPr>
              <p:cNvSpPr txBox="1">
                <a:spLocks noRot="1" noChangeAspect="1" noMove="1" noResize="1" noEditPoints="1" noAdjustHandles="1" noChangeArrowheads="1" noChangeShapeType="1" noTextEdit="1"/>
              </p:cNvSpPr>
              <p:nvPr/>
            </p:nvSpPr>
            <p:spPr>
              <a:xfrm>
                <a:off x="820011" y="1190621"/>
                <a:ext cx="7623901" cy="3524254"/>
              </a:xfrm>
              <a:prstGeom prst="rect">
                <a:avLst/>
              </a:prstGeom>
              <a:blipFill>
                <a:blip r:embed="rId2"/>
                <a:stretch>
                  <a:fillRect l="-240" t="-173"/>
                </a:stretch>
              </a:blipFill>
            </p:spPr>
            <p:txBody>
              <a:bodyPr/>
              <a:lstStyle/>
              <a:p>
                <a:r>
                  <a:rPr lang="es-PE">
                    <a:noFill/>
                  </a:rPr>
                  <a:t> </a:t>
                </a:r>
              </a:p>
            </p:txBody>
          </p:sp>
        </mc:Fallback>
      </mc:AlternateContent>
    </p:spTree>
    <p:extLst>
      <p:ext uri="{BB962C8B-B14F-4D97-AF65-F5344CB8AC3E}">
        <p14:creationId xmlns:p14="http://schemas.microsoft.com/office/powerpoint/2010/main" val="15752083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9AAA7924-0509-C5C1-A9AA-83123D97BCCF}"/>
              </a:ext>
            </a:extLst>
          </p:cNvPr>
          <p:cNvSpPr>
            <a:spLocks noGrp="1"/>
          </p:cNvSpPr>
          <p:nvPr>
            <p:ph type="title"/>
          </p:nvPr>
        </p:nvSpPr>
        <p:spPr>
          <a:xfrm>
            <a:off x="1286901" y="428024"/>
            <a:ext cx="6690120" cy="572700"/>
          </a:xfrm>
        </p:spPr>
        <p:txBody>
          <a:bodyPr/>
          <a:lstStyle/>
          <a:p>
            <a:r>
              <a:rPr lang="es-MX" dirty="0">
                <a:solidFill>
                  <a:schemeClr val="accent2"/>
                </a:solidFill>
              </a:rPr>
              <a:t>Correlación de Pearson</a:t>
            </a:r>
            <a:endParaRPr lang="es-PE" dirty="0">
              <a:solidFill>
                <a:schemeClr val="accent2"/>
              </a:solidFill>
            </a:endParaRPr>
          </a:p>
        </p:txBody>
      </p:sp>
      <mc:AlternateContent xmlns:mc="http://schemas.openxmlformats.org/markup-compatibility/2006">
        <mc:Choice xmlns:a14="http://schemas.microsoft.com/office/drawing/2010/main" Requires="a14">
          <p:sp>
            <p:nvSpPr>
              <p:cNvPr id="4" name="Subtítulo 7">
                <a:extLst>
                  <a:ext uri="{FF2B5EF4-FFF2-40B4-BE49-F238E27FC236}">
                    <a16:creationId xmlns:a16="http://schemas.microsoft.com/office/drawing/2014/main" id="{3760ED02-ACD9-4E6C-638B-7159491EBD7A}"/>
                  </a:ext>
                </a:extLst>
              </p:cNvPr>
              <p:cNvSpPr txBox="1">
                <a:spLocks/>
              </p:cNvSpPr>
              <p:nvPr/>
            </p:nvSpPr>
            <p:spPr>
              <a:xfrm>
                <a:off x="505687" y="1493373"/>
                <a:ext cx="5023574" cy="2402685"/>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s-MX" dirty="0"/>
                  <a:t>Es un </a:t>
                </a:r>
                <a:r>
                  <a:rPr lang="es-MX" dirty="0">
                    <a:highlight>
                      <a:srgbClr val="00FFFF"/>
                    </a:highlight>
                  </a:rPr>
                  <a:t>índice</a:t>
                </a:r>
                <a:r>
                  <a:rPr lang="es-MX" dirty="0"/>
                  <a:t> que puede utilizarse para </a:t>
                </a:r>
                <a:r>
                  <a:rPr lang="es-MX" dirty="0">
                    <a:highlight>
                      <a:srgbClr val="00FFFF"/>
                    </a:highlight>
                  </a:rPr>
                  <a:t>medir el grado de relación de dos variables</a:t>
                </a:r>
                <a:r>
                  <a:rPr lang="es-MX" dirty="0"/>
                  <a:t>. Se obtiene tomando la relación de la covarianza de las dos variables en cuestión de nuestro conjunto de datos numéricos, normaliza a la raíz cuadrada de sus varianzas:</a:t>
                </a:r>
              </a:p>
              <a:p>
                <a:endParaRPr lang="es-MX" dirty="0"/>
              </a:p>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𝜌</m:t>
                          </m:r>
                        </m:e>
                        <m:sub>
                          <m:r>
                            <a:rPr lang="es-MX" b="0" i="1" smtClean="0">
                              <a:latin typeface="Cambria Math" panose="02040503050406030204" pitchFamily="18" charset="0"/>
                            </a:rPr>
                            <m:t>𝑋</m:t>
                          </m:r>
                          <m:r>
                            <a:rPr lang="es-MX" b="0" i="1" smtClean="0">
                              <a:latin typeface="Cambria Math" panose="02040503050406030204" pitchFamily="18" charset="0"/>
                            </a:rPr>
                            <m:t>,</m:t>
                          </m:r>
                          <m:r>
                            <a:rPr lang="es-MX" b="0" i="1" smtClean="0">
                              <a:latin typeface="Cambria Math" panose="02040503050406030204" pitchFamily="18" charset="0"/>
                            </a:rPr>
                            <m:t>𝑌</m:t>
                          </m:r>
                        </m:sub>
                      </m:sSub>
                      <m:r>
                        <a:rPr lang="es-MX" b="0" i="1" smtClean="0">
                          <a:latin typeface="Cambria Math" panose="02040503050406030204" pitchFamily="18" charset="0"/>
                        </a:rPr>
                        <m:t>=</m:t>
                      </m:r>
                      <m:f>
                        <m:fPr>
                          <m:ctrlPr>
                            <a:rPr lang="es-MX" b="0" i="1" smtClean="0">
                              <a:latin typeface="Cambria Math" panose="02040503050406030204" pitchFamily="18" charset="0"/>
                            </a:rPr>
                          </m:ctrlPr>
                        </m:fPr>
                        <m:num>
                          <m:r>
                            <a:rPr lang="es-MX" b="0" i="1" smtClean="0">
                              <a:latin typeface="Cambria Math" panose="02040503050406030204" pitchFamily="18" charset="0"/>
                            </a:rPr>
                            <m:t>𝑐𝑜𝑣</m:t>
                          </m:r>
                          <m:r>
                            <a:rPr lang="es-MX" b="0" i="1" smtClean="0">
                              <a:latin typeface="Cambria Math" panose="02040503050406030204" pitchFamily="18" charset="0"/>
                            </a:rPr>
                            <m:t>(</m:t>
                          </m:r>
                          <m:r>
                            <a:rPr lang="es-MX" b="0" i="1" smtClean="0">
                              <a:latin typeface="Cambria Math" panose="02040503050406030204" pitchFamily="18" charset="0"/>
                            </a:rPr>
                            <m:t>𝑋</m:t>
                          </m:r>
                          <m:r>
                            <a:rPr lang="es-MX" b="0" i="1" smtClean="0">
                              <a:latin typeface="Cambria Math" panose="02040503050406030204" pitchFamily="18" charset="0"/>
                            </a:rPr>
                            <m:t>,</m:t>
                          </m:r>
                          <m:r>
                            <a:rPr lang="es-MX" b="0" i="1" smtClean="0">
                              <a:latin typeface="Cambria Math" panose="02040503050406030204" pitchFamily="18" charset="0"/>
                            </a:rPr>
                            <m:t>𝑌</m:t>
                          </m:r>
                          <m:r>
                            <a:rPr lang="es-MX" b="0" i="1" smtClean="0">
                              <a:latin typeface="Cambria Math" panose="02040503050406030204" pitchFamily="18" charset="0"/>
                            </a:rPr>
                            <m:t>)</m:t>
                          </m:r>
                        </m:num>
                        <m:den>
                          <m:sSub>
                            <m:sSubPr>
                              <m:ctrlPr>
                                <a:rPr lang="es-MX" b="0" i="1" smtClean="0">
                                  <a:latin typeface="Cambria Math" panose="02040503050406030204" pitchFamily="18" charset="0"/>
                                </a:rPr>
                              </m:ctrlPr>
                            </m:sSubPr>
                            <m:e>
                              <m:r>
                                <a:rPr lang="es-MX" b="0" i="1" smtClean="0">
                                  <a:latin typeface="Cambria Math" panose="02040503050406030204" pitchFamily="18" charset="0"/>
                                </a:rPr>
                                <m:t>𝜎</m:t>
                              </m:r>
                            </m:e>
                            <m:sub>
                              <m:r>
                                <a:rPr lang="es-MX" b="0" i="1" smtClean="0">
                                  <a:latin typeface="Cambria Math" panose="02040503050406030204" pitchFamily="18" charset="0"/>
                                </a:rPr>
                                <m:t>𝑋</m:t>
                              </m:r>
                            </m:sub>
                          </m:sSub>
                          <m:sSub>
                            <m:sSubPr>
                              <m:ctrlPr>
                                <a:rPr lang="es-MX" b="0" i="1" smtClean="0">
                                  <a:latin typeface="Cambria Math" panose="02040503050406030204" pitchFamily="18" charset="0"/>
                                </a:rPr>
                              </m:ctrlPr>
                            </m:sSubPr>
                            <m:e>
                              <m:r>
                                <a:rPr lang="es-MX" b="0" i="1" smtClean="0">
                                  <a:latin typeface="Cambria Math" panose="02040503050406030204" pitchFamily="18" charset="0"/>
                                </a:rPr>
                                <m:t>𝜎</m:t>
                              </m:r>
                            </m:e>
                            <m:sub>
                              <m:r>
                                <a:rPr lang="es-MX" b="0" i="1" smtClean="0">
                                  <a:latin typeface="Cambria Math" panose="02040503050406030204" pitchFamily="18" charset="0"/>
                                </a:rPr>
                                <m:t>𝑌</m:t>
                              </m:r>
                            </m:sub>
                          </m:sSub>
                        </m:den>
                      </m:f>
                      <m:r>
                        <a:rPr lang="es-MX" b="0" i="1" smtClean="0">
                          <a:latin typeface="Cambria Math" panose="02040503050406030204" pitchFamily="18" charset="0"/>
                        </a:rPr>
                        <m:t>=</m:t>
                      </m:r>
                      <m:f>
                        <m:fPr>
                          <m:ctrlPr>
                            <a:rPr lang="es-MX" b="0" i="1" smtClean="0">
                              <a:latin typeface="Cambria Math" panose="02040503050406030204" pitchFamily="18" charset="0"/>
                            </a:rPr>
                          </m:ctrlPr>
                        </m:fPr>
                        <m:num>
                          <m:r>
                            <a:rPr lang="es-MX" b="0" i="1" smtClean="0">
                              <a:latin typeface="Cambria Math" panose="02040503050406030204" pitchFamily="18" charset="0"/>
                            </a:rPr>
                            <m:t>𝐸</m:t>
                          </m:r>
                          <m:r>
                            <a:rPr lang="es-MX" b="0" i="1" smtClean="0">
                              <a:latin typeface="Cambria Math" panose="02040503050406030204" pitchFamily="18" charset="0"/>
                            </a:rPr>
                            <m:t>[</m:t>
                          </m:r>
                          <m:d>
                            <m:dPr>
                              <m:ctrlPr>
                                <a:rPr lang="es-MX" b="0" i="1" smtClean="0">
                                  <a:latin typeface="Cambria Math" panose="02040503050406030204" pitchFamily="18" charset="0"/>
                                </a:rPr>
                              </m:ctrlPr>
                            </m:dPr>
                            <m:e>
                              <m:r>
                                <a:rPr lang="es-MX" b="0" i="1" smtClean="0">
                                  <a:latin typeface="Cambria Math" panose="02040503050406030204" pitchFamily="18" charset="0"/>
                                </a:rPr>
                                <m:t>𝑋</m:t>
                              </m:r>
                              <m:r>
                                <a:rPr lang="es-MX" b="0" i="1" smtClean="0">
                                  <a:latin typeface="Cambria Math" panose="02040503050406030204" pitchFamily="18" charset="0"/>
                                </a:rPr>
                                <m:t>−</m:t>
                              </m:r>
                              <m:r>
                                <a:rPr lang="es-MX" b="0" i="1" smtClean="0">
                                  <a:latin typeface="Cambria Math" panose="02040503050406030204" pitchFamily="18" charset="0"/>
                                </a:rPr>
                                <m:t>𝐸</m:t>
                              </m:r>
                              <m:d>
                                <m:dPr>
                                  <m:begChr m:val="["/>
                                  <m:endChr m:val="]"/>
                                  <m:ctrlPr>
                                    <a:rPr lang="es-MX" b="0" i="1" smtClean="0">
                                      <a:latin typeface="Cambria Math" panose="02040503050406030204" pitchFamily="18" charset="0"/>
                                    </a:rPr>
                                  </m:ctrlPr>
                                </m:dPr>
                                <m:e>
                                  <m:r>
                                    <a:rPr lang="es-MX" b="0" i="1" smtClean="0">
                                      <a:latin typeface="Cambria Math" panose="02040503050406030204" pitchFamily="18" charset="0"/>
                                    </a:rPr>
                                    <m:t>𝑋</m:t>
                                  </m:r>
                                </m:e>
                              </m:d>
                            </m:e>
                          </m:d>
                          <m:d>
                            <m:dPr>
                              <m:ctrlPr>
                                <a:rPr lang="es-MX" b="0" i="1" smtClean="0">
                                  <a:latin typeface="Cambria Math" panose="02040503050406030204" pitchFamily="18" charset="0"/>
                                </a:rPr>
                              </m:ctrlPr>
                            </m:dPr>
                            <m:e>
                              <m:r>
                                <a:rPr lang="es-MX" b="0" i="1" smtClean="0">
                                  <a:latin typeface="Cambria Math" panose="02040503050406030204" pitchFamily="18" charset="0"/>
                                </a:rPr>
                                <m:t>𝑌</m:t>
                              </m:r>
                              <m:r>
                                <a:rPr lang="es-MX" b="0" i="1" smtClean="0">
                                  <a:latin typeface="Cambria Math" panose="02040503050406030204" pitchFamily="18" charset="0"/>
                                </a:rPr>
                                <m:t>−</m:t>
                              </m:r>
                              <m:r>
                                <a:rPr lang="es-MX" b="0" i="1" smtClean="0">
                                  <a:latin typeface="Cambria Math" panose="02040503050406030204" pitchFamily="18" charset="0"/>
                                </a:rPr>
                                <m:t>𝐸</m:t>
                              </m:r>
                              <m:d>
                                <m:dPr>
                                  <m:begChr m:val="["/>
                                  <m:endChr m:val="]"/>
                                  <m:ctrlPr>
                                    <a:rPr lang="es-MX" b="0" i="1" smtClean="0">
                                      <a:latin typeface="Cambria Math" panose="02040503050406030204" pitchFamily="18" charset="0"/>
                                    </a:rPr>
                                  </m:ctrlPr>
                                </m:dPr>
                                <m:e>
                                  <m:r>
                                    <a:rPr lang="es-MX" b="0" i="1" smtClean="0">
                                      <a:latin typeface="Cambria Math" panose="02040503050406030204" pitchFamily="18" charset="0"/>
                                    </a:rPr>
                                    <m:t>𝑌</m:t>
                                  </m:r>
                                </m:e>
                              </m:d>
                            </m:e>
                          </m:d>
                          <m:r>
                            <a:rPr lang="es-MX" b="0" i="1" smtClean="0">
                              <a:latin typeface="Cambria Math" panose="02040503050406030204" pitchFamily="18" charset="0"/>
                            </a:rPr>
                            <m:t>]</m:t>
                          </m:r>
                        </m:num>
                        <m:den>
                          <m:sSub>
                            <m:sSubPr>
                              <m:ctrlPr>
                                <a:rPr lang="es-MX" i="1">
                                  <a:latin typeface="Cambria Math" panose="02040503050406030204" pitchFamily="18" charset="0"/>
                                </a:rPr>
                              </m:ctrlPr>
                            </m:sSubPr>
                            <m:e>
                              <m:r>
                                <a:rPr lang="es-MX" i="1">
                                  <a:latin typeface="Cambria Math" panose="02040503050406030204" pitchFamily="18" charset="0"/>
                                </a:rPr>
                                <m:t>𝜎</m:t>
                              </m:r>
                            </m:e>
                            <m:sub>
                              <m:r>
                                <a:rPr lang="es-MX" i="1">
                                  <a:latin typeface="Cambria Math" panose="02040503050406030204" pitchFamily="18" charset="0"/>
                                </a:rPr>
                                <m:t>𝑋</m:t>
                              </m:r>
                            </m:sub>
                          </m:sSub>
                          <m:sSub>
                            <m:sSubPr>
                              <m:ctrlPr>
                                <a:rPr lang="es-MX" i="1">
                                  <a:latin typeface="Cambria Math" panose="02040503050406030204" pitchFamily="18" charset="0"/>
                                </a:rPr>
                              </m:ctrlPr>
                            </m:sSubPr>
                            <m:e>
                              <m:r>
                                <a:rPr lang="es-MX" i="1">
                                  <a:latin typeface="Cambria Math" panose="02040503050406030204" pitchFamily="18" charset="0"/>
                                </a:rPr>
                                <m:t>𝜎</m:t>
                              </m:r>
                            </m:e>
                            <m:sub>
                              <m:r>
                                <a:rPr lang="es-MX" i="1">
                                  <a:latin typeface="Cambria Math" panose="02040503050406030204" pitchFamily="18" charset="0"/>
                                </a:rPr>
                                <m:t>𝑌</m:t>
                              </m:r>
                            </m:sub>
                          </m:sSub>
                        </m:den>
                      </m:f>
                      <m:r>
                        <a:rPr lang="es-MX" b="0" i="1" smtClean="0">
                          <a:latin typeface="Cambria Math" panose="02040503050406030204" pitchFamily="18" charset="0"/>
                        </a:rPr>
                        <m:t>,  </m:t>
                      </m:r>
                      <m:r>
                        <a:rPr lang="es-MX" b="0" i="1" smtClean="0">
                          <a:latin typeface="Cambria Math" panose="02040503050406030204" pitchFamily="18" charset="0"/>
                        </a:rPr>
                        <m:t>𝑠𝑖</m:t>
                      </m:r>
                      <m:r>
                        <a:rPr lang="es-MX" b="0" i="1" smtClean="0">
                          <a:latin typeface="Cambria Math" panose="02040503050406030204" pitchFamily="18" charset="0"/>
                        </a:rPr>
                        <m:t> </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𝜎</m:t>
                          </m:r>
                        </m:e>
                        <m:sub>
                          <m:r>
                            <a:rPr lang="es-MX" b="0" i="1" smtClean="0">
                              <a:latin typeface="Cambria Math" panose="02040503050406030204" pitchFamily="18" charset="0"/>
                            </a:rPr>
                            <m:t>𝑋</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𝜎</m:t>
                          </m:r>
                        </m:e>
                        <m:sub>
                          <m:r>
                            <a:rPr lang="es-MX" b="0" i="1" smtClean="0">
                              <a:latin typeface="Cambria Math" panose="02040503050406030204" pitchFamily="18" charset="0"/>
                            </a:rPr>
                            <m:t>𝑌</m:t>
                          </m:r>
                        </m:sub>
                      </m:sSub>
                      <m:r>
                        <a:rPr lang="es-MX" b="0" i="1" smtClean="0">
                          <a:latin typeface="Cambria Math" panose="02040503050406030204" pitchFamily="18" charset="0"/>
                        </a:rPr>
                        <m:t>&gt;0</m:t>
                      </m:r>
                    </m:oMath>
                  </m:oMathPara>
                </a14:m>
                <a:endParaRPr lang="es-MX" dirty="0"/>
              </a:p>
              <a:p>
                <a:endParaRPr lang="es-MX" dirty="0"/>
              </a:p>
              <a:p>
                <a:r>
                  <a:rPr lang="es-MX" dirty="0"/>
                  <a:t>El valor del índice de correlación varía en el intervalo </a:t>
                </a:r>
                <a14:m>
                  <m:oMath xmlns:m="http://schemas.openxmlformats.org/officeDocument/2006/math">
                    <m:r>
                      <a:rPr lang="es-MX" b="0" i="1" smtClean="0">
                        <a:latin typeface="Cambria Math" panose="02040503050406030204" pitchFamily="18" charset="0"/>
                      </a:rPr>
                      <m:t>[−1,1]</m:t>
                    </m:r>
                  </m:oMath>
                </a14:m>
                <a:endParaRPr lang="es-MX" dirty="0"/>
              </a:p>
            </p:txBody>
          </p:sp>
        </mc:Choice>
        <mc:Fallback>
          <p:sp>
            <p:nvSpPr>
              <p:cNvPr id="4" name="Subtítulo 7">
                <a:extLst>
                  <a:ext uri="{FF2B5EF4-FFF2-40B4-BE49-F238E27FC236}">
                    <a16:creationId xmlns:a16="http://schemas.microsoft.com/office/drawing/2014/main" id="{3760ED02-ACD9-4E6C-638B-7159491EBD7A}"/>
                  </a:ext>
                </a:extLst>
              </p:cNvPr>
              <p:cNvSpPr txBox="1">
                <a:spLocks noRot="1" noChangeAspect="1" noMove="1" noResize="1" noEditPoints="1" noAdjustHandles="1" noChangeArrowheads="1" noChangeShapeType="1" noTextEdit="1"/>
              </p:cNvSpPr>
              <p:nvPr/>
            </p:nvSpPr>
            <p:spPr>
              <a:xfrm>
                <a:off x="505687" y="1493373"/>
                <a:ext cx="5023574" cy="2402685"/>
              </a:xfrm>
              <a:prstGeom prst="rect">
                <a:avLst/>
              </a:prstGeom>
              <a:blipFill>
                <a:blip r:embed="rId2"/>
                <a:stretch>
                  <a:fillRect l="-364" t="-508" r="-1214"/>
                </a:stretch>
              </a:blipFill>
            </p:spPr>
            <p:txBody>
              <a:bodyPr/>
              <a:lstStyle/>
              <a:p>
                <a:r>
                  <a:rPr lang="es-PE">
                    <a:noFill/>
                  </a:rPr>
                  <a:t> </a:t>
                </a:r>
              </a:p>
            </p:txBody>
          </p:sp>
        </mc:Fallback>
      </mc:AlternateContent>
      <p:pic>
        <p:nvPicPr>
          <p:cNvPr id="2050" name="Picture 2" descr="undefined">
            <a:extLst>
              <a:ext uri="{FF2B5EF4-FFF2-40B4-BE49-F238E27FC236}">
                <a16:creationId xmlns:a16="http://schemas.microsoft.com/office/drawing/2014/main" id="{76D33313-5F36-0AAE-F4F9-BD3364CEA7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0802" y="1860571"/>
            <a:ext cx="3021805" cy="166828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83862216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9AAA7924-0509-C5C1-A9AA-83123D97BCCF}"/>
              </a:ext>
            </a:extLst>
          </p:cNvPr>
          <p:cNvSpPr>
            <a:spLocks noGrp="1"/>
          </p:cNvSpPr>
          <p:nvPr>
            <p:ph type="title"/>
          </p:nvPr>
        </p:nvSpPr>
        <p:spPr>
          <a:xfrm>
            <a:off x="1286901" y="428024"/>
            <a:ext cx="6690120" cy="572700"/>
          </a:xfrm>
        </p:spPr>
        <p:txBody>
          <a:bodyPr/>
          <a:lstStyle/>
          <a:p>
            <a:r>
              <a:rPr lang="es-MX" dirty="0">
                <a:solidFill>
                  <a:schemeClr val="accent2"/>
                </a:solidFill>
              </a:rPr>
              <a:t>Correlación </a:t>
            </a:r>
            <a:r>
              <a:rPr lang="es-MX" dirty="0" err="1">
                <a:solidFill>
                  <a:schemeClr val="accent2"/>
                </a:solidFill>
              </a:rPr>
              <a:t>Biseral</a:t>
            </a:r>
            <a:r>
              <a:rPr lang="es-MX" dirty="0">
                <a:solidFill>
                  <a:schemeClr val="accent2"/>
                </a:solidFill>
              </a:rPr>
              <a:t> Puntual</a:t>
            </a:r>
            <a:endParaRPr lang="es-PE" dirty="0">
              <a:solidFill>
                <a:schemeClr val="accent2"/>
              </a:solidFill>
            </a:endParaRPr>
          </a:p>
        </p:txBody>
      </p:sp>
      <mc:AlternateContent xmlns:mc="http://schemas.openxmlformats.org/markup-compatibility/2006">
        <mc:Choice xmlns:a14="http://schemas.microsoft.com/office/drawing/2010/main" Requires="a14">
          <p:sp>
            <p:nvSpPr>
              <p:cNvPr id="4" name="Subtítulo 7">
                <a:extLst>
                  <a:ext uri="{FF2B5EF4-FFF2-40B4-BE49-F238E27FC236}">
                    <a16:creationId xmlns:a16="http://schemas.microsoft.com/office/drawing/2014/main" id="{3760ED02-ACD9-4E6C-638B-7159491EBD7A}"/>
                  </a:ext>
                </a:extLst>
              </p:cNvPr>
              <p:cNvSpPr txBox="1">
                <a:spLocks/>
              </p:cNvSpPr>
              <p:nvPr/>
            </p:nvSpPr>
            <p:spPr>
              <a:xfrm>
                <a:off x="581456" y="1370407"/>
                <a:ext cx="7981088" cy="2402685"/>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s-MX" dirty="0"/>
                  <a:t>El coeficiente de correlación </a:t>
                </a:r>
                <a:r>
                  <a:rPr lang="es-MX" dirty="0" err="1"/>
                  <a:t>biserial</a:t>
                </a:r>
                <a:r>
                  <a:rPr lang="es-MX" dirty="0"/>
                  <a:t> puntual es un </a:t>
                </a:r>
                <a:r>
                  <a:rPr lang="es-MX" dirty="0">
                    <a:highlight>
                      <a:srgbClr val="00FFFF"/>
                    </a:highlight>
                  </a:rPr>
                  <a:t>coeficiente de correlación utilizado cuando una variable es Y dicotómica</a:t>
                </a:r>
                <a:r>
                  <a:rPr lang="es-MX" dirty="0"/>
                  <a:t>. Si dividimos el conjunto de datos en dos grupos, el grupo 1 que recibió el valor ”1” en </a:t>
                </a:r>
                <a14:m>
                  <m:oMath xmlns:m="http://schemas.openxmlformats.org/officeDocument/2006/math">
                    <m:r>
                      <a:rPr lang="es-MX" i="1" dirty="0" smtClean="0">
                        <a:latin typeface="Cambria Math" panose="02040503050406030204" pitchFamily="18" charset="0"/>
                      </a:rPr>
                      <m:t>𝑌</m:t>
                    </m:r>
                  </m:oMath>
                </a14:m>
                <a:r>
                  <a:rPr lang="es-MX" dirty="0"/>
                  <a:t> </a:t>
                </a:r>
                <a:r>
                  <a:rPr lang="es-MX" dirty="0" err="1"/>
                  <a:t>y</a:t>
                </a:r>
                <a:r>
                  <a:rPr lang="es-MX" dirty="0"/>
                  <a:t> el grupo 2 que recibió el valor ”0 en </a:t>
                </a:r>
                <a14:m>
                  <m:oMath xmlns:m="http://schemas.openxmlformats.org/officeDocument/2006/math">
                    <m:r>
                      <a:rPr lang="es-MX" i="1" dirty="0" smtClean="0">
                        <a:latin typeface="Cambria Math" panose="02040503050406030204" pitchFamily="18" charset="0"/>
                      </a:rPr>
                      <m:t>𝑌</m:t>
                    </m:r>
                  </m:oMath>
                </a14:m>
                <a:r>
                  <a:rPr lang="es-MX" dirty="0"/>
                  <a:t>, entonces el coeficiente de correlación </a:t>
                </a:r>
                <a:r>
                  <a:rPr lang="es-MX" dirty="0" err="1"/>
                  <a:t>biseral</a:t>
                </a:r>
                <a:r>
                  <a:rPr lang="es-MX" dirty="0"/>
                  <a:t> puntual se calcula de la siguiente manera:</a:t>
                </a:r>
              </a:p>
              <a:p>
                <a:pPr algn="just"/>
                <a:endParaRPr lang="es-MX" dirty="0"/>
              </a:p>
              <a:p>
                <a:pPr algn="just"/>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𝑟</m:t>
                          </m:r>
                        </m:e>
                        <m:sub>
                          <m:r>
                            <a:rPr lang="es-MX" b="0" i="1" smtClean="0">
                              <a:latin typeface="Cambria Math" panose="02040503050406030204" pitchFamily="18" charset="0"/>
                            </a:rPr>
                            <m:t>𝑝𝑏</m:t>
                          </m:r>
                        </m:sub>
                      </m:sSub>
                      <m:r>
                        <a:rPr lang="es-MX" b="0" i="1" smtClean="0">
                          <a:latin typeface="Cambria Math" panose="02040503050406030204" pitchFamily="18" charset="0"/>
                        </a:rPr>
                        <m:t>=</m:t>
                      </m:r>
                      <m:f>
                        <m:fPr>
                          <m:ctrlPr>
                            <a:rPr lang="es-MX" b="0" i="1" smtClean="0">
                              <a:latin typeface="Cambria Math" panose="02040503050406030204" pitchFamily="18" charset="0"/>
                            </a:rPr>
                          </m:ctrlPr>
                        </m:fPr>
                        <m:num>
                          <m:sSub>
                            <m:sSubPr>
                              <m:ctrlPr>
                                <a:rPr lang="es-MX" b="0" i="1" smtClean="0">
                                  <a:latin typeface="Cambria Math" panose="02040503050406030204" pitchFamily="18" charset="0"/>
                                </a:rPr>
                              </m:ctrlPr>
                            </m:sSubPr>
                            <m:e>
                              <m:r>
                                <a:rPr lang="es-MX" b="0" i="1" smtClean="0">
                                  <a:latin typeface="Cambria Math" panose="02040503050406030204" pitchFamily="18" charset="0"/>
                                </a:rPr>
                                <m:t>𝑀</m:t>
                              </m:r>
                            </m:e>
                            <m:sub>
                              <m:r>
                                <a:rPr lang="es-MX" b="0" i="1" smtClean="0">
                                  <a:latin typeface="Cambria Math" panose="02040503050406030204" pitchFamily="18" charset="0"/>
                                </a:rPr>
                                <m:t>1</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𝑀</m:t>
                              </m:r>
                            </m:e>
                            <m:sub>
                              <m:r>
                                <a:rPr lang="es-MX" b="0" i="1" smtClean="0">
                                  <a:latin typeface="Cambria Math" panose="02040503050406030204" pitchFamily="18" charset="0"/>
                                </a:rPr>
                                <m:t>0</m:t>
                              </m:r>
                            </m:sub>
                          </m:sSub>
                        </m:num>
                        <m:den>
                          <m:sSub>
                            <m:sSubPr>
                              <m:ctrlPr>
                                <a:rPr lang="es-MX" b="0" i="1" smtClean="0">
                                  <a:latin typeface="Cambria Math" panose="02040503050406030204" pitchFamily="18" charset="0"/>
                                </a:rPr>
                              </m:ctrlPr>
                            </m:sSubPr>
                            <m:e>
                              <m:r>
                                <a:rPr lang="es-MX" b="0" i="1" smtClean="0">
                                  <a:latin typeface="Cambria Math" panose="02040503050406030204" pitchFamily="18" charset="0"/>
                                </a:rPr>
                                <m:t>𝑠</m:t>
                              </m:r>
                            </m:e>
                            <m:sub>
                              <m:r>
                                <a:rPr lang="es-MX" b="0" i="1" smtClean="0">
                                  <a:latin typeface="Cambria Math" panose="02040503050406030204" pitchFamily="18" charset="0"/>
                                </a:rPr>
                                <m:t>𝑛</m:t>
                              </m:r>
                            </m:sub>
                          </m:sSub>
                        </m:den>
                      </m:f>
                      <m:rad>
                        <m:radPr>
                          <m:degHide m:val="on"/>
                          <m:ctrlPr>
                            <a:rPr lang="es-MX" b="0" i="1" smtClean="0">
                              <a:latin typeface="Cambria Math" panose="02040503050406030204" pitchFamily="18" charset="0"/>
                            </a:rPr>
                          </m:ctrlPr>
                        </m:radPr>
                        <m:deg/>
                        <m:e>
                          <m:f>
                            <m:fPr>
                              <m:ctrlPr>
                                <a:rPr lang="es-MX" i="1">
                                  <a:latin typeface="Cambria Math" panose="02040503050406030204" pitchFamily="18" charset="0"/>
                                </a:rPr>
                              </m:ctrlPr>
                            </m:fPr>
                            <m:num>
                              <m:sSub>
                                <m:sSubPr>
                                  <m:ctrlPr>
                                    <a:rPr lang="es-MX" i="1">
                                      <a:latin typeface="Cambria Math" panose="02040503050406030204" pitchFamily="18" charset="0"/>
                                    </a:rPr>
                                  </m:ctrlPr>
                                </m:sSubPr>
                                <m:e>
                                  <m:r>
                                    <a:rPr lang="es-MX" i="1">
                                      <a:latin typeface="Cambria Math" panose="02040503050406030204" pitchFamily="18" charset="0"/>
                                    </a:rPr>
                                    <m:t>𝑛</m:t>
                                  </m:r>
                                </m:e>
                                <m:sub>
                                  <m:r>
                                    <a:rPr lang="es-MX" i="1">
                                      <a:latin typeface="Cambria Math" panose="02040503050406030204" pitchFamily="18" charset="0"/>
                                    </a:rPr>
                                    <m:t>1</m:t>
                                  </m:r>
                                </m:sub>
                              </m:sSub>
                              <m:sSub>
                                <m:sSubPr>
                                  <m:ctrlPr>
                                    <a:rPr lang="es-MX" i="1">
                                      <a:latin typeface="Cambria Math" panose="02040503050406030204" pitchFamily="18" charset="0"/>
                                    </a:rPr>
                                  </m:ctrlPr>
                                </m:sSubPr>
                                <m:e>
                                  <m:r>
                                    <a:rPr lang="es-MX" i="1">
                                      <a:latin typeface="Cambria Math" panose="02040503050406030204" pitchFamily="18" charset="0"/>
                                    </a:rPr>
                                    <m:t>𝑛</m:t>
                                  </m:r>
                                </m:e>
                                <m:sub>
                                  <m:r>
                                    <a:rPr lang="es-MX" i="1">
                                      <a:latin typeface="Cambria Math" panose="02040503050406030204" pitchFamily="18" charset="0"/>
                                    </a:rPr>
                                    <m:t>0</m:t>
                                  </m:r>
                                </m:sub>
                              </m:sSub>
                            </m:num>
                            <m:den>
                              <m:sSup>
                                <m:sSupPr>
                                  <m:ctrlPr>
                                    <a:rPr lang="es-MX" i="1">
                                      <a:latin typeface="Cambria Math" panose="02040503050406030204" pitchFamily="18" charset="0"/>
                                    </a:rPr>
                                  </m:ctrlPr>
                                </m:sSupPr>
                                <m:e>
                                  <m:r>
                                    <a:rPr lang="es-MX" i="1">
                                      <a:latin typeface="Cambria Math" panose="02040503050406030204" pitchFamily="18" charset="0"/>
                                    </a:rPr>
                                    <m:t>𝑛</m:t>
                                  </m:r>
                                </m:e>
                                <m:sup>
                                  <m:r>
                                    <a:rPr lang="es-MX" i="1">
                                      <a:latin typeface="Cambria Math" panose="02040503050406030204" pitchFamily="18" charset="0"/>
                                    </a:rPr>
                                    <m:t>2</m:t>
                                  </m:r>
                                </m:sup>
                              </m:sSup>
                            </m:den>
                          </m:f>
                        </m:e>
                      </m:rad>
                    </m:oMath>
                  </m:oMathPara>
                </a14:m>
                <a:endParaRPr lang="es-MX" dirty="0"/>
              </a:p>
              <a:p>
                <a:pPr algn="just"/>
                <a:endParaRPr lang="es-MX" dirty="0"/>
              </a:p>
              <a:p>
                <a:pPr algn="just"/>
                <a:r>
                  <a:rPr lang="es-MX" dirty="0"/>
                  <a:t>Donde </a:t>
                </a:r>
                <a14:m>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𝑀</m:t>
                        </m:r>
                      </m:e>
                      <m:sub>
                        <m:r>
                          <a:rPr lang="es-MX" b="0" i="1" smtClean="0">
                            <a:latin typeface="Cambria Math" panose="02040503050406030204" pitchFamily="18" charset="0"/>
                          </a:rPr>
                          <m:t>1</m:t>
                        </m:r>
                      </m:sub>
                    </m:sSub>
                  </m:oMath>
                </a14:m>
                <a:r>
                  <a:rPr lang="es-MX" dirty="0"/>
                  <a:t> es el valor medio de la variable continua </a:t>
                </a:r>
                <a14:m>
                  <m:oMath xmlns:m="http://schemas.openxmlformats.org/officeDocument/2006/math">
                    <m:r>
                      <a:rPr lang="es-MX" b="0" i="1" smtClean="0">
                        <a:latin typeface="Cambria Math" panose="02040503050406030204" pitchFamily="18" charset="0"/>
                      </a:rPr>
                      <m:t>𝑋</m:t>
                    </m:r>
                  </m:oMath>
                </a14:m>
                <a:r>
                  <a:rPr lang="es-MX" dirty="0"/>
                  <a:t> para todos los puntos de datos en el grupo 1, y </a:t>
                </a:r>
                <a14:m>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𝑀</m:t>
                        </m:r>
                      </m:e>
                      <m:sub>
                        <m:r>
                          <a:rPr lang="es-MX" b="0" i="1" smtClean="0">
                            <a:latin typeface="Cambria Math" panose="02040503050406030204" pitchFamily="18" charset="0"/>
                          </a:rPr>
                          <m:t>0</m:t>
                        </m:r>
                      </m:sub>
                    </m:sSub>
                  </m:oMath>
                </a14:m>
                <a:r>
                  <a:rPr lang="es-MX" dirty="0"/>
                  <a:t> el valor medio en la variable continua </a:t>
                </a:r>
                <a14:m>
                  <m:oMath xmlns:m="http://schemas.openxmlformats.org/officeDocument/2006/math">
                    <m:r>
                      <a:rPr lang="es-MX" b="0" i="1" smtClean="0">
                        <a:latin typeface="Cambria Math" panose="02040503050406030204" pitchFamily="18" charset="0"/>
                      </a:rPr>
                      <m:t>𝑋</m:t>
                    </m:r>
                  </m:oMath>
                </a14:m>
                <a:r>
                  <a:rPr lang="es-MX" dirty="0"/>
                  <a:t> para todos los puntos de datos en el grupo 2.</a:t>
                </a:r>
              </a:p>
            </p:txBody>
          </p:sp>
        </mc:Choice>
        <mc:Fallback>
          <p:sp>
            <p:nvSpPr>
              <p:cNvPr id="4" name="Subtítulo 7">
                <a:extLst>
                  <a:ext uri="{FF2B5EF4-FFF2-40B4-BE49-F238E27FC236}">
                    <a16:creationId xmlns:a16="http://schemas.microsoft.com/office/drawing/2014/main" id="{3760ED02-ACD9-4E6C-638B-7159491EBD7A}"/>
                  </a:ext>
                </a:extLst>
              </p:cNvPr>
              <p:cNvSpPr txBox="1">
                <a:spLocks noRot="1" noChangeAspect="1" noMove="1" noResize="1" noEditPoints="1" noAdjustHandles="1" noChangeArrowheads="1" noChangeShapeType="1" noTextEdit="1"/>
              </p:cNvSpPr>
              <p:nvPr/>
            </p:nvSpPr>
            <p:spPr>
              <a:xfrm>
                <a:off x="581456" y="1370407"/>
                <a:ext cx="7981088" cy="2402685"/>
              </a:xfrm>
              <a:prstGeom prst="rect">
                <a:avLst/>
              </a:prstGeom>
              <a:blipFill>
                <a:blip r:embed="rId2"/>
                <a:stretch>
                  <a:fillRect l="-229" t="-508" r="-763"/>
                </a:stretch>
              </a:blipFill>
            </p:spPr>
            <p:txBody>
              <a:bodyPr/>
              <a:lstStyle/>
              <a:p>
                <a:r>
                  <a:rPr lang="es-PE">
                    <a:noFill/>
                  </a:rPr>
                  <a:t> </a:t>
                </a:r>
              </a:p>
            </p:txBody>
          </p:sp>
        </mc:Fallback>
      </mc:AlternateContent>
    </p:spTree>
    <p:extLst>
      <p:ext uri="{BB962C8B-B14F-4D97-AF65-F5344CB8AC3E}">
        <p14:creationId xmlns:p14="http://schemas.microsoft.com/office/powerpoint/2010/main" val="143486791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9AAA7924-0509-C5C1-A9AA-83123D97BCCF}"/>
              </a:ext>
            </a:extLst>
          </p:cNvPr>
          <p:cNvSpPr>
            <a:spLocks noGrp="1"/>
          </p:cNvSpPr>
          <p:nvPr>
            <p:ph type="title"/>
          </p:nvPr>
        </p:nvSpPr>
        <p:spPr>
          <a:xfrm>
            <a:off x="1226940" y="149417"/>
            <a:ext cx="6690120" cy="572700"/>
          </a:xfrm>
        </p:spPr>
        <p:txBody>
          <a:bodyPr/>
          <a:lstStyle/>
          <a:p>
            <a:r>
              <a:rPr lang="es-MX" dirty="0">
                <a:solidFill>
                  <a:schemeClr val="accent2"/>
                </a:solidFill>
              </a:rPr>
              <a:t>V de Cramer</a:t>
            </a:r>
            <a:endParaRPr lang="es-PE" dirty="0">
              <a:solidFill>
                <a:schemeClr val="accent2"/>
              </a:solidFill>
            </a:endParaRPr>
          </a:p>
        </p:txBody>
      </p:sp>
      <mc:AlternateContent xmlns:mc="http://schemas.openxmlformats.org/markup-compatibility/2006">
        <mc:Choice xmlns:a14="http://schemas.microsoft.com/office/drawing/2010/main" Requires="a14">
          <p:sp>
            <p:nvSpPr>
              <p:cNvPr id="4" name="Subtítulo 7">
                <a:extLst>
                  <a:ext uri="{FF2B5EF4-FFF2-40B4-BE49-F238E27FC236}">
                    <a16:creationId xmlns:a16="http://schemas.microsoft.com/office/drawing/2014/main" id="{3760ED02-ACD9-4E6C-638B-7159491EBD7A}"/>
                  </a:ext>
                </a:extLst>
              </p:cNvPr>
              <p:cNvSpPr txBox="1">
                <a:spLocks/>
              </p:cNvSpPr>
              <p:nvPr/>
            </p:nvSpPr>
            <p:spPr>
              <a:xfrm>
                <a:off x="581456" y="764981"/>
                <a:ext cx="7981088" cy="41070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s-MX" dirty="0"/>
                  <a:t>Es una </a:t>
                </a:r>
                <a:r>
                  <a:rPr lang="es-MX" dirty="0">
                    <a:highlight>
                      <a:srgbClr val="00FFFF"/>
                    </a:highlight>
                  </a:rPr>
                  <a:t>medida de asociación entre dos variables categóricas</a:t>
                </a:r>
                <a:r>
                  <a:rPr lang="es-MX" dirty="0"/>
                  <a:t>, dando un valor entre 0 y 1. </a:t>
                </a:r>
                <a:r>
                  <a:rPr lang="es-MX" dirty="0">
                    <a:highlight>
                      <a:srgbClr val="00FFFF"/>
                    </a:highlight>
                  </a:rPr>
                  <a:t>Se basa en la estadística chi-cuadrada de Pearson</a:t>
                </a:r>
                <a:r>
                  <a:rPr lang="es-MX" dirty="0"/>
                  <a:t>. El cálculo nace del uso de tablas de contingencia, donde sea una muestra de tamaño n de las variables A y B para </a:t>
                </a:r>
                <a14:m>
                  <m:oMath xmlns:m="http://schemas.openxmlformats.org/officeDocument/2006/math">
                    <m:r>
                      <a:rPr lang="es-MX" b="0" i="1" smtClean="0">
                        <a:latin typeface="Cambria Math" panose="02040503050406030204" pitchFamily="18" charset="0"/>
                      </a:rPr>
                      <m:t>𝑖</m:t>
                    </m:r>
                    <m:r>
                      <a:rPr lang="es-MX" b="0" i="1" smtClean="0">
                        <a:latin typeface="Cambria Math" panose="02040503050406030204" pitchFamily="18" charset="0"/>
                      </a:rPr>
                      <m:t>=1,…,</m:t>
                    </m:r>
                    <m:r>
                      <a:rPr lang="es-MX" b="0" i="1" smtClean="0">
                        <a:latin typeface="Cambria Math" panose="02040503050406030204" pitchFamily="18" charset="0"/>
                      </a:rPr>
                      <m:t>𝑟</m:t>
                    </m:r>
                  </m:oMath>
                </a14:m>
                <a:r>
                  <a:rPr lang="es-MX" dirty="0"/>
                  <a:t> y </a:t>
                </a:r>
                <a14:m>
                  <m:oMath xmlns:m="http://schemas.openxmlformats.org/officeDocument/2006/math">
                    <m:r>
                      <a:rPr lang="es-MX" b="0" i="1" smtClean="0">
                        <a:latin typeface="Cambria Math" panose="02040503050406030204" pitchFamily="18" charset="0"/>
                      </a:rPr>
                      <m:t>𝑗</m:t>
                    </m:r>
                    <m:r>
                      <a:rPr lang="es-MX" b="0" i="1" smtClean="0">
                        <a:latin typeface="Cambria Math" panose="02040503050406030204" pitchFamily="18" charset="0"/>
                      </a:rPr>
                      <m:t>=1,…,</m:t>
                    </m:r>
                    <m:r>
                      <a:rPr lang="es-MX" b="0" i="1" smtClean="0">
                        <a:latin typeface="Cambria Math" panose="02040503050406030204" pitchFamily="18" charset="0"/>
                      </a:rPr>
                      <m:t>𝑘</m:t>
                    </m:r>
                  </m:oMath>
                </a14:m>
                <a:r>
                  <a:rPr lang="es-MX" dirty="0"/>
                  <a:t> las frecuencias están dadas por:</a:t>
                </a:r>
              </a:p>
              <a:p>
                <a:pPr algn="just"/>
                <a:endParaRPr lang="es-MX" dirty="0"/>
              </a:p>
              <a:p>
                <a:pPr algn="just"/>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𝑛</m:t>
                          </m:r>
                        </m:e>
                        <m:sub>
                          <m:r>
                            <a:rPr lang="es-MX" b="0" i="1" smtClean="0">
                              <a:latin typeface="Cambria Math" panose="02040503050406030204" pitchFamily="18" charset="0"/>
                            </a:rPr>
                            <m:t>𝑖𝑗</m:t>
                          </m:r>
                        </m:sub>
                      </m:sSub>
                      <m:r>
                        <a:rPr lang="es-MX" b="0" i="1" smtClean="0">
                          <a:latin typeface="Cambria Math" panose="02040503050406030204" pitchFamily="18" charset="0"/>
                        </a:rPr>
                        <m:t>=</m:t>
                      </m:r>
                      <m:r>
                        <a:rPr lang="es-MX" b="0" i="1" smtClean="0">
                          <a:latin typeface="Cambria Math" panose="02040503050406030204" pitchFamily="18" charset="0"/>
                        </a:rPr>
                        <m:t>𝑛</m:t>
                      </m:r>
                      <m:r>
                        <a:rPr lang="es-MX" b="0" i="1" smtClean="0">
                          <a:latin typeface="Cambria Math" panose="02040503050406030204" pitchFamily="18" charset="0"/>
                        </a:rPr>
                        <m:t>ú</m:t>
                      </m:r>
                      <m:r>
                        <a:rPr lang="es-MX" b="0" i="1" smtClean="0">
                          <a:latin typeface="Cambria Math" panose="02040503050406030204" pitchFamily="18" charset="0"/>
                        </a:rPr>
                        <m:t>𝑚𝑒𝑟𝑜</m:t>
                      </m:r>
                      <m:r>
                        <a:rPr lang="es-MX" b="0" i="1" smtClean="0">
                          <a:latin typeface="Cambria Math" panose="02040503050406030204" pitchFamily="18" charset="0"/>
                        </a:rPr>
                        <m:t> </m:t>
                      </m:r>
                      <m:r>
                        <a:rPr lang="es-MX" b="0" i="1" smtClean="0">
                          <a:latin typeface="Cambria Math" panose="02040503050406030204" pitchFamily="18" charset="0"/>
                        </a:rPr>
                        <m:t>𝑑𝑒</m:t>
                      </m:r>
                      <m:r>
                        <a:rPr lang="es-MX" b="0" i="1" smtClean="0">
                          <a:latin typeface="Cambria Math" panose="02040503050406030204" pitchFamily="18" charset="0"/>
                        </a:rPr>
                        <m:t> </m:t>
                      </m:r>
                      <m:r>
                        <a:rPr lang="es-MX" b="0" i="1" smtClean="0">
                          <a:latin typeface="Cambria Math" panose="02040503050406030204" pitchFamily="18" charset="0"/>
                        </a:rPr>
                        <m:t>𝑣𝑒𝑐𝑒𝑠</m:t>
                      </m:r>
                      <m:r>
                        <a:rPr lang="es-MX" b="0" i="1" smtClean="0">
                          <a:latin typeface="Cambria Math" panose="02040503050406030204" pitchFamily="18" charset="0"/>
                        </a:rPr>
                        <m:t> </m:t>
                      </m:r>
                      <m:r>
                        <a:rPr lang="es-MX" b="0" i="1" smtClean="0">
                          <a:latin typeface="Cambria Math" panose="02040503050406030204" pitchFamily="18" charset="0"/>
                        </a:rPr>
                        <m:t>𝑞𝑢𝑒</m:t>
                      </m:r>
                      <m:r>
                        <a:rPr lang="es-MX" b="0" i="1" smtClean="0">
                          <a:latin typeface="Cambria Math" panose="02040503050406030204" pitchFamily="18" charset="0"/>
                        </a:rPr>
                        <m:t> </m:t>
                      </m:r>
                      <m:r>
                        <a:rPr lang="es-MX" b="0" i="1" smtClean="0">
                          <a:latin typeface="Cambria Math" panose="02040503050406030204" pitchFamily="18" charset="0"/>
                        </a:rPr>
                        <m:t>𝑙𝑜𝑠</m:t>
                      </m:r>
                      <m:r>
                        <a:rPr lang="es-MX" b="0" i="1" smtClean="0">
                          <a:latin typeface="Cambria Math" panose="02040503050406030204" pitchFamily="18" charset="0"/>
                        </a:rPr>
                        <m:t> </m:t>
                      </m:r>
                      <m:r>
                        <a:rPr lang="es-MX" b="0" i="1" smtClean="0">
                          <a:latin typeface="Cambria Math" panose="02040503050406030204" pitchFamily="18" charset="0"/>
                        </a:rPr>
                        <m:t>𝑣𝑎𝑙𝑜𝑟𝑒𝑠</m:t>
                      </m:r>
                      <m:r>
                        <a:rPr lang="es-MX" b="0" i="1" smtClean="0">
                          <a:latin typeface="Cambria Math" panose="02040503050406030204" pitchFamily="18" charset="0"/>
                        </a:rPr>
                        <m:t> </m:t>
                      </m:r>
                      <m:d>
                        <m:dPr>
                          <m:ctrlPr>
                            <a:rPr lang="es-MX" b="0" i="1" smtClean="0">
                              <a:latin typeface="Cambria Math" panose="02040503050406030204" pitchFamily="18" charset="0"/>
                            </a:rPr>
                          </m:ctrlPr>
                        </m:dPr>
                        <m:e>
                          <m:sSub>
                            <m:sSubPr>
                              <m:ctrlPr>
                                <a:rPr lang="es-MX" b="0" i="1" smtClean="0">
                                  <a:latin typeface="Cambria Math" panose="02040503050406030204" pitchFamily="18" charset="0"/>
                                </a:rPr>
                              </m:ctrlPr>
                            </m:sSubPr>
                            <m:e>
                              <m:r>
                                <a:rPr lang="es-MX" b="0" i="1" smtClean="0">
                                  <a:latin typeface="Cambria Math" panose="02040503050406030204" pitchFamily="18" charset="0"/>
                                </a:rPr>
                                <m:t>𝐴</m:t>
                              </m:r>
                            </m:e>
                            <m:sub>
                              <m:r>
                                <a:rPr lang="es-MX" b="0" i="1" smtClean="0">
                                  <a:latin typeface="Cambria Math" panose="02040503050406030204" pitchFamily="18" charset="0"/>
                                </a:rPr>
                                <m:t>𝑖</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𝐵</m:t>
                              </m:r>
                            </m:e>
                            <m:sub>
                              <m:r>
                                <a:rPr lang="es-MX" b="0" i="1" smtClean="0">
                                  <a:latin typeface="Cambria Math" panose="02040503050406030204" pitchFamily="18" charset="0"/>
                                </a:rPr>
                                <m:t>𝑗</m:t>
                              </m:r>
                            </m:sub>
                          </m:sSub>
                        </m:e>
                      </m:d>
                      <m:r>
                        <a:rPr lang="es-MX" b="0" i="1" smtClean="0">
                          <a:latin typeface="Cambria Math" panose="02040503050406030204" pitchFamily="18" charset="0"/>
                        </a:rPr>
                        <m:t> </m:t>
                      </m:r>
                      <m:r>
                        <a:rPr lang="es-MX" b="0" i="1" smtClean="0">
                          <a:latin typeface="Cambria Math" panose="02040503050406030204" pitchFamily="18" charset="0"/>
                        </a:rPr>
                        <m:t>𝑠𝑒</m:t>
                      </m:r>
                      <m:r>
                        <a:rPr lang="es-MX" b="0" i="1" smtClean="0">
                          <a:latin typeface="Cambria Math" panose="02040503050406030204" pitchFamily="18" charset="0"/>
                        </a:rPr>
                        <m:t> </m:t>
                      </m:r>
                      <m:r>
                        <a:rPr lang="es-MX" b="0" i="1" smtClean="0">
                          <a:latin typeface="Cambria Math" panose="02040503050406030204" pitchFamily="18" charset="0"/>
                        </a:rPr>
                        <m:t>𝑜𝑏𝑠𝑒𝑟𝑣𝑎𝑟𝑜𝑛</m:t>
                      </m:r>
                      <m:r>
                        <a:rPr lang="es-MX" b="0" i="1" smtClean="0">
                          <a:latin typeface="Cambria Math" panose="02040503050406030204" pitchFamily="18" charset="0"/>
                        </a:rPr>
                        <m:t>.</m:t>
                      </m:r>
                    </m:oMath>
                  </m:oMathPara>
                </a14:m>
                <a:endParaRPr lang="es-MX" dirty="0"/>
              </a:p>
              <a:p>
                <a:pPr algn="just"/>
                <a:endParaRPr lang="es-MX" dirty="0"/>
              </a:p>
              <a:p>
                <a:pPr algn="just"/>
                <a:r>
                  <a:rPr lang="es-MX" dirty="0"/>
                  <a:t>La estadística chi-cuadrada se define por:</a:t>
                </a:r>
              </a:p>
              <a:p>
                <a:pPr algn="just"/>
                <a:endParaRPr lang="es-MX" dirty="0"/>
              </a:p>
              <a:p>
                <a:pPr algn="just"/>
                <a14:m>
                  <m:oMathPara xmlns:m="http://schemas.openxmlformats.org/officeDocument/2006/math">
                    <m:oMathParaPr>
                      <m:jc m:val="centerGroup"/>
                    </m:oMathParaPr>
                    <m:oMath xmlns:m="http://schemas.openxmlformats.org/officeDocument/2006/math">
                      <m:sSup>
                        <m:sSupPr>
                          <m:ctrlPr>
                            <a:rPr lang="es-MX" b="0" i="1" smtClean="0">
                              <a:latin typeface="Cambria Math" panose="02040503050406030204" pitchFamily="18" charset="0"/>
                            </a:rPr>
                          </m:ctrlPr>
                        </m:sSupPr>
                        <m:e>
                          <m:r>
                            <a:rPr lang="es-MX" b="0" i="1" smtClean="0">
                              <a:latin typeface="Cambria Math" panose="02040503050406030204" pitchFamily="18" charset="0"/>
                            </a:rPr>
                            <m:t>𝜒</m:t>
                          </m:r>
                        </m:e>
                        <m:sup>
                          <m:r>
                            <a:rPr lang="es-MX" b="0" i="1" smtClean="0">
                              <a:latin typeface="Cambria Math" panose="02040503050406030204" pitchFamily="18" charset="0"/>
                            </a:rPr>
                            <m:t>2</m:t>
                          </m:r>
                        </m:sup>
                      </m:sSup>
                      <m:r>
                        <a:rPr lang="es-MX" b="0" i="1" smtClean="0">
                          <a:latin typeface="Cambria Math" panose="02040503050406030204" pitchFamily="18" charset="0"/>
                        </a:rPr>
                        <m:t>=</m:t>
                      </m:r>
                      <m:nary>
                        <m:naryPr>
                          <m:chr m:val="∑"/>
                          <m:supHide m:val="on"/>
                          <m:ctrlPr>
                            <a:rPr lang="es-MX" b="0" i="1" smtClean="0">
                              <a:latin typeface="Cambria Math" panose="02040503050406030204" pitchFamily="18" charset="0"/>
                            </a:rPr>
                          </m:ctrlPr>
                        </m:naryPr>
                        <m:sub>
                          <m:r>
                            <m:rPr>
                              <m:brk m:alnAt="7"/>
                            </m:rPr>
                            <a:rPr lang="es-MX" b="0" i="1" smtClean="0">
                              <a:latin typeface="Cambria Math" panose="02040503050406030204" pitchFamily="18" charset="0"/>
                            </a:rPr>
                            <m:t>𝑖</m:t>
                          </m:r>
                          <m:r>
                            <a:rPr lang="es-MX" b="0" i="1" smtClean="0">
                              <a:latin typeface="Cambria Math" panose="02040503050406030204" pitchFamily="18" charset="0"/>
                            </a:rPr>
                            <m:t>,</m:t>
                          </m:r>
                          <m:r>
                            <a:rPr lang="es-MX" b="0" i="1" smtClean="0">
                              <a:latin typeface="Cambria Math" panose="02040503050406030204" pitchFamily="18" charset="0"/>
                            </a:rPr>
                            <m:t>𝑗</m:t>
                          </m:r>
                        </m:sub>
                        <m:sup/>
                        <m:e>
                          <m:f>
                            <m:fPr>
                              <m:ctrlPr>
                                <a:rPr lang="es-MX" b="0" i="1" smtClean="0">
                                  <a:latin typeface="Cambria Math" panose="02040503050406030204" pitchFamily="18" charset="0"/>
                                </a:rPr>
                              </m:ctrlPr>
                            </m:fPr>
                            <m:num>
                              <m:sSup>
                                <m:sSupPr>
                                  <m:ctrlPr>
                                    <a:rPr lang="es-MX" b="0" i="1" smtClean="0">
                                      <a:latin typeface="Cambria Math" panose="02040503050406030204" pitchFamily="18" charset="0"/>
                                    </a:rPr>
                                  </m:ctrlPr>
                                </m:sSupPr>
                                <m:e>
                                  <m:d>
                                    <m:dPr>
                                      <m:ctrlPr>
                                        <a:rPr lang="es-MX" b="0" i="1" smtClean="0">
                                          <a:latin typeface="Cambria Math" panose="02040503050406030204" pitchFamily="18" charset="0"/>
                                        </a:rPr>
                                      </m:ctrlPr>
                                    </m:dPr>
                                    <m:e>
                                      <m:sSub>
                                        <m:sSubPr>
                                          <m:ctrlPr>
                                            <a:rPr lang="es-MX" b="0" i="1" smtClean="0">
                                              <a:latin typeface="Cambria Math" panose="02040503050406030204" pitchFamily="18" charset="0"/>
                                            </a:rPr>
                                          </m:ctrlPr>
                                        </m:sSubPr>
                                        <m:e>
                                          <m:r>
                                            <a:rPr lang="es-MX" b="0" i="1" smtClean="0">
                                              <a:latin typeface="Cambria Math" panose="02040503050406030204" pitchFamily="18" charset="0"/>
                                            </a:rPr>
                                            <m:t>𝑛</m:t>
                                          </m:r>
                                        </m:e>
                                        <m:sub>
                                          <m:r>
                                            <a:rPr lang="es-MX" b="0" i="1" smtClean="0">
                                              <a:latin typeface="Cambria Math" panose="02040503050406030204" pitchFamily="18" charset="0"/>
                                            </a:rPr>
                                            <m:t>𝑖𝑗</m:t>
                                          </m:r>
                                        </m:sub>
                                      </m:sSub>
                                      <m:r>
                                        <a:rPr lang="es-MX" b="0" i="1" smtClean="0">
                                          <a:latin typeface="Cambria Math" panose="02040503050406030204" pitchFamily="18" charset="0"/>
                                        </a:rPr>
                                        <m:t>−</m:t>
                                      </m:r>
                                      <m:f>
                                        <m:fPr>
                                          <m:ctrlPr>
                                            <a:rPr lang="es-MX" b="0" i="1" smtClean="0">
                                              <a:latin typeface="Cambria Math" panose="02040503050406030204" pitchFamily="18" charset="0"/>
                                            </a:rPr>
                                          </m:ctrlPr>
                                        </m:fPr>
                                        <m:num>
                                          <m:sSub>
                                            <m:sSubPr>
                                              <m:ctrlPr>
                                                <a:rPr lang="es-MX" b="0" i="1" smtClean="0">
                                                  <a:latin typeface="Cambria Math" panose="02040503050406030204" pitchFamily="18" charset="0"/>
                                                </a:rPr>
                                              </m:ctrlPr>
                                            </m:sSubPr>
                                            <m:e>
                                              <m:r>
                                                <a:rPr lang="es-MX" b="0" i="1" smtClean="0">
                                                  <a:latin typeface="Cambria Math" panose="02040503050406030204" pitchFamily="18" charset="0"/>
                                                </a:rPr>
                                                <m:t>𝑛</m:t>
                                              </m:r>
                                            </m:e>
                                            <m:sub>
                                              <m:r>
                                                <a:rPr lang="es-MX" b="0" i="1" smtClean="0">
                                                  <a:latin typeface="Cambria Math" panose="02040503050406030204" pitchFamily="18" charset="0"/>
                                                </a:rPr>
                                                <m:t>𝑖</m:t>
                                              </m:r>
                                            </m:sub>
                                          </m:sSub>
                                          <m:r>
                                            <a:rPr lang="es-MX" b="0" i="1" smtClean="0">
                                              <a:latin typeface="Cambria Math" panose="02040503050406030204" pitchFamily="18" charset="0"/>
                                            </a:rPr>
                                            <m:t>. </m:t>
                                          </m:r>
                                          <m:r>
                                            <a:rPr lang="es-MX" b="0" i="1" smtClean="0">
                                              <a:latin typeface="Cambria Math" panose="02040503050406030204" pitchFamily="18" charset="0"/>
                                            </a:rPr>
                                            <m:t>𝑛</m:t>
                                          </m:r>
                                          <m:sSub>
                                            <m:sSubPr>
                                              <m:ctrlPr>
                                                <a:rPr lang="es-MX" b="0" i="1" smtClean="0">
                                                  <a:latin typeface="Cambria Math" panose="02040503050406030204" pitchFamily="18" charset="0"/>
                                                </a:rPr>
                                              </m:ctrlPr>
                                            </m:sSubPr>
                                            <m:e>
                                              <m:r>
                                                <a:rPr lang="es-MX" b="0" i="1" smtClean="0">
                                                  <a:latin typeface="Cambria Math" panose="02040503050406030204" pitchFamily="18" charset="0"/>
                                                </a:rPr>
                                                <m:t>.</m:t>
                                              </m:r>
                                            </m:e>
                                            <m:sub>
                                              <m:r>
                                                <a:rPr lang="es-MX" b="0" i="1" smtClean="0">
                                                  <a:latin typeface="Cambria Math" panose="02040503050406030204" pitchFamily="18" charset="0"/>
                                                </a:rPr>
                                                <m:t>𝑗</m:t>
                                              </m:r>
                                            </m:sub>
                                          </m:sSub>
                                        </m:num>
                                        <m:den>
                                          <m:r>
                                            <a:rPr lang="es-MX" b="0" i="1" smtClean="0">
                                              <a:latin typeface="Cambria Math" panose="02040503050406030204" pitchFamily="18" charset="0"/>
                                            </a:rPr>
                                            <m:t>𝑛</m:t>
                                          </m:r>
                                        </m:den>
                                      </m:f>
                                    </m:e>
                                  </m:d>
                                </m:e>
                                <m:sup>
                                  <m:r>
                                    <a:rPr lang="es-MX" b="0" i="1" smtClean="0">
                                      <a:latin typeface="Cambria Math" panose="02040503050406030204" pitchFamily="18" charset="0"/>
                                    </a:rPr>
                                    <m:t>2</m:t>
                                  </m:r>
                                </m:sup>
                              </m:sSup>
                            </m:num>
                            <m:den>
                              <m:f>
                                <m:fPr>
                                  <m:ctrlPr>
                                    <a:rPr lang="es-MX" i="1">
                                      <a:latin typeface="Cambria Math" panose="02040503050406030204" pitchFamily="18" charset="0"/>
                                    </a:rPr>
                                  </m:ctrlPr>
                                </m:fPr>
                                <m:num>
                                  <m:sSub>
                                    <m:sSubPr>
                                      <m:ctrlPr>
                                        <a:rPr lang="es-MX" i="1">
                                          <a:latin typeface="Cambria Math" panose="02040503050406030204" pitchFamily="18" charset="0"/>
                                        </a:rPr>
                                      </m:ctrlPr>
                                    </m:sSubPr>
                                    <m:e>
                                      <m:r>
                                        <a:rPr lang="es-MX" i="1">
                                          <a:latin typeface="Cambria Math" panose="02040503050406030204" pitchFamily="18" charset="0"/>
                                        </a:rPr>
                                        <m:t>𝑛</m:t>
                                      </m:r>
                                    </m:e>
                                    <m:sub>
                                      <m:r>
                                        <a:rPr lang="es-MX" i="1">
                                          <a:latin typeface="Cambria Math" panose="02040503050406030204" pitchFamily="18" charset="0"/>
                                        </a:rPr>
                                        <m:t>𝑖</m:t>
                                      </m:r>
                                    </m:sub>
                                  </m:sSub>
                                  <m:r>
                                    <a:rPr lang="es-MX" i="1">
                                      <a:latin typeface="Cambria Math" panose="02040503050406030204" pitchFamily="18" charset="0"/>
                                    </a:rPr>
                                    <m:t>. </m:t>
                                  </m:r>
                                  <m:r>
                                    <a:rPr lang="es-MX" i="1">
                                      <a:latin typeface="Cambria Math" panose="02040503050406030204" pitchFamily="18" charset="0"/>
                                    </a:rPr>
                                    <m:t>𝑛</m:t>
                                  </m:r>
                                  <m:sSub>
                                    <m:sSubPr>
                                      <m:ctrlPr>
                                        <a:rPr lang="es-MX" i="1">
                                          <a:latin typeface="Cambria Math" panose="02040503050406030204" pitchFamily="18" charset="0"/>
                                        </a:rPr>
                                      </m:ctrlPr>
                                    </m:sSubPr>
                                    <m:e>
                                      <m:r>
                                        <a:rPr lang="es-MX" i="1">
                                          <a:latin typeface="Cambria Math" panose="02040503050406030204" pitchFamily="18" charset="0"/>
                                        </a:rPr>
                                        <m:t>.</m:t>
                                      </m:r>
                                    </m:e>
                                    <m:sub>
                                      <m:r>
                                        <a:rPr lang="es-MX" i="1">
                                          <a:latin typeface="Cambria Math" panose="02040503050406030204" pitchFamily="18" charset="0"/>
                                        </a:rPr>
                                        <m:t>𝑗</m:t>
                                      </m:r>
                                    </m:sub>
                                  </m:sSub>
                                </m:num>
                                <m:den>
                                  <m:r>
                                    <a:rPr lang="es-MX" i="1">
                                      <a:latin typeface="Cambria Math" panose="02040503050406030204" pitchFamily="18" charset="0"/>
                                    </a:rPr>
                                    <m:t>𝑛</m:t>
                                  </m:r>
                                </m:den>
                              </m:f>
                            </m:den>
                          </m:f>
                        </m:e>
                      </m:nary>
                    </m:oMath>
                  </m:oMathPara>
                </a14:m>
                <a:endParaRPr lang="es-MX" dirty="0"/>
              </a:p>
              <a:p>
                <a:pPr algn="just"/>
                <a:r>
                  <a:rPr lang="es-MX" dirty="0"/>
                  <a:t>Donde:</a:t>
                </a:r>
              </a:p>
              <a:p>
                <a:pPr algn="just"/>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𝑛</m:t>
                          </m:r>
                        </m:e>
                        <m:sub>
                          <m:r>
                            <a:rPr lang="es-MX" b="0" i="1" smtClean="0">
                              <a:latin typeface="Cambria Math" panose="02040503050406030204" pitchFamily="18" charset="0"/>
                            </a:rPr>
                            <m:t>𝑖</m:t>
                          </m:r>
                        </m:sub>
                      </m:sSub>
                      <m:r>
                        <a:rPr lang="es-MX" b="0" i="1" smtClean="0">
                          <a:latin typeface="Cambria Math" panose="02040503050406030204" pitchFamily="18" charset="0"/>
                        </a:rPr>
                        <m:t>.=</m:t>
                      </m:r>
                      <m:nary>
                        <m:naryPr>
                          <m:chr m:val="∑"/>
                          <m:supHide m:val="on"/>
                          <m:ctrlPr>
                            <a:rPr lang="es-MX" b="0" i="1" smtClean="0">
                              <a:latin typeface="Cambria Math" panose="02040503050406030204" pitchFamily="18" charset="0"/>
                            </a:rPr>
                          </m:ctrlPr>
                        </m:naryPr>
                        <m:sub>
                          <m:r>
                            <m:rPr>
                              <m:brk m:alnAt="7"/>
                            </m:rPr>
                            <a:rPr lang="es-MX" b="0" i="1" smtClean="0">
                              <a:latin typeface="Cambria Math" panose="02040503050406030204" pitchFamily="18" charset="0"/>
                            </a:rPr>
                            <m:t>𝑗</m:t>
                          </m:r>
                        </m:sub>
                        <m:sup/>
                        <m:e>
                          <m:sSub>
                            <m:sSubPr>
                              <m:ctrlPr>
                                <a:rPr lang="es-MX" b="0" i="1" smtClean="0">
                                  <a:latin typeface="Cambria Math" panose="02040503050406030204" pitchFamily="18" charset="0"/>
                                </a:rPr>
                              </m:ctrlPr>
                            </m:sSubPr>
                            <m:e>
                              <m:r>
                                <a:rPr lang="es-MX" b="0" i="1" smtClean="0">
                                  <a:latin typeface="Cambria Math" panose="02040503050406030204" pitchFamily="18" charset="0"/>
                                </a:rPr>
                                <m:t>𝑛</m:t>
                              </m:r>
                            </m:e>
                            <m:sub>
                              <m:r>
                                <a:rPr lang="es-MX" b="0" i="1" smtClean="0">
                                  <a:latin typeface="Cambria Math" panose="02040503050406030204" pitchFamily="18" charset="0"/>
                                </a:rPr>
                                <m:t>𝑖𝑗</m:t>
                              </m:r>
                            </m:sub>
                          </m:sSub>
                          <m:r>
                            <a:rPr lang="es-MX" b="0" i="1" smtClean="0">
                              <a:latin typeface="Cambria Math" panose="02040503050406030204" pitchFamily="18" charset="0"/>
                            </a:rPr>
                            <m:t> </m:t>
                          </m:r>
                        </m:e>
                      </m:nary>
                      <m:r>
                        <a:rPr lang="es-MX" b="0" i="1" smtClean="0">
                          <a:latin typeface="Cambria Math" panose="02040503050406030204" pitchFamily="18" charset="0"/>
                        </a:rPr>
                        <m:t>, </m:t>
                      </m:r>
                      <m:r>
                        <a:rPr lang="es-MX" b="0" i="1" smtClean="0">
                          <a:latin typeface="Cambria Math" panose="02040503050406030204" pitchFamily="18" charset="0"/>
                        </a:rPr>
                        <m:t>𝑒𝑠</m:t>
                      </m:r>
                      <m:r>
                        <a:rPr lang="es-MX" b="0" i="1" smtClean="0">
                          <a:latin typeface="Cambria Math" panose="02040503050406030204" pitchFamily="18" charset="0"/>
                        </a:rPr>
                        <m:t> </m:t>
                      </m:r>
                      <m:r>
                        <a:rPr lang="es-MX" b="0" i="1" smtClean="0">
                          <a:latin typeface="Cambria Math" panose="02040503050406030204" pitchFamily="18" charset="0"/>
                        </a:rPr>
                        <m:t>𝑒𝑙</m:t>
                      </m:r>
                      <m:r>
                        <a:rPr lang="es-MX" b="0" i="1" smtClean="0">
                          <a:latin typeface="Cambria Math" panose="02040503050406030204" pitchFamily="18" charset="0"/>
                        </a:rPr>
                        <m:t> </m:t>
                      </m:r>
                      <m:r>
                        <a:rPr lang="es-MX" b="0" i="1" smtClean="0">
                          <a:latin typeface="Cambria Math" panose="02040503050406030204" pitchFamily="18" charset="0"/>
                        </a:rPr>
                        <m:t>𝑛</m:t>
                      </m:r>
                      <m:r>
                        <a:rPr lang="es-MX" b="0" i="1" smtClean="0">
                          <a:latin typeface="Cambria Math" panose="02040503050406030204" pitchFamily="18" charset="0"/>
                        </a:rPr>
                        <m:t>ú</m:t>
                      </m:r>
                      <m:r>
                        <a:rPr lang="es-MX" b="0" i="1" smtClean="0">
                          <a:latin typeface="Cambria Math" panose="02040503050406030204" pitchFamily="18" charset="0"/>
                        </a:rPr>
                        <m:t>𝑚𝑒𝑟𝑜</m:t>
                      </m:r>
                      <m:r>
                        <a:rPr lang="es-MX" b="0" i="1" smtClean="0">
                          <a:latin typeface="Cambria Math" panose="02040503050406030204" pitchFamily="18" charset="0"/>
                        </a:rPr>
                        <m:t> </m:t>
                      </m:r>
                      <m:r>
                        <a:rPr lang="es-MX" b="0" i="1" smtClean="0">
                          <a:latin typeface="Cambria Math" panose="02040503050406030204" pitchFamily="18" charset="0"/>
                        </a:rPr>
                        <m:t>𝑑𝑒</m:t>
                      </m:r>
                      <m:r>
                        <a:rPr lang="es-MX" b="0" i="1" smtClean="0">
                          <a:latin typeface="Cambria Math" panose="02040503050406030204" pitchFamily="18" charset="0"/>
                        </a:rPr>
                        <m:t> </m:t>
                      </m:r>
                      <m:r>
                        <a:rPr lang="es-MX" b="0" i="1" smtClean="0">
                          <a:latin typeface="Cambria Math" panose="02040503050406030204" pitchFamily="18" charset="0"/>
                        </a:rPr>
                        <m:t>𝑣𝑒𝑐𝑒𝑠</m:t>
                      </m:r>
                      <m:r>
                        <a:rPr lang="es-MX" b="0" i="1" smtClean="0">
                          <a:latin typeface="Cambria Math" panose="02040503050406030204" pitchFamily="18" charset="0"/>
                        </a:rPr>
                        <m:t> </m:t>
                      </m:r>
                      <m:r>
                        <a:rPr lang="es-MX" b="0" i="1" smtClean="0">
                          <a:latin typeface="Cambria Math" panose="02040503050406030204" pitchFamily="18" charset="0"/>
                        </a:rPr>
                        <m:t>𝑞𝑢𝑒</m:t>
                      </m:r>
                      <m:r>
                        <a:rPr lang="es-MX" b="0" i="1" smtClean="0">
                          <a:latin typeface="Cambria Math" panose="02040503050406030204" pitchFamily="18" charset="0"/>
                        </a:rPr>
                        <m:t> </m:t>
                      </m:r>
                      <m:r>
                        <a:rPr lang="es-MX" b="0" i="1" smtClean="0">
                          <a:latin typeface="Cambria Math" panose="02040503050406030204" pitchFamily="18" charset="0"/>
                        </a:rPr>
                        <m:t>𝑒𝑙</m:t>
                      </m:r>
                      <m:r>
                        <a:rPr lang="es-MX" b="0" i="1" smtClean="0">
                          <a:latin typeface="Cambria Math" panose="02040503050406030204" pitchFamily="18" charset="0"/>
                        </a:rPr>
                        <m:t> </m:t>
                      </m:r>
                      <m:r>
                        <a:rPr lang="es-MX" b="0" i="1" smtClean="0">
                          <a:latin typeface="Cambria Math" panose="02040503050406030204" pitchFamily="18" charset="0"/>
                        </a:rPr>
                        <m:t>𝑣𝑎𝑙𝑜𝑟</m:t>
                      </m:r>
                      <m:r>
                        <a:rPr lang="es-MX" b="0" i="1" smtClean="0">
                          <a:latin typeface="Cambria Math" panose="02040503050406030204" pitchFamily="18" charset="0"/>
                        </a:rPr>
                        <m:t> </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𝐴</m:t>
                          </m:r>
                        </m:e>
                        <m:sub>
                          <m:r>
                            <a:rPr lang="es-MX" b="0" i="1" smtClean="0">
                              <a:latin typeface="Cambria Math" panose="02040503050406030204" pitchFamily="18" charset="0"/>
                            </a:rPr>
                            <m:t>𝑖</m:t>
                          </m:r>
                        </m:sub>
                      </m:sSub>
                      <m:r>
                        <a:rPr lang="es-MX" b="0" i="1" smtClean="0">
                          <a:latin typeface="Cambria Math" panose="02040503050406030204" pitchFamily="18" charset="0"/>
                        </a:rPr>
                        <m:t> </m:t>
                      </m:r>
                      <m:r>
                        <a:rPr lang="es-MX" b="0" i="1" smtClean="0">
                          <a:latin typeface="Cambria Math" panose="02040503050406030204" pitchFamily="18" charset="0"/>
                        </a:rPr>
                        <m:t>𝑠𝑒</m:t>
                      </m:r>
                      <m:r>
                        <a:rPr lang="es-MX" b="0" i="1" smtClean="0">
                          <a:latin typeface="Cambria Math" panose="02040503050406030204" pitchFamily="18" charset="0"/>
                        </a:rPr>
                        <m:t> </m:t>
                      </m:r>
                      <m:r>
                        <a:rPr lang="es-MX" b="0" i="1" smtClean="0">
                          <a:latin typeface="Cambria Math" panose="02040503050406030204" pitchFamily="18" charset="0"/>
                        </a:rPr>
                        <m:t>𝑜𝑏𝑠𝑒𝑟𝑣𝑎</m:t>
                      </m:r>
                    </m:oMath>
                  </m:oMathPara>
                </a14:m>
                <a:endParaRPr lang="es-MX" dirty="0"/>
              </a:p>
              <a:p>
                <a:pPr algn="just"/>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rPr>
                        <m:t>𝑛</m:t>
                      </m:r>
                      <m:sSub>
                        <m:sSubPr>
                          <m:ctrlPr>
                            <a:rPr lang="es-MX" b="0" i="1" smtClean="0">
                              <a:latin typeface="Cambria Math" panose="02040503050406030204" pitchFamily="18" charset="0"/>
                            </a:rPr>
                          </m:ctrlPr>
                        </m:sSubPr>
                        <m:e>
                          <m:r>
                            <a:rPr lang="es-MX" b="0" i="1" smtClean="0">
                              <a:latin typeface="Cambria Math" panose="02040503050406030204" pitchFamily="18" charset="0"/>
                            </a:rPr>
                            <m:t>.</m:t>
                          </m:r>
                        </m:e>
                        <m:sub>
                          <m:r>
                            <a:rPr lang="es-MX" b="0" i="1" smtClean="0">
                              <a:latin typeface="Cambria Math" panose="02040503050406030204" pitchFamily="18" charset="0"/>
                            </a:rPr>
                            <m:t>𝑗</m:t>
                          </m:r>
                        </m:sub>
                      </m:sSub>
                      <m:r>
                        <a:rPr lang="es-MX" b="0" i="1" smtClean="0">
                          <a:latin typeface="Cambria Math" panose="02040503050406030204" pitchFamily="18" charset="0"/>
                        </a:rPr>
                        <m:t>=</m:t>
                      </m:r>
                      <m:nary>
                        <m:naryPr>
                          <m:chr m:val="∑"/>
                          <m:supHide m:val="on"/>
                          <m:ctrlPr>
                            <a:rPr lang="es-MX" b="0" i="1" smtClean="0">
                              <a:latin typeface="Cambria Math" panose="02040503050406030204" pitchFamily="18" charset="0"/>
                            </a:rPr>
                          </m:ctrlPr>
                        </m:naryPr>
                        <m:sub>
                          <m:r>
                            <m:rPr>
                              <m:brk m:alnAt="7"/>
                            </m:rPr>
                            <a:rPr lang="es-MX" b="0" i="1" smtClean="0">
                              <a:latin typeface="Cambria Math" panose="02040503050406030204" pitchFamily="18" charset="0"/>
                            </a:rPr>
                            <m:t>𝑖</m:t>
                          </m:r>
                        </m:sub>
                        <m:sup/>
                        <m:e>
                          <m:sSub>
                            <m:sSubPr>
                              <m:ctrlPr>
                                <a:rPr lang="es-MX" b="0" i="1" smtClean="0">
                                  <a:latin typeface="Cambria Math" panose="02040503050406030204" pitchFamily="18" charset="0"/>
                                </a:rPr>
                              </m:ctrlPr>
                            </m:sSubPr>
                            <m:e>
                              <m:r>
                                <a:rPr lang="es-MX" b="0" i="1" smtClean="0">
                                  <a:latin typeface="Cambria Math" panose="02040503050406030204" pitchFamily="18" charset="0"/>
                                </a:rPr>
                                <m:t>𝑛</m:t>
                              </m:r>
                            </m:e>
                            <m:sub>
                              <m:r>
                                <a:rPr lang="es-MX" b="0" i="1" smtClean="0">
                                  <a:latin typeface="Cambria Math" panose="02040503050406030204" pitchFamily="18" charset="0"/>
                                </a:rPr>
                                <m:t>𝑖𝑗</m:t>
                              </m:r>
                            </m:sub>
                          </m:sSub>
                        </m:e>
                      </m:nary>
                      <m:r>
                        <a:rPr lang="es-MX" b="0" i="1" smtClean="0">
                          <a:latin typeface="Cambria Math" panose="02040503050406030204" pitchFamily="18" charset="0"/>
                        </a:rPr>
                        <m:t>, </m:t>
                      </m:r>
                      <m:r>
                        <a:rPr lang="es-MX" i="1">
                          <a:latin typeface="Cambria Math" panose="02040503050406030204" pitchFamily="18" charset="0"/>
                        </a:rPr>
                        <m:t>𝑒𝑠</m:t>
                      </m:r>
                      <m:r>
                        <a:rPr lang="es-MX" i="1">
                          <a:latin typeface="Cambria Math" panose="02040503050406030204" pitchFamily="18" charset="0"/>
                        </a:rPr>
                        <m:t> </m:t>
                      </m:r>
                      <m:r>
                        <a:rPr lang="es-MX" i="1">
                          <a:latin typeface="Cambria Math" panose="02040503050406030204" pitchFamily="18" charset="0"/>
                        </a:rPr>
                        <m:t>𝑒𝑙</m:t>
                      </m:r>
                      <m:r>
                        <a:rPr lang="es-MX" i="1">
                          <a:latin typeface="Cambria Math" panose="02040503050406030204" pitchFamily="18" charset="0"/>
                        </a:rPr>
                        <m:t> </m:t>
                      </m:r>
                      <m:r>
                        <a:rPr lang="es-MX" i="1">
                          <a:latin typeface="Cambria Math" panose="02040503050406030204" pitchFamily="18" charset="0"/>
                        </a:rPr>
                        <m:t>𝑛</m:t>
                      </m:r>
                      <m:r>
                        <a:rPr lang="es-MX" i="1">
                          <a:latin typeface="Cambria Math" panose="02040503050406030204" pitchFamily="18" charset="0"/>
                        </a:rPr>
                        <m:t>ú</m:t>
                      </m:r>
                      <m:r>
                        <a:rPr lang="es-MX" i="1">
                          <a:latin typeface="Cambria Math" panose="02040503050406030204" pitchFamily="18" charset="0"/>
                        </a:rPr>
                        <m:t>𝑚𝑒𝑟𝑜</m:t>
                      </m:r>
                      <m:r>
                        <a:rPr lang="es-MX" i="1">
                          <a:latin typeface="Cambria Math" panose="02040503050406030204" pitchFamily="18" charset="0"/>
                        </a:rPr>
                        <m:t> </m:t>
                      </m:r>
                      <m:r>
                        <a:rPr lang="es-MX" i="1">
                          <a:latin typeface="Cambria Math" panose="02040503050406030204" pitchFamily="18" charset="0"/>
                        </a:rPr>
                        <m:t>𝑑𝑒</m:t>
                      </m:r>
                      <m:r>
                        <a:rPr lang="es-MX" i="1">
                          <a:latin typeface="Cambria Math" panose="02040503050406030204" pitchFamily="18" charset="0"/>
                        </a:rPr>
                        <m:t> </m:t>
                      </m:r>
                      <m:r>
                        <a:rPr lang="es-MX" i="1">
                          <a:latin typeface="Cambria Math" panose="02040503050406030204" pitchFamily="18" charset="0"/>
                        </a:rPr>
                        <m:t>𝑣𝑒𝑐𝑒𝑠</m:t>
                      </m:r>
                      <m:r>
                        <a:rPr lang="es-MX" i="1">
                          <a:latin typeface="Cambria Math" panose="02040503050406030204" pitchFamily="18" charset="0"/>
                        </a:rPr>
                        <m:t> </m:t>
                      </m:r>
                      <m:r>
                        <a:rPr lang="es-MX" i="1">
                          <a:latin typeface="Cambria Math" panose="02040503050406030204" pitchFamily="18" charset="0"/>
                        </a:rPr>
                        <m:t>𝑞𝑢𝑒</m:t>
                      </m:r>
                      <m:r>
                        <a:rPr lang="es-MX" i="1">
                          <a:latin typeface="Cambria Math" panose="02040503050406030204" pitchFamily="18" charset="0"/>
                        </a:rPr>
                        <m:t> </m:t>
                      </m:r>
                      <m:r>
                        <a:rPr lang="es-MX" i="1">
                          <a:latin typeface="Cambria Math" panose="02040503050406030204" pitchFamily="18" charset="0"/>
                        </a:rPr>
                        <m:t>𝑒𝑙</m:t>
                      </m:r>
                      <m:r>
                        <a:rPr lang="es-MX" i="1">
                          <a:latin typeface="Cambria Math" panose="02040503050406030204" pitchFamily="18" charset="0"/>
                        </a:rPr>
                        <m:t> </m:t>
                      </m:r>
                      <m:r>
                        <a:rPr lang="es-MX" i="1">
                          <a:latin typeface="Cambria Math" panose="02040503050406030204" pitchFamily="18" charset="0"/>
                        </a:rPr>
                        <m:t>𝑣𝑎𝑙𝑜𝑟</m:t>
                      </m:r>
                      <m:r>
                        <a:rPr lang="es-MX" i="1">
                          <a:latin typeface="Cambria Math" panose="02040503050406030204" pitchFamily="18" charset="0"/>
                        </a:rPr>
                        <m:t> </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𝐵</m:t>
                          </m:r>
                        </m:e>
                        <m:sub>
                          <m:r>
                            <a:rPr lang="es-MX" b="0" i="1" smtClean="0">
                              <a:latin typeface="Cambria Math" panose="02040503050406030204" pitchFamily="18" charset="0"/>
                            </a:rPr>
                            <m:t>𝑗</m:t>
                          </m:r>
                        </m:sub>
                      </m:sSub>
                      <m:r>
                        <a:rPr lang="es-MX" b="0" i="1" smtClean="0">
                          <a:latin typeface="Cambria Math" panose="02040503050406030204" pitchFamily="18" charset="0"/>
                        </a:rPr>
                        <m:t> </m:t>
                      </m:r>
                      <m:r>
                        <a:rPr lang="es-MX" i="1">
                          <a:latin typeface="Cambria Math" panose="02040503050406030204" pitchFamily="18" charset="0"/>
                        </a:rPr>
                        <m:t>𝑠𝑒</m:t>
                      </m:r>
                      <m:r>
                        <a:rPr lang="es-MX" i="1">
                          <a:latin typeface="Cambria Math" panose="02040503050406030204" pitchFamily="18" charset="0"/>
                        </a:rPr>
                        <m:t> </m:t>
                      </m:r>
                      <m:r>
                        <a:rPr lang="es-MX" i="1">
                          <a:latin typeface="Cambria Math" panose="02040503050406030204" pitchFamily="18" charset="0"/>
                        </a:rPr>
                        <m:t>𝑜𝑏𝑠𝑒𝑟𝑣𝑎</m:t>
                      </m:r>
                    </m:oMath>
                  </m:oMathPara>
                </a14:m>
                <a:endParaRPr lang="es-MX" dirty="0"/>
              </a:p>
            </p:txBody>
          </p:sp>
        </mc:Choice>
        <mc:Fallback>
          <p:sp>
            <p:nvSpPr>
              <p:cNvPr id="4" name="Subtítulo 7">
                <a:extLst>
                  <a:ext uri="{FF2B5EF4-FFF2-40B4-BE49-F238E27FC236}">
                    <a16:creationId xmlns:a16="http://schemas.microsoft.com/office/drawing/2014/main" id="{3760ED02-ACD9-4E6C-638B-7159491EBD7A}"/>
                  </a:ext>
                </a:extLst>
              </p:cNvPr>
              <p:cNvSpPr txBox="1">
                <a:spLocks noRot="1" noChangeAspect="1" noMove="1" noResize="1" noEditPoints="1" noAdjustHandles="1" noChangeArrowheads="1" noChangeShapeType="1" noTextEdit="1"/>
              </p:cNvSpPr>
              <p:nvPr/>
            </p:nvSpPr>
            <p:spPr>
              <a:xfrm>
                <a:off x="581456" y="764981"/>
                <a:ext cx="7981088" cy="4107057"/>
              </a:xfrm>
              <a:prstGeom prst="rect">
                <a:avLst/>
              </a:prstGeom>
              <a:blipFill>
                <a:blip r:embed="rId2"/>
                <a:stretch>
                  <a:fillRect l="-229" t="-148" r="-840" b="-23739"/>
                </a:stretch>
              </a:blipFill>
            </p:spPr>
            <p:txBody>
              <a:bodyPr/>
              <a:lstStyle/>
              <a:p>
                <a:r>
                  <a:rPr lang="es-PE">
                    <a:noFill/>
                  </a:rPr>
                  <a:t> </a:t>
                </a:r>
              </a:p>
            </p:txBody>
          </p:sp>
        </mc:Fallback>
      </mc:AlternateContent>
    </p:spTree>
    <p:extLst>
      <p:ext uri="{BB962C8B-B14F-4D97-AF65-F5344CB8AC3E}">
        <p14:creationId xmlns:p14="http://schemas.microsoft.com/office/powerpoint/2010/main" val="93972414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9AAA7924-0509-C5C1-A9AA-83123D97BCCF}"/>
              </a:ext>
            </a:extLst>
          </p:cNvPr>
          <p:cNvSpPr>
            <a:spLocks noGrp="1"/>
          </p:cNvSpPr>
          <p:nvPr>
            <p:ph type="title"/>
          </p:nvPr>
        </p:nvSpPr>
        <p:spPr>
          <a:xfrm>
            <a:off x="1226940" y="149417"/>
            <a:ext cx="6690120" cy="572700"/>
          </a:xfrm>
        </p:spPr>
        <p:txBody>
          <a:bodyPr/>
          <a:lstStyle/>
          <a:p>
            <a:r>
              <a:rPr lang="es-MX" dirty="0">
                <a:solidFill>
                  <a:schemeClr val="accent2"/>
                </a:solidFill>
              </a:rPr>
              <a:t>V de Cramer</a:t>
            </a:r>
            <a:endParaRPr lang="es-PE" dirty="0">
              <a:solidFill>
                <a:schemeClr val="accent2"/>
              </a:solidFill>
            </a:endParaRPr>
          </a:p>
        </p:txBody>
      </p:sp>
      <mc:AlternateContent xmlns:mc="http://schemas.openxmlformats.org/markup-compatibility/2006">
        <mc:Choice xmlns:a14="http://schemas.microsoft.com/office/drawing/2010/main" Requires="a14">
          <p:sp>
            <p:nvSpPr>
              <p:cNvPr id="4" name="Subtítulo 7">
                <a:extLst>
                  <a:ext uri="{FF2B5EF4-FFF2-40B4-BE49-F238E27FC236}">
                    <a16:creationId xmlns:a16="http://schemas.microsoft.com/office/drawing/2014/main" id="{3760ED02-ACD9-4E6C-638B-7159491EBD7A}"/>
                  </a:ext>
                </a:extLst>
              </p:cNvPr>
              <p:cNvSpPr txBox="1">
                <a:spLocks/>
              </p:cNvSpPr>
              <p:nvPr/>
            </p:nvSpPr>
            <p:spPr>
              <a:xfrm>
                <a:off x="581456" y="764981"/>
                <a:ext cx="7981088" cy="41070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s-MX" dirty="0"/>
                  <a:t>El coeficiente V de Cramer se calcula de la siguiente manera:</a:t>
                </a:r>
              </a:p>
              <a:p>
                <a:pPr algn="just"/>
                <a:endParaRPr lang="es-MX" dirty="0"/>
              </a:p>
              <a:p>
                <a:pPr algn="just"/>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rPr>
                        <m:t>𝑉</m:t>
                      </m:r>
                      <m:r>
                        <a:rPr lang="es-MX" b="0" i="1" smtClean="0">
                          <a:latin typeface="Cambria Math" panose="02040503050406030204" pitchFamily="18" charset="0"/>
                        </a:rPr>
                        <m:t>=</m:t>
                      </m:r>
                      <m:rad>
                        <m:radPr>
                          <m:degHide m:val="on"/>
                          <m:ctrlPr>
                            <a:rPr lang="es-MX" b="0" i="1" smtClean="0">
                              <a:latin typeface="Cambria Math" panose="02040503050406030204" pitchFamily="18" charset="0"/>
                            </a:rPr>
                          </m:ctrlPr>
                        </m:radPr>
                        <m:deg/>
                        <m:e>
                          <m:f>
                            <m:fPr>
                              <m:ctrlPr>
                                <a:rPr lang="es-MX" b="0" i="1" smtClean="0">
                                  <a:latin typeface="Cambria Math" panose="02040503050406030204" pitchFamily="18" charset="0"/>
                                </a:rPr>
                              </m:ctrlPr>
                            </m:fPr>
                            <m:num>
                              <m:sSup>
                                <m:sSupPr>
                                  <m:ctrlPr>
                                    <a:rPr lang="es-MX" b="0" i="1" smtClean="0">
                                      <a:latin typeface="Cambria Math" panose="02040503050406030204" pitchFamily="18" charset="0"/>
                                    </a:rPr>
                                  </m:ctrlPr>
                                </m:sSupPr>
                                <m:e>
                                  <m:r>
                                    <a:rPr lang="es-MX" b="0" i="1" smtClean="0">
                                      <a:latin typeface="Cambria Math" panose="02040503050406030204" pitchFamily="18" charset="0"/>
                                    </a:rPr>
                                    <m:t>𝜒</m:t>
                                  </m:r>
                                </m:e>
                                <m:sup>
                                  <m:r>
                                    <a:rPr lang="es-MX" b="0" i="1" smtClean="0">
                                      <a:latin typeface="Cambria Math" panose="02040503050406030204" pitchFamily="18" charset="0"/>
                                    </a:rPr>
                                    <m:t>2</m:t>
                                  </m:r>
                                </m:sup>
                              </m:sSup>
                              <m:r>
                                <a:rPr lang="es-MX" b="0" i="1" smtClean="0">
                                  <a:latin typeface="Cambria Math" panose="02040503050406030204" pitchFamily="18" charset="0"/>
                                </a:rPr>
                                <m:t>/</m:t>
                              </m:r>
                              <m:r>
                                <a:rPr lang="es-MX" b="0" i="1" smtClean="0">
                                  <a:latin typeface="Cambria Math" panose="02040503050406030204" pitchFamily="18" charset="0"/>
                                </a:rPr>
                                <m:t>𝑛</m:t>
                              </m:r>
                            </m:num>
                            <m:den>
                              <m:func>
                                <m:funcPr>
                                  <m:ctrlPr>
                                    <a:rPr lang="es-MX" b="0" i="1" smtClean="0">
                                      <a:latin typeface="Cambria Math" panose="02040503050406030204" pitchFamily="18" charset="0"/>
                                    </a:rPr>
                                  </m:ctrlPr>
                                </m:funcPr>
                                <m:fName>
                                  <m:r>
                                    <m:rPr>
                                      <m:sty m:val="p"/>
                                    </m:rPr>
                                    <a:rPr lang="es-MX" b="0" i="0" smtClean="0">
                                      <a:latin typeface="Cambria Math" panose="02040503050406030204" pitchFamily="18" charset="0"/>
                                    </a:rPr>
                                    <m:t>min</m:t>
                                  </m:r>
                                </m:fName>
                                <m:e>
                                  <m:d>
                                    <m:dPr>
                                      <m:ctrlPr>
                                        <a:rPr lang="es-MX" b="0" i="1" smtClean="0">
                                          <a:latin typeface="Cambria Math" panose="02040503050406030204" pitchFamily="18" charset="0"/>
                                        </a:rPr>
                                      </m:ctrlPr>
                                    </m:dPr>
                                    <m:e>
                                      <m:r>
                                        <a:rPr lang="es-MX" b="0" i="1" smtClean="0">
                                          <a:latin typeface="Cambria Math" panose="02040503050406030204" pitchFamily="18" charset="0"/>
                                        </a:rPr>
                                        <m:t>𝑘</m:t>
                                      </m:r>
                                      <m:r>
                                        <a:rPr lang="es-MX" b="0" i="1" smtClean="0">
                                          <a:latin typeface="Cambria Math" panose="02040503050406030204" pitchFamily="18" charset="0"/>
                                        </a:rPr>
                                        <m:t>−1,</m:t>
                                      </m:r>
                                      <m:r>
                                        <a:rPr lang="es-MX" b="0" i="1" smtClean="0">
                                          <a:latin typeface="Cambria Math" panose="02040503050406030204" pitchFamily="18" charset="0"/>
                                        </a:rPr>
                                        <m:t>𝑟</m:t>
                                      </m:r>
                                      <m:r>
                                        <a:rPr lang="es-MX" b="0" i="1" smtClean="0">
                                          <a:latin typeface="Cambria Math" panose="02040503050406030204" pitchFamily="18" charset="0"/>
                                        </a:rPr>
                                        <m:t>−1</m:t>
                                      </m:r>
                                    </m:e>
                                  </m:d>
                                </m:e>
                              </m:func>
                            </m:den>
                          </m:f>
                        </m:e>
                      </m:rad>
                    </m:oMath>
                  </m:oMathPara>
                </a14:m>
                <a:endParaRPr lang="es-MX" dirty="0"/>
              </a:p>
              <a:p>
                <a:pPr algn="just"/>
                <a:endParaRPr lang="es-MX" dirty="0"/>
              </a:p>
              <a:p>
                <a:pPr algn="just"/>
                <a:r>
                  <a:rPr lang="es-MX" dirty="0"/>
                  <a:t>El valor p para la significación de V es el mismo que se calcula utilizando la prueba de chi cuadrado de Pearson.</a:t>
                </a:r>
              </a:p>
              <a:p>
                <a:pPr algn="just"/>
                <a:endParaRPr lang="es-MX" dirty="0"/>
              </a:p>
              <a:p>
                <a:pPr algn="just"/>
                <a:r>
                  <a:rPr lang="es-MX" dirty="0"/>
                  <a:t>Este coeficiente calculado </a:t>
                </a:r>
                <a:r>
                  <a:rPr lang="es-MX" dirty="0">
                    <a:highlight>
                      <a:srgbClr val="00FFFF"/>
                    </a:highlight>
                  </a:rPr>
                  <a:t>puede ser un valor sesgado de su contraparte poblacional, por lo que existe una corrección de sesgo</a:t>
                </a:r>
                <a:r>
                  <a:rPr lang="es-MX" dirty="0"/>
                  <a:t>:</a:t>
                </a:r>
              </a:p>
              <a:p>
                <a:pPr algn="just"/>
                <a:endParaRPr lang="es-MX" dirty="0"/>
              </a:p>
              <a:p>
                <a:pPr algn="just"/>
                <a14:m>
                  <m:oMathPara xmlns:m="http://schemas.openxmlformats.org/officeDocument/2006/math">
                    <m:oMathParaPr>
                      <m:jc m:val="centerGroup"/>
                    </m:oMathParaPr>
                    <m:oMath xmlns:m="http://schemas.openxmlformats.org/officeDocument/2006/math">
                      <m:acc>
                        <m:accPr>
                          <m:chr m:val="̃"/>
                          <m:ctrlPr>
                            <a:rPr lang="es-MX" i="1" smtClean="0">
                              <a:latin typeface="Cambria Math" panose="02040503050406030204" pitchFamily="18" charset="0"/>
                            </a:rPr>
                          </m:ctrlPr>
                        </m:accPr>
                        <m:e>
                          <m:r>
                            <a:rPr lang="es-MX" b="0" i="1" smtClean="0">
                              <a:latin typeface="Cambria Math" panose="02040503050406030204" pitchFamily="18" charset="0"/>
                            </a:rPr>
                            <m:t>𝑉</m:t>
                          </m:r>
                        </m:e>
                      </m:acc>
                      <m:r>
                        <a:rPr lang="es-MX" b="0" i="1" smtClean="0">
                          <a:latin typeface="Cambria Math" panose="02040503050406030204" pitchFamily="18" charset="0"/>
                        </a:rPr>
                        <m:t>=</m:t>
                      </m:r>
                      <m:rad>
                        <m:radPr>
                          <m:degHide m:val="on"/>
                          <m:ctrlPr>
                            <a:rPr lang="es-MX" b="0" i="1" smtClean="0">
                              <a:latin typeface="Cambria Math" panose="02040503050406030204" pitchFamily="18" charset="0"/>
                            </a:rPr>
                          </m:ctrlPr>
                        </m:radPr>
                        <m:deg/>
                        <m:e>
                          <m:f>
                            <m:fPr>
                              <m:ctrlPr>
                                <a:rPr lang="es-MX" b="0" i="1" smtClean="0">
                                  <a:latin typeface="Cambria Math" panose="02040503050406030204" pitchFamily="18" charset="0"/>
                                </a:rPr>
                              </m:ctrlPr>
                            </m:fPr>
                            <m:num>
                              <m:r>
                                <m:rPr>
                                  <m:sty m:val="p"/>
                                </m:rPr>
                                <a:rPr lang="es-MX" b="0" i="0" smtClean="0">
                                  <a:latin typeface="Cambria Math" panose="02040503050406030204" pitchFamily="18" charset="0"/>
                                </a:rPr>
                                <m:t>max</m:t>
                              </m:r>
                              <m:r>
                                <a:rPr lang="es-MX" b="0" i="1" smtClean="0">
                                  <a:latin typeface="Cambria Math" panose="02040503050406030204" pitchFamily="18" charset="0"/>
                                </a:rPr>
                                <m:t>⁡(0,</m:t>
                              </m:r>
                              <m:f>
                                <m:fPr>
                                  <m:ctrlPr>
                                    <a:rPr lang="es-MX" b="0" i="1" smtClean="0">
                                      <a:latin typeface="Cambria Math" panose="02040503050406030204" pitchFamily="18" charset="0"/>
                                    </a:rPr>
                                  </m:ctrlPr>
                                </m:fPr>
                                <m:num>
                                  <m:sSup>
                                    <m:sSupPr>
                                      <m:ctrlPr>
                                        <a:rPr lang="es-MX" i="1">
                                          <a:latin typeface="Cambria Math" panose="02040503050406030204" pitchFamily="18" charset="0"/>
                                        </a:rPr>
                                      </m:ctrlPr>
                                    </m:sSupPr>
                                    <m:e>
                                      <m:r>
                                        <a:rPr lang="es-MX" i="1">
                                          <a:latin typeface="Cambria Math" panose="02040503050406030204" pitchFamily="18" charset="0"/>
                                        </a:rPr>
                                        <m:t>𝜒</m:t>
                                      </m:r>
                                    </m:e>
                                    <m:sup>
                                      <m:r>
                                        <a:rPr lang="es-MX" i="1">
                                          <a:latin typeface="Cambria Math" panose="02040503050406030204" pitchFamily="18" charset="0"/>
                                        </a:rPr>
                                        <m:t>2</m:t>
                                      </m:r>
                                    </m:sup>
                                  </m:sSup>
                                </m:num>
                                <m:den>
                                  <m:r>
                                    <a:rPr lang="es-MX" i="1">
                                      <a:latin typeface="Cambria Math" panose="02040503050406030204" pitchFamily="18" charset="0"/>
                                    </a:rPr>
                                    <m:t>𝑛</m:t>
                                  </m:r>
                                </m:den>
                              </m:f>
                              <m:r>
                                <a:rPr lang="es-MX" b="0" i="1" smtClean="0">
                                  <a:latin typeface="Cambria Math" panose="02040503050406030204" pitchFamily="18" charset="0"/>
                                </a:rPr>
                                <m:t>−</m:t>
                              </m:r>
                              <m:f>
                                <m:fPr>
                                  <m:ctrlPr>
                                    <a:rPr lang="es-MX" b="0" i="1" smtClean="0">
                                      <a:latin typeface="Cambria Math" panose="02040503050406030204" pitchFamily="18" charset="0"/>
                                    </a:rPr>
                                  </m:ctrlPr>
                                </m:fPr>
                                <m:num>
                                  <m:r>
                                    <a:rPr lang="es-MX" b="0" i="1" smtClean="0">
                                      <a:latin typeface="Cambria Math" panose="02040503050406030204" pitchFamily="18" charset="0"/>
                                    </a:rPr>
                                    <m:t>(</m:t>
                                  </m:r>
                                  <m:r>
                                    <a:rPr lang="es-MX" b="0" i="1" smtClean="0">
                                      <a:latin typeface="Cambria Math" panose="02040503050406030204" pitchFamily="18" charset="0"/>
                                    </a:rPr>
                                    <m:t>𝑘</m:t>
                                  </m:r>
                                  <m:r>
                                    <a:rPr lang="es-MX" b="0" i="1" smtClean="0">
                                      <a:latin typeface="Cambria Math" panose="02040503050406030204" pitchFamily="18" charset="0"/>
                                    </a:rPr>
                                    <m:t>−1)(</m:t>
                                  </m:r>
                                  <m:r>
                                    <a:rPr lang="es-MX" b="0" i="1" smtClean="0">
                                      <a:latin typeface="Cambria Math" panose="02040503050406030204" pitchFamily="18" charset="0"/>
                                    </a:rPr>
                                    <m:t>𝑟</m:t>
                                  </m:r>
                                  <m:r>
                                    <a:rPr lang="es-MX" b="0" i="1" smtClean="0">
                                      <a:latin typeface="Cambria Math" panose="02040503050406030204" pitchFamily="18" charset="0"/>
                                    </a:rPr>
                                    <m:t>−1)</m:t>
                                  </m:r>
                                </m:num>
                                <m:den>
                                  <m:r>
                                    <a:rPr lang="es-MX" b="0" i="1" smtClean="0">
                                      <a:latin typeface="Cambria Math" panose="02040503050406030204" pitchFamily="18" charset="0"/>
                                    </a:rPr>
                                    <m:t>𝑛</m:t>
                                  </m:r>
                                  <m:r>
                                    <a:rPr lang="es-MX" b="0" i="1" smtClean="0">
                                      <a:latin typeface="Cambria Math" panose="02040503050406030204" pitchFamily="18" charset="0"/>
                                    </a:rPr>
                                    <m:t>−1</m:t>
                                  </m:r>
                                </m:den>
                              </m:f>
                            </m:num>
                            <m:den>
                              <m:r>
                                <m:rPr>
                                  <m:sty m:val="p"/>
                                </m:rPr>
                                <a:rPr lang="es-MX" b="0" i="0" smtClean="0">
                                  <a:latin typeface="Cambria Math" panose="02040503050406030204" pitchFamily="18" charset="0"/>
                                </a:rPr>
                                <m:t>min</m:t>
                              </m:r>
                              <m:r>
                                <a:rPr lang="es-MX" b="0" i="1" smtClean="0">
                                  <a:latin typeface="Cambria Math" panose="02040503050406030204" pitchFamily="18" charset="0"/>
                                </a:rPr>
                                <m:t>⁡(</m:t>
                              </m:r>
                              <m:acc>
                                <m:accPr>
                                  <m:chr m:val="̃"/>
                                  <m:ctrlPr>
                                    <a:rPr lang="es-MX" b="0" i="1" smtClean="0">
                                      <a:latin typeface="Cambria Math" panose="02040503050406030204" pitchFamily="18" charset="0"/>
                                    </a:rPr>
                                  </m:ctrlPr>
                                </m:accPr>
                                <m:e>
                                  <m:r>
                                    <a:rPr lang="es-MX" b="0" i="1" smtClean="0">
                                      <a:latin typeface="Cambria Math" panose="02040503050406030204" pitchFamily="18" charset="0"/>
                                    </a:rPr>
                                    <m:t>𝑘</m:t>
                                  </m:r>
                                </m:e>
                              </m:acc>
                              <m:r>
                                <a:rPr lang="es-MX" b="0" i="1" smtClean="0">
                                  <a:latin typeface="Cambria Math" panose="02040503050406030204" pitchFamily="18" charset="0"/>
                                </a:rPr>
                                <m:t>−1,</m:t>
                              </m:r>
                              <m:acc>
                                <m:accPr>
                                  <m:chr m:val="̃"/>
                                  <m:ctrlPr>
                                    <a:rPr lang="es-MX" b="0" i="1" smtClean="0">
                                      <a:latin typeface="Cambria Math" panose="02040503050406030204" pitchFamily="18" charset="0"/>
                                    </a:rPr>
                                  </m:ctrlPr>
                                </m:accPr>
                                <m:e>
                                  <m:r>
                                    <a:rPr lang="es-MX" b="0" i="1" smtClean="0">
                                      <a:latin typeface="Cambria Math" panose="02040503050406030204" pitchFamily="18" charset="0"/>
                                    </a:rPr>
                                    <m:t>𝑟</m:t>
                                  </m:r>
                                </m:e>
                              </m:acc>
                              <m:r>
                                <a:rPr lang="es-MX" b="0" i="1" smtClean="0">
                                  <a:latin typeface="Cambria Math" panose="02040503050406030204" pitchFamily="18" charset="0"/>
                                </a:rPr>
                                <m:t>−1)</m:t>
                              </m:r>
                            </m:den>
                          </m:f>
                        </m:e>
                      </m:rad>
                    </m:oMath>
                  </m:oMathPara>
                </a14:m>
                <a:endParaRPr lang="es-MX" dirty="0"/>
              </a:p>
              <a:p>
                <a:pPr algn="just"/>
                <a:endParaRPr lang="es-MX" dirty="0"/>
              </a:p>
              <a:p>
                <a:pPr algn="just"/>
                <a:r>
                  <a:rPr lang="es-MX" dirty="0"/>
                  <a:t>Donde: </a:t>
                </a:r>
                <a14:m>
                  <m:oMath xmlns:m="http://schemas.openxmlformats.org/officeDocument/2006/math">
                    <m:acc>
                      <m:accPr>
                        <m:chr m:val="̃"/>
                        <m:ctrlPr>
                          <a:rPr lang="es-MX" i="1" smtClean="0">
                            <a:latin typeface="Cambria Math" panose="02040503050406030204" pitchFamily="18" charset="0"/>
                          </a:rPr>
                        </m:ctrlPr>
                      </m:accPr>
                      <m:e>
                        <m:r>
                          <a:rPr lang="es-MX" b="0" i="1" smtClean="0">
                            <a:latin typeface="Cambria Math" panose="02040503050406030204" pitchFamily="18" charset="0"/>
                          </a:rPr>
                          <m:t>𝑘</m:t>
                        </m:r>
                      </m:e>
                    </m:acc>
                    <m:r>
                      <a:rPr lang="es-MX" b="0" i="1" smtClean="0">
                        <a:latin typeface="Cambria Math" panose="02040503050406030204" pitchFamily="18" charset="0"/>
                      </a:rPr>
                      <m:t>=</m:t>
                    </m:r>
                    <m:r>
                      <a:rPr lang="es-MX" b="0" i="1" smtClean="0">
                        <a:latin typeface="Cambria Math" panose="02040503050406030204" pitchFamily="18" charset="0"/>
                      </a:rPr>
                      <m:t>𝑘</m:t>
                    </m:r>
                    <m:r>
                      <a:rPr lang="es-MX" b="0" i="1" smtClean="0">
                        <a:latin typeface="Cambria Math" panose="02040503050406030204" pitchFamily="18" charset="0"/>
                      </a:rPr>
                      <m:t>−</m:t>
                    </m:r>
                    <m:f>
                      <m:fPr>
                        <m:ctrlPr>
                          <a:rPr lang="es-MX" b="0" i="1" smtClean="0">
                            <a:latin typeface="Cambria Math" panose="02040503050406030204" pitchFamily="18" charset="0"/>
                          </a:rPr>
                        </m:ctrlPr>
                      </m:fPr>
                      <m:num>
                        <m:sSup>
                          <m:sSupPr>
                            <m:ctrlPr>
                              <a:rPr lang="es-MX" b="0" i="1" smtClean="0">
                                <a:latin typeface="Cambria Math" panose="02040503050406030204" pitchFamily="18" charset="0"/>
                              </a:rPr>
                            </m:ctrlPr>
                          </m:sSupPr>
                          <m:e>
                            <m:d>
                              <m:dPr>
                                <m:ctrlPr>
                                  <a:rPr lang="es-MX" b="0" i="1" smtClean="0">
                                    <a:latin typeface="Cambria Math" panose="02040503050406030204" pitchFamily="18" charset="0"/>
                                  </a:rPr>
                                </m:ctrlPr>
                              </m:dPr>
                              <m:e>
                                <m:r>
                                  <a:rPr lang="es-MX" b="0" i="1" smtClean="0">
                                    <a:latin typeface="Cambria Math" panose="02040503050406030204" pitchFamily="18" charset="0"/>
                                  </a:rPr>
                                  <m:t>𝑘</m:t>
                                </m:r>
                                <m:r>
                                  <a:rPr lang="es-MX" b="0" i="1" smtClean="0">
                                    <a:latin typeface="Cambria Math" panose="02040503050406030204" pitchFamily="18" charset="0"/>
                                  </a:rPr>
                                  <m:t>−1</m:t>
                                </m:r>
                              </m:e>
                            </m:d>
                          </m:e>
                          <m:sup>
                            <m:r>
                              <a:rPr lang="es-MX" b="0" i="1" smtClean="0">
                                <a:latin typeface="Cambria Math" panose="02040503050406030204" pitchFamily="18" charset="0"/>
                              </a:rPr>
                              <m:t>2</m:t>
                            </m:r>
                          </m:sup>
                        </m:sSup>
                      </m:num>
                      <m:den>
                        <m:r>
                          <a:rPr lang="es-MX" b="0" i="1" smtClean="0">
                            <a:latin typeface="Cambria Math" panose="02040503050406030204" pitchFamily="18" charset="0"/>
                          </a:rPr>
                          <m:t>𝑛</m:t>
                        </m:r>
                        <m:r>
                          <a:rPr lang="es-MX" b="0" i="1" smtClean="0">
                            <a:latin typeface="Cambria Math" panose="02040503050406030204" pitchFamily="18" charset="0"/>
                          </a:rPr>
                          <m:t>−1</m:t>
                        </m:r>
                      </m:den>
                    </m:f>
                  </m:oMath>
                </a14:m>
                <a:r>
                  <a:rPr lang="es-MX" dirty="0"/>
                  <a:t>  y </a:t>
                </a:r>
                <a14:m>
                  <m:oMath xmlns:m="http://schemas.openxmlformats.org/officeDocument/2006/math">
                    <m:acc>
                      <m:accPr>
                        <m:chr m:val="̃"/>
                        <m:ctrlPr>
                          <a:rPr lang="es-MX" i="1">
                            <a:latin typeface="Cambria Math" panose="02040503050406030204" pitchFamily="18" charset="0"/>
                          </a:rPr>
                        </m:ctrlPr>
                      </m:accPr>
                      <m:e>
                        <m:r>
                          <a:rPr lang="es-MX" b="0" i="1" smtClean="0">
                            <a:latin typeface="Cambria Math" panose="02040503050406030204" pitchFamily="18" charset="0"/>
                          </a:rPr>
                          <m:t>𝑟</m:t>
                        </m:r>
                      </m:e>
                    </m:acc>
                    <m:r>
                      <a:rPr lang="es-MX" i="1">
                        <a:latin typeface="Cambria Math" panose="02040503050406030204" pitchFamily="18" charset="0"/>
                      </a:rPr>
                      <m:t>=</m:t>
                    </m:r>
                    <m:r>
                      <a:rPr lang="es-MX" b="0" i="1" smtClean="0">
                        <a:latin typeface="Cambria Math" panose="02040503050406030204" pitchFamily="18" charset="0"/>
                      </a:rPr>
                      <m:t>𝑟</m:t>
                    </m:r>
                    <m:r>
                      <a:rPr lang="es-MX" i="1">
                        <a:latin typeface="Cambria Math" panose="02040503050406030204" pitchFamily="18" charset="0"/>
                      </a:rPr>
                      <m:t>−</m:t>
                    </m:r>
                    <m:f>
                      <m:fPr>
                        <m:ctrlPr>
                          <a:rPr lang="es-MX" i="1">
                            <a:latin typeface="Cambria Math" panose="02040503050406030204" pitchFamily="18" charset="0"/>
                          </a:rPr>
                        </m:ctrlPr>
                      </m:fPr>
                      <m:num>
                        <m:sSup>
                          <m:sSupPr>
                            <m:ctrlPr>
                              <a:rPr lang="es-MX" i="1">
                                <a:latin typeface="Cambria Math" panose="02040503050406030204" pitchFamily="18" charset="0"/>
                              </a:rPr>
                            </m:ctrlPr>
                          </m:sSupPr>
                          <m:e>
                            <m:d>
                              <m:dPr>
                                <m:ctrlPr>
                                  <a:rPr lang="es-MX" i="1">
                                    <a:latin typeface="Cambria Math" panose="02040503050406030204" pitchFamily="18" charset="0"/>
                                  </a:rPr>
                                </m:ctrlPr>
                              </m:dPr>
                              <m:e>
                                <m:r>
                                  <a:rPr lang="es-MX" b="0" i="1" smtClean="0">
                                    <a:latin typeface="Cambria Math" panose="02040503050406030204" pitchFamily="18" charset="0"/>
                                  </a:rPr>
                                  <m:t>𝑟</m:t>
                                </m:r>
                                <m:r>
                                  <a:rPr lang="es-MX" i="1">
                                    <a:latin typeface="Cambria Math" panose="02040503050406030204" pitchFamily="18" charset="0"/>
                                  </a:rPr>
                                  <m:t>−1</m:t>
                                </m:r>
                              </m:e>
                            </m:d>
                          </m:e>
                          <m:sup>
                            <m:r>
                              <a:rPr lang="es-MX" i="1">
                                <a:latin typeface="Cambria Math" panose="02040503050406030204" pitchFamily="18" charset="0"/>
                              </a:rPr>
                              <m:t>2</m:t>
                            </m:r>
                          </m:sup>
                        </m:sSup>
                      </m:num>
                      <m:den>
                        <m:r>
                          <a:rPr lang="es-MX" i="1">
                            <a:latin typeface="Cambria Math" panose="02040503050406030204" pitchFamily="18" charset="0"/>
                          </a:rPr>
                          <m:t>𝑛</m:t>
                        </m:r>
                        <m:r>
                          <a:rPr lang="es-MX" i="1">
                            <a:latin typeface="Cambria Math" panose="02040503050406030204" pitchFamily="18" charset="0"/>
                          </a:rPr>
                          <m:t>−1</m:t>
                        </m:r>
                      </m:den>
                    </m:f>
                  </m:oMath>
                </a14:m>
                <a:endParaRPr lang="es-MX" dirty="0"/>
              </a:p>
            </p:txBody>
          </p:sp>
        </mc:Choice>
        <mc:Fallback>
          <p:sp>
            <p:nvSpPr>
              <p:cNvPr id="4" name="Subtítulo 7">
                <a:extLst>
                  <a:ext uri="{FF2B5EF4-FFF2-40B4-BE49-F238E27FC236}">
                    <a16:creationId xmlns:a16="http://schemas.microsoft.com/office/drawing/2014/main" id="{3760ED02-ACD9-4E6C-638B-7159491EBD7A}"/>
                  </a:ext>
                </a:extLst>
              </p:cNvPr>
              <p:cNvSpPr txBox="1">
                <a:spLocks noRot="1" noChangeAspect="1" noMove="1" noResize="1" noEditPoints="1" noAdjustHandles="1" noChangeArrowheads="1" noChangeShapeType="1" noTextEdit="1"/>
              </p:cNvSpPr>
              <p:nvPr/>
            </p:nvSpPr>
            <p:spPr>
              <a:xfrm>
                <a:off x="581456" y="764981"/>
                <a:ext cx="7981088" cy="4107057"/>
              </a:xfrm>
              <a:prstGeom prst="rect">
                <a:avLst/>
              </a:prstGeom>
              <a:blipFill>
                <a:blip r:embed="rId2"/>
                <a:stretch>
                  <a:fillRect l="-229" t="-148" r="-763"/>
                </a:stretch>
              </a:blipFill>
            </p:spPr>
            <p:txBody>
              <a:bodyPr/>
              <a:lstStyle/>
              <a:p>
                <a:r>
                  <a:rPr lang="es-PE">
                    <a:noFill/>
                  </a:rPr>
                  <a:t> </a:t>
                </a:r>
              </a:p>
            </p:txBody>
          </p:sp>
        </mc:Fallback>
      </mc:AlternateContent>
    </p:spTree>
    <p:extLst>
      <p:ext uri="{BB962C8B-B14F-4D97-AF65-F5344CB8AC3E}">
        <p14:creationId xmlns:p14="http://schemas.microsoft.com/office/powerpoint/2010/main" val="181811805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3" name="Google Shape;343;p33"/>
          <p:cNvSpPr txBox="1">
            <a:spLocks noGrp="1"/>
          </p:cNvSpPr>
          <p:nvPr>
            <p:ph type="title"/>
          </p:nvPr>
        </p:nvSpPr>
        <p:spPr>
          <a:xfrm>
            <a:off x="1197625" y="2715910"/>
            <a:ext cx="6748750" cy="863949"/>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sz="4400" dirty="0"/>
              <a:t>Regresión lineal simple</a:t>
            </a:r>
            <a:endParaRPr lang="es-PE" sz="4400" dirty="0"/>
          </a:p>
        </p:txBody>
      </p:sp>
      <p:sp>
        <p:nvSpPr>
          <p:cNvPr id="344" name="Google Shape;344;p33"/>
          <p:cNvSpPr txBox="1">
            <a:spLocks noGrp="1"/>
          </p:cNvSpPr>
          <p:nvPr>
            <p:ph type="title" idx="2"/>
          </p:nvPr>
        </p:nvSpPr>
        <p:spPr>
          <a:xfrm>
            <a:off x="2288282" y="1030087"/>
            <a:ext cx="4360200" cy="151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06</a:t>
            </a:r>
            <a:endParaRPr dirty="0"/>
          </a:p>
        </p:txBody>
      </p:sp>
      <p:sp>
        <p:nvSpPr>
          <p:cNvPr id="345" name="Google Shape;345;p33"/>
          <p:cNvSpPr/>
          <p:nvPr/>
        </p:nvSpPr>
        <p:spPr>
          <a:xfrm>
            <a:off x="720404" y="4169175"/>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3"/>
          <p:cNvSpPr/>
          <p:nvPr/>
        </p:nvSpPr>
        <p:spPr>
          <a:xfrm>
            <a:off x="5736429" y="577540"/>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33"/>
          <p:cNvSpPr/>
          <p:nvPr/>
        </p:nvSpPr>
        <p:spPr>
          <a:xfrm>
            <a:off x="7975427" y="2271787"/>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33"/>
          <p:cNvSpPr/>
          <p:nvPr/>
        </p:nvSpPr>
        <p:spPr>
          <a:xfrm>
            <a:off x="720404" y="530202"/>
            <a:ext cx="446074" cy="444123"/>
          </a:xfrm>
          <a:custGeom>
            <a:avLst/>
            <a:gdLst/>
            <a:ahLst/>
            <a:cxnLst/>
            <a:rect l="l" t="t" r="r" b="b"/>
            <a:pathLst>
              <a:path w="2279" h="2269" extrusionOk="0">
                <a:moveTo>
                  <a:pt x="1073" y="0"/>
                </a:moveTo>
                <a:lnTo>
                  <a:pt x="845" y="877"/>
                </a:lnTo>
                <a:lnTo>
                  <a:pt x="0" y="1206"/>
                </a:lnTo>
                <a:lnTo>
                  <a:pt x="876" y="1434"/>
                </a:lnTo>
                <a:lnTo>
                  <a:pt x="1211" y="2268"/>
                </a:lnTo>
                <a:lnTo>
                  <a:pt x="1418" y="1418"/>
                </a:lnTo>
                <a:lnTo>
                  <a:pt x="2279" y="1062"/>
                </a:lnTo>
                <a:lnTo>
                  <a:pt x="1402" y="834"/>
                </a:lnTo>
                <a:lnTo>
                  <a:pt x="10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3026056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57742D-35D9-FE9A-47C9-A647670512A7}"/>
              </a:ext>
            </a:extLst>
          </p:cNvPr>
          <p:cNvSpPr>
            <a:spLocks noGrp="1"/>
          </p:cNvSpPr>
          <p:nvPr>
            <p:ph type="title"/>
          </p:nvPr>
        </p:nvSpPr>
        <p:spPr>
          <a:xfrm>
            <a:off x="720000" y="309988"/>
            <a:ext cx="7704000" cy="572700"/>
          </a:xfrm>
        </p:spPr>
        <p:txBody>
          <a:bodyPr/>
          <a:lstStyle/>
          <a:p>
            <a:r>
              <a:rPr lang="es-MX" dirty="0">
                <a:solidFill>
                  <a:schemeClr val="accent2"/>
                </a:solidFill>
              </a:rPr>
              <a:t>D</a:t>
            </a:r>
            <a:r>
              <a:rPr lang="es-PE" dirty="0" err="1">
                <a:solidFill>
                  <a:schemeClr val="accent2"/>
                </a:solidFill>
              </a:rPr>
              <a:t>efinición</a:t>
            </a:r>
            <a:endParaRPr lang="es-PE" dirty="0">
              <a:solidFill>
                <a:schemeClr val="accent2"/>
              </a:solidFill>
            </a:endParaRPr>
          </a:p>
        </p:txBody>
      </p:sp>
      <mc:AlternateContent xmlns:mc="http://schemas.openxmlformats.org/markup-compatibility/2006">
        <mc:Choice xmlns:a14="http://schemas.microsoft.com/office/drawing/2010/main" Requires="a14">
          <p:sp>
            <p:nvSpPr>
              <p:cNvPr id="6" name="Subtítulo 7">
                <a:extLst>
                  <a:ext uri="{FF2B5EF4-FFF2-40B4-BE49-F238E27FC236}">
                    <a16:creationId xmlns:a16="http://schemas.microsoft.com/office/drawing/2014/main" id="{E13D63F8-2B9F-83EE-4D27-D0F809B65B30}"/>
                  </a:ext>
                </a:extLst>
              </p:cNvPr>
              <p:cNvSpPr txBox="1">
                <a:spLocks/>
              </p:cNvSpPr>
              <p:nvPr/>
            </p:nvSpPr>
            <p:spPr>
              <a:xfrm>
                <a:off x="667181" y="945321"/>
                <a:ext cx="7809638" cy="358815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s-MX" dirty="0"/>
                  <a:t>La principal idea de este concepto es </a:t>
                </a:r>
                <a:r>
                  <a:rPr lang="es-MX" dirty="0">
                    <a:highlight>
                      <a:srgbClr val="00FFFF"/>
                    </a:highlight>
                  </a:rPr>
                  <a:t>predecir una variable, utilizando la información sobre otra variable</a:t>
                </a:r>
                <a:r>
                  <a:rPr lang="es-MX" dirty="0"/>
                  <a:t>. En nuestro caso, sea </a:t>
                </a:r>
                <a14:m>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𝑋</m:t>
                        </m:r>
                      </m:e>
                      <m:sub>
                        <m:r>
                          <a:rPr lang="es-MX" b="0" i="1" smtClean="0">
                            <a:latin typeface="Cambria Math" panose="02040503050406030204" pitchFamily="18" charset="0"/>
                          </a:rPr>
                          <m:t>1</m:t>
                        </m:r>
                      </m:sub>
                    </m:sSub>
                    <m:r>
                      <a:rPr lang="es-MX" b="0" i="1" smtClean="0">
                        <a:latin typeface="Cambria Math" panose="02040503050406030204" pitchFamily="18" charset="0"/>
                      </a:rPr>
                      <m:t> </m:t>
                    </m:r>
                    <m:r>
                      <a:rPr lang="es-MX" b="0" i="1" smtClean="0">
                        <a:latin typeface="Cambria Math" panose="02040503050406030204" pitchFamily="18" charset="0"/>
                      </a:rPr>
                      <m:t>𝑦</m:t>
                    </m:r>
                    <m:r>
                      <a:rPr lang="es-MX" b="0" i="1" smtClean="0">
                        <a:latin typeface="Cambria Math" panose="02040503050406030204" pitchFamily="18" charset="0"/>
                      </a:rPr>
                      <m:t> </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𝑋</m:t>
                        </m:r>
                      </m:e>
                      <m:sub>
                        <m:r>
                          <a:rPr lang="es-MX" b="0" i="1" smtClean="0">
                            <a:latin typeface="Cambria Math" panose="02040503050406030204" pitchFamily="18" charset="0"/>
                          </a:rPr>
                          <m:t>2</m:t>
                        </m:r>
                      </m:sub>
                    </m:sSub>
                  </m:oMath>
                </a14:m>
                <a:r>
                  <a:rPr lang="es-MX" dirty="0"/>
                  <a:t> dos variables aleatorias:</a:t>
                </a:r>
              </a:p>
              <a:p>
                <a:pPr algn="just"/>
                <a:endParaRPr lang="es-MX" dirty="0"/>
              </a:p>
              <a:p>
                <a:pPr algn="just"/>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𝑋</m:t>
                          </m:r>
                        </m:e>
                        <m:sub>
                          <m:r>
                            <a:rPr lang="es-MX" b="0" i="1" smtClean="0">
                              <a:latin typeface="Cambria Math" panose="02040503050406030204" pitchFamily="18" charset="0"/>
                            </a:rPr>
                            <m:t>1</m:t>
                          </m:r>
                        </m:sub>
                      </m:sSub>
                      <m:r>
                        <a:rPr lang="es-MX" b="0" i="1" smtClean="0">
                          <a:latin typeface="Cambria Math" panose="02040503050406030204" pitchFamily="18" charset="0"/>
                        </a:rPr>
                        <m:t>=</m:t>
                      </m:r>
                      <m:r>
                        <a:rPr lang="es-MX" b="0" i="1" smtClean="0">
                          <a:latin typeface="Cambria Math" panose="02040503050406030204" pitchFamily="18" charset="0"/>
                        </a:rPr>
                        <m:t>𝐴</m:t>
                      </m:r>
                      <m:r>
                        <a:rPr lang="es-MX" b="0" i="1" smtClean="0">
                          <a:latin typeface="Cambria Math" panose="02040503050406030204" pitchFamily="18" charset="0"/>
                        </a:rPr>
                        <m:t>+</m:t>
                      </m:r>
                      <m:r>
                        <a:rPr lang="es-MX" b="0" i="1" smtClean="0">
                          <a:latin typeface="Cambria Math" panose="02040503050406030204" pitchFamily="18" charset="0"/>
                        </a:rPr>
                        <m:t>𝐵</m:t>
                      </m:r>
                      <m:r>
                        <a:rPr lang="es-MX" b="0" i="1" smtClean="0">
                          <a:latin typeface="Cambria Math" panose="02040503050406030204" pitchFamily="18" charset="0"/>
                        </a:rPr>
                        <m:t> </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𝑋</m:t>
                          </m:r>
                        </m:e>
                        <m:sub>
                          <m:r>
                            <a:rPr lang="es-MX" b="0" i="1" smtClean="0">
                              <a:latin typeface="Cambria Math" panose="02040503050406030204" pitchFamily="18" charset="0"/>
                            </a:rPr>
                            <m:t>2</m:t>
                          </m:r>
                        </m:sub>
                      </m:sSub>
                    </m:oMath>
                  </m:oMathPara>
                </a14:m>
                <a:endParaRPr lang="es-MX" dirty="0"/>
              </a:p>
              <a:p>
                <a:pPr algn="just"/>
                <a:endParaRPr lang="es-MX" dirty="0"/>
              </a:p>
              <a:p>
                <a:pPr algn="just"/>
                <a:r>
                  <a:rPr lang="es-MX" dirty="0"/>
                  <a:t>Donde </a:t>
                </a:r>
                <a14:m>
                  <m:oMath xmlns:m="http://schemas.openxmlformats.org/officeDocument/2006/math">
                    <m:r>
                      <a:rPr lang="es-MX" b="0" i="1" smtClean="0">
                        <a:latin typeface="Cambria Math" panose="02040503050406030204" pitchFamily="18" charset="0"/>
                      </a:rPr>
                      <m:t>𝐵</m:t>
                    </m:r>
                    <m:r>
                      <a:rPr lang="es-MX" b="0" i="1" smtClean="0">
                        <a:latin typeface="Cambria Math" panose="02040503050406030204" pitchFamily="18" charset="0"/>
                      </a:rPr>
                      <m:t>=</m:t>
                    </m:r>
                    <m:f>
                      <m:fPr>
                        <m:ctrlPr>
                          <a:rPr lang="es-MX" b="0" i="1" smtClean="0">
                            <a:latin typeface="Cambria Math" panose="02040503050406030204" pitchFamily="18" charset="0"/>
                          </a:rPr>
                        </m:ctrlPr>
                      </m:fPr>
                      <m:num>
                        <m:r>
                          <a:rPr lang="es-MX" b="0" i="1" smtClean="0">
                            <a:latin typeface="Cambria Math" panose="02040503050406030204" pitchFamily="18" charset="0"/>
                          </a:rPr>
                          <m:t>𝐶𝑜𝑣</m:t>
                        </m:r>
                        <m:d>
                          <m:dPr>
                            <m:ctrlPr>
                              <a:rPr lang="es-MX" b="0" i="1" smtClean="0">
                                <a:latin typeface="Cambria Math" panose="02040503050406030204" pitchFamily="18" charset="0"/>
                              </a:rPr>
                            </m:ctrlPr>
                          </m:dPr>
                          <m:e>
                            <m:sSub>
                              <m:sSubPr>
                                <m:ctrlPr>
                                  <a:rPr lang="es-MX" b="0" i="1" smtClean="0">
                                    <a:latin typeface="Cambria Math" panose="02040503050406030204" pitchFamily="18" charset="0"/>
                                  </a:rPr>
                                </m:ctrlPr>
                              </m:sSubPr>
                              <m:e>
                                <m:r>
                                  <a:rPr lang="es-MX" b="0" i="1" smtClean="0">
                                    <a:latin typeface="Cambria Math" panose="02040503050406030204" pitchFamily="18" charset="0"/>
                                  </a:rPr>
                                  <m:t>𝑋</m:t>
                                </m:r>
                              </m:e>
                              <m:sub>
                                <m:r>
                                  <a:rPr lang="es-MX" b="0" i="1" smtClean="0">
                                    <a:latin typeface="Cambria Math" panose="02040503050406030204" pitchFamily="18" charset="0"/>
                                  </a:rPr>
                                  <m:t>1</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𝑋</m:t>
                                </m:r>
                              </m:e>
                              <m:sub>
                                <m:r>
                                  <a:rPr lang="es-MX" b="0" i="1" smtClean="0">
                                    <a:latin typeface="Cambria Math" panose="02040503050406030204" pitchFamily="18" charset="0"/>
                                  </a:rPr>
                                  <m:t>2</m:t>
                                </m:r>
                              </m:sub>
                            </m:sSub>
                          </m:e>
                        </m:d>
                      </m:num>
                      <m:den>
                        <m:sSubSup>
                          <m:sSubSupPr>
                            <m:ctrlPr>
                              <a:rPr lang="es-MX" b="0" i="1" smtClean="0">
                                <a:latin typeface="Cambria Math" panose="02040503050406030204" pitchFamily="18" charset="0"/>
                              </a:rPr>
                            </m:ctrlPr>
                          </m:sSubSupPr>
                          <m:e>
                            <m:r>
                              <a:rPr lang="es-MX" b="0" i="1" smtClean="0">
                                <a:latin typeface="Cambria Math" panose="02040503050406030204" pitchFamily="18" charset="0"/>
                              </a:rPr>
                              <m:t>𝜎</m:t>
                            </m:r>
                          </m:e>
                          <m:sub>
                            <m:r>
                              <a:rPr lang="es-MX" b="0" i="1" smtClean="0">
                                <a:latin typeface="Cambria Math" panose="02040503050406030204" pitchFamily="18" charset="0"/>
                              </a:rPr>
                              <m:t>2</m:t>
                            </m:r>
                          </m:sub>
                          <m:sup>
                            <m:r>
                              <a:rPr lang="es-MX" b="0" i="1" smtClean="0">
                                <a:latin typeface="Cambria Math" panose="02040503050406030204" pitchFamily="18" charset="0"/>
                              </a:rPr>
                              <m:t>2</m:t>
                            </m:r>
                          </m:sup>
                        </m:sSubSup>
                      </m:den>
                    </m:f>
                  </m:oMath>
                </a14:m>
                <a:r>
                  <a:rPr lang="es-MX" dirty="0"/>
                  <a:t> y </a:t>
                </a:r>
                <a14:m>
                  <m:oMath xmlns:m="http://schemas.openxmlformats.org/officeDocument/2006/math">
                    <m:r>
                      <a:rPr lang="es-MX" b="0" i="1" smtClean="0">
                        <a:latin typeface="Cambria Math" panose="02040503050406030204" pitchFamily="18" charset="0"/>
                      </a:rPr>
                      <m:t>𝐴</m:t>
                    </m:r>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𝜇</m:t>
                        </m:r>
                      </m:e>
                      <m:sub>
                        <m:r>
                          <a:rPr lang="es-MX" b="0" i="1" smtClean="0">
                            <a:latin typeface="Cambria Math" panose="02040503050406030204" pitchFamily="18" charset="0"/>
                          </a:rPr>
                          <m:t>1</m:t>
                        </m:r>
                      </m:sub>
                    </m:sSub>
                    <m:r>
                      <a:rPr lang="es-MX" b="0" i="1" smtClean="0">
                        <a:latin typeface="Cambria Math" panose="02040503050406030204" pitchFamily="18" charset="0"/>
                      </a:rPr>
                      <m:t>−</m:t>
                    </m:r>
                    <m:f>
                      <m:fPr>
                        <m:ctrlPr>
                          <a:rPr lang="es-MX" b="0" i="1" smtClean="0">
                            <a:latin typeface="Cambria Math" panose="02040503050406030204" pitchFamily="18" charset="0"/>
                          </a:rPr>
                        </m:ctrlPr>
                      </m:fPr>
                      <m:num>
                        <m:r>
                          <a:rPr lang="es-MX" b="0" i="1" smtClean="0">
                            <a:latin typeface="Cambria Math" panose="02040503050406030204" pitchFamily="18" charset="0"/>
                          </a:rPr>
                          <m:t>𝐶𝑜𝑣</m:t>
                        </m:r>
                        <m:d>
                          <m:dPr>
                            <m:ctrlPr>
                              <a:rPr lang="es-MX" b="0" i="1" smtClean="0">
                                <a:latin typeface="Cambria Math" panose="02040503050406030204" pitchFamily="18" charset="0"/>
                              </a:rPr>
                            </m:ctrlPr>
                          </m:dPr>
                          <m:e>
                            <m:sSub>
                              <m:sSubPr>
                                <m:ctrlPr>
                                  <a:rPr lang="es-MX" b="0" i="1" smtClean="0">
                                    <a:latin typeface="Cambria Math" panose="02040503050406030204" pitchFamily="18" charset="0"/>
                                  </a:rPr>
                                </m:ctrlPr>
                              </m:sSubPr>
                              <m:e>
                                <m:r>
                                  <a:rPr lang="es-MX" b="0" i="1" smtClean="0">
                                    <a:latin typeface="Cambria Math" panose="02040503050406030204" pitchFamily="18" charset="0"/>
                                  </a:rPr>
                                  <m:t>𝑋</m:t>
                                </m:r>
                              </m:e>
                              <m:sub>
                                <m:r>
                                  <a:rPr lang="es-MX" b="0" i="1" smtClean="0">
                                    <a:latin typeface="Cambria Math" panose="02040503050406030204" pitchFamily="18" charset="0"/>
                                  </a:rPr>
                                  <m:t>1</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𝑋</m:t>
                                </m:r>
                              </m:e>
                              <m:sub>
                                <m:r>
                                  <a:rPr lang="es-MX" b="0" i="1" smtClean="0">
                                    <a:latin typeface="Cambria Math" panose="02040503050406030204" pitchFamily="18" charset="0"/>
                                  </a:rPr>
                                  <m:t>2</m:t>
                                </m:r>
                              </m:sub>
                            </m:sSub>
                          </m:e>
                        </m:d>
                      </m:num>
                      <m:den>
                        <m:sSubSup>
                          <m:sSubSupPr>
                            <m:ctrlPr>
                              <a:rPr lang="es-MX" b="0" i="1" smtClean="0">
                                <a:latin typeface="Cambria Math" panose="02040503050406030204" pitchFamily="18" charset="0"/>
                              </a:rPr>
                            </m:ctrlPr>
                          </m:sSubSupPr>
                          <m:e>
                            <m:r>
                              <a:rPr lang="es-MX" b="0" i="1" smtClean="0">
                                <a:latin typeface="Cambria Math" panose="02040503050406030204" pitchFamily="18" charset="0"/>
                              </a:rPr>
                              <m:t>𝜎</m:t>
                            </m:r>
                          </m:e>
                          <m:sub>
                            <m:r>
                              <a:rPr lang="es-MX" b="0" i="1" smtClean="0">
                                <a:latin typeface="Cambria Math" panose="02040503050406030204" pitchFamily="18" charset="0"/>
                              </a:rPr>
                              <m:t>2</m:t>
                            </m:r>
                          </m:sub>
                          <m:sup>
                            <m:r>
                              <a:rPr lang="es-MX" b="0" i="1" smtClean="0">
                                <a:latin typeface="Cambria Math" panose="02040503050406030204" pitchFamily="18" charset="0"/>
                              </a:rPr>
                              <m:t>2</m:t>
                            </m:r>
                          </m:sup>
                        </m:sSubSup>
                      </m:den>
                    </m:f>
                    <m:sSub>
                      <m:sSubPr>
                        <m:ctrlPr>
                          <a:rPr lang="es-MX" b="0" i="1" smtClean="0">
                            <a:latin typeface="Cambria Math" panose="02040503050406030204" pitchFamily="18" charset="0"/>
                          </a:rPr>
                        </m:ctrlPr>
                      </m:sSubPr>
                      <m:e>
                        <m:r>
                          <a:rPr lang="es-MX" b="0" i="1" smtClean="0">
                            <a:latin typeface="Cambria Math" panose="02040503050406030204" pitchFamily="18" charset="0"/>
                          </a:rPr>
                          <m:t>𝜇</m:t>
                        </m:r>
                      </m:e>
                      <m:sub>
                        <m:r>
                          <a:rPr lang="es-MX" b="0" i="1" smtClean="0">
                            <a:latin typeface="Cambria Math" panose="02040503050406030204" pitchFamily="18" charset="0"/>
                          </a:rPr>
                          <m:t>2</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𝜇</m:t>
                        </m:r>
                      </m:e>
                      <m:sub>
                        <m:r>
                          <a:rPr lang="es-MX" b="0" i="1" smtClean="0">
                            <a:latin typeface="Cambria Math" panose="02040503050406030204" pitchFamily="18" charset="0"/>
                          </a:rPr>
                          <m:t>1</m:t>
                        </m:r>
                      </m:sub>
                    </m:sSub>
                    <m:r>
                      <a:rPr lang="es-MX" b="0" i="1" smtClean="0">
                        <a:latin typeface="Cambria Math" panose="02040503050406030204" pitchFamily="18" charset="0"/>
                      </a:rPr>
                      <m:t>−</m:t>
                    </m:r>
                    <m:r>
                      <a:rPr lang="es-MX" b="0" i="1" smtClean="0">
                        <a:latin typeface="Cambria Math" panose="02040503050406030204" pitchFamily="18" charset="0"/>
                      </a:rPr>
                      <m:t>𝐵</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𝜇</m:t>
                        </m:r>
                      </m:e>
                      <m:sub>
                        <m:r>
                          <a:rPr lang="es-MX" b="0" i="1" smtClean="0">
                            <a:latin typeface="Cambria Math" panose="02040503050406030204" pitchFamily="18" charset="0"/>
                          </a:rPr>
                          <m:t>2</m:t>
                        </m:r>
                      </m:sub>
                    </m:sSub>
                  </m:oMath>
                </a14:m>
                <a:endParaRPr lang="es-MX" dirty="0"/>
              </a:p>
              <a:p>
                <a:pPr algn="just"/>
                <a:endParaRPr lang="es-MX" dirty="0"/>
              </a:p>
              <a:p>
                <a:pPr algn="just"/>
                <a:r>
                  <a:rPr lang="es-MX" dirty="0"/>
                  <a:t>Sean </a:t>
                </a:r>
                <a14:m>
                  <m:oMath xmlns:m="http://schemas.openxmlformats.org/officeDocument/2006/math">
                    <m:d>
                      <m:dPr>
                        <m:ctrlPr>
                          <a:rPr lang="es-MX" b="0" i="1" smtClean="0">
                            <a:latin typeface="Cambria Math" panose="02040503050406030204" pitchFamily="18" charset="0"/>
                          </a:rPr>
                        </m:ctrlPr>
                      </m:dPr>
                      <m:e>
                        <m:sSub>
                          <m:sSubPr>
                            <m:ctrlPr>
                              <a:rPr lang="es-MX" b="0" i="1" smtClean="0">
                                <a:latin typeface="Cambria Math" panose="02040503050406030204" pitchFamily="18" charset="0"/>
                              </a:rPr>
                            </m:ctrlPr>
                          </m:sSubPr>
                          <m:e>
                            <m:r>
                              <a:rPr lang="es-MX" b="0" i="1" smtClean="0">
                                <a:latin typeface="Cambria Math" panose="02040503050406030204" pitchFamily="18" charset="0"/>
                              </a:rPr>
                              <m:t>𝑥</m:t>
                            </m:r>
                          </m:e>
                          <m:sub>
                            <m:r>
                              <a:rPr lang="es-MX" b="0" i="1" smtClean="0">
                                <a:latin typeface="Cambria Math" panose="02040503050406030204" pitchFamily="18" charset="0"/>
                              </a:rPr>
                              <m:t>𝑖</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𝑦</m:t>
                            </m:r>
                          </m:e>
                          <m:sub>
                            <m:r>
                              <a:rPr lang="es-MX" b="0" i="1" smtClean="0">
                                <a:latin typeface="Cambria Math" panose="02040503050406030204" pitchFamily="18" charset="0"/>
                              </a:rPr>
                              <m:t>𝑖</m:t>
                            </m:r>
                          </m:sub>
                        </m:sSub>
                      </m:e>
                    </m:d>
                  </m:oMath>
                </a14:m>
                <a:r>
                  <a:rPr lang="es-MX" dirty="0"/>
                  <a:t> (</a:t>
                </a:r>
                <a:r>
                  <a:rPr lang="es-MX" dirty="0">
                    <a:highlight>
                      <a:srgbClr val="00FFFF"/>
                    </a:highlight>
                  </a:rPr>
                  <a:t>reemplazamos </a:t>
                </a:r>
                <a14:m>
                  <m:oMath xmlns:m="http://schemas.openxmlformats.org/officeDocument/2006/math">
                    <m:sSub>
                      <m:sSubPr>
                        <m:ctrlPr>
                          <a:rPr lang="es-MX" b="0" i="1" smtClean="0">
                            <a:highlight>
                              <a:srgbClr val="00FFFF"/>
                            </a:highlight>
                            <a:latin typeface="Cambria Math" panose="02040503050406030204" pitchFamily="18" charset="0"/>
                          </a:rPr>
                        </m:ctrlPr>
                      </m:sSubPr>
                      <m:e>
                        <m:r>
                          <a:rPr lang="es-MX" b="0" i="1" smtClean="0">
                            <a:highlight>
                              <a:srgbClr val="00FFFF"/>
                            </a:highlight>
                            <a:latin typeface="Cambria Math" panose="02040503050406030204" pitchFamily="18" charset="0"/>
                          </a:rPr>
                          <m:t>𝑋</m:t>
                        </m:r>
                      </m:e>
                      <m:sub>
                        <m:r>
                          <a:rPr lang="es-MX" b="0" i="1" smtClean="0">
                            <a:highlight>
                              <a:srgbClr val="00FFFF"/>
                            </a:highlight>
                            <a:latin typeface="Cambria Math" panose="02040503050406030204" pitchFamily="18" charset="0"/>
                          </a:rPr>
                          <m:t>2</m:t>
                        </m:r>
                      </m:sub>
                    </m:sSub>
                  </m:oMath>
                </a14:m>
                <a:r>
                  <a:rPr lang="es-MX" dirty="0">
                    <a:highlight>
                      <a:srgbClr val="00FFFF"/>
                    </a:highlight>
                  </a:rPr>
                  <a:t> por </a:t>
                </a:r>
                <a14:m>
                  <m:oMath xmlns:m="http://schemas.openxmlformats.org/officeDocument/2006/math">
                    <m:r>
                      <a:rPr lang="es-MX" b="0" i="1" smtClean="0">
                        <a:highlight>
                          <a:srgbClr val="00FFFF"/>
                        </a:highlight>
                        <a:latin typeface="Cambria Math" panose="02040503050406030204" pitchFamily="18" charset="0"/>
                      </a:rPr>
                      <m:t>𝑋</m:t>
                    </m:r>
                  </m:oMath>
                </a14:m>
                <a:r>
                  <a:rPr lang="es-MX" b="0" dirty="0">
                    <a:highlight>
                      <a:srgbClr val="00FFFF"/>
                    </a:highlight>
                  </a:rPr>
                  <a:t> y </a:t>
                </a:r>
                <a14:m>
                  <m:oMath xmlns:m="http://schemas.openxmlformats.org/officeDocument/2006/math">
                    <m:sSub>
                      <m:sSubPr>
                        <m:ctrlPr>
                          <a:rPr lang="es-MX" b="0" i="1" smtClean="0">
                            <a:highlight>
                              <a:srgbClr val="00FFFF"/>
                            </a:highlight>
                            <a:latin typeface="Cambria Math" panose="02040503050406030204" pitchFamily="18" charset="0"/>
                          </a:rPr>
                        </m:ctrlPr>
                      </m:sSubPr>
                      <m:e>
                        <m:r>
                          <a:rPr lang="es-MX" i="1">
                            <a:highlight>
                              <a:srgbClr val="00FFFF"/>
                            </a:highlight>
                            <a:latin typeface="Cambria Math" panose="02040503050406030204" pitchFamily="18" charset="0"/>
                          </a:rPr>
                          <m:t>𝑋</m:t>
                        </m:r>
                      </m:e>
                      <m:sub>
                        <m:r>
                          <a:rPr lang="es-MX" b="0" i="1" smtClean="0">
                            <a:highlight>
                              <a:srgbClr val="00FFFF"/>
                            </a:highlight>
                            <a:latin typeface="Cambria Math" panose="02040503050406030204" pitchFamily="18" charset="0"/>
                          </a:rPr>
                          <m:t>1</m:t>
                        </m:r>
                      </m:sub>
                    </m:sSub>
                  </m:oMath>
                </a14:m>
                <a:r>
                  <a:rPr lang="es-MX" b="0" dirty="0">
                    <a:highlight>
                      <a:srgbClr val="00FFFF"/>
                    </a:highlight>
                  </a:rPr>
                  <a:t> por </a:t>
                </a:r>
                <a14:m>
                  <m:oMath xmlns:m="http://schemas.openxmlformats.org/officeDocument/2006/math">
                    <m:r>
                      <a:rPr lang="es-MX" b="0" i="1" smtClean="0">
                        <a:highlight>
                          <a:srgbClr val="00FFFF"/>
                        </a:highlight>
                        <a:latin typeface="Cambria Math" panose="02040503050406030204" pitchFamily="18" charset="0"/>
                      </a:rPr>
                      <m:t>𝑌</m:t>
                    </m:r>
                  </m:oMath>
                </a14:m>
                <a:r>
                  <a:rPr lang="es-MX" b="0" dirty="0"/>
                  <a:t>) las observaciones realizadas en cada uno de los n sujetos de una muestra de tamaño n. </a:t>
                </a:r>
                <a:r>
                  <a:rPr lang="es-MX" b="0" dirty="0">
                    <a:highlight>
                      <a:srgbClr val="00FFFF"/>
                    </a:highlight>
                  </a:rPr>
                  <a:t>La regresión lineal simple de la variable dependiente Y con respecto a la variable independiente X</a:t>
                </a:r>
                <a:r>
                  <a:rPr lang="es-MX" b="0" dirty="0"/>
                  <a:t>, consiste en obtener una relación de la forma:</a:t>
                </a:r>
              </a:p>
              <a:p>
                <a:pPr algn="just"/>
                <a:endParaRPr lang="es-MX" b="0" dirty="0"/>
              </a:p>
              <a:p>
                <a:pPr algn="just"/>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rPr>
                        <m:t>𝐸</m:t>
                      </m:r>
                      <m:d>
                        <m:dPr>
                          <m:begChr m:val="["/>
                          <m:endChr m:val="]"/>
                          <m:ctrlPr>
                            <a:rPr lang="es-MX" b="0" i="1" smtClean="0">
                              <a:latin typeface="Cambria Math" panose="02040503050406030204" pitchFamily="18" charset="0"/>
                            </a:rPr>
                          </m:ctrlPr>
                        </m:dPr>
                        <m:e>
                          <m:r>
                            <a:rPr lang="es-MX" b="0" i="1" smtClean="0">
                              <a:latin typeface="Cambria Math" panose="02040503050406030204" pitchFamily="18" charset="0"/>
                            </a:rPr>
                            <m:t>𝑌</m:t>
                          </m:r>
                          <m:r>
                            <a:rPr lang="es-MX" b="0" i="1" smtClean="0">
                              <a:latin typeface="Cambria Math" panose="02040503050406030204" pitchFamily="18" charset="0"/>
                            </a:rPr>
                            <m:t>|</m:t>
                          </m:r>
                          <m:r>
                            <a:rPr lang="es-MX" b="0" i="1" smtClean="0">
                              <a:latin typeface="Cambria Math" panose="02040503050406030204" pitchFamily="18" charset="0"/>
                            </a:rPr>
                            <m:t>𝑋</m:t>
                          </m:r>
                        </m:e>
                      </m:d>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𝜇</m:t>
                          </m:r>
                        </m:e>
                        <m:sub>
                          <m:r>
                            <a:rPr lang="es-MX" b="0" i="1" smtClean="0">
                              <a:latin typeface="Cambria Math" panose="02040503050406030204" pitchFamily="18" charset="0"/>
                            </a:rPr>
                            <m:t>𝑌</m:t>
                          </m:r>
                          <m:r>
                            <a:rPr lang="es-MX" b="0" i="1" smtClean="0">
                              <a:latin typeface="Cambria Math" panose="02040503050406030204" pitchFamily="18" charset="0"/>
                            </a:rPr>
                            <m:t>|</m:t>
                          </m:r>
                          <m:r>
                            <a:rPr lang="es-MX" b="0" i="1" smtClean="0">
                              <a:latin typeface="Cambria Math" panose="02040503050406030204" pitchFamily="18" charset="0"/>
                            </a:rPr>
                            <m:t>𝑋</m:t>
                          </m:r>
                        </m:sub>
                      </m:sSub>
                      <m:r>
                        <a:rPr lang="es-MX" b="0" i="1" smtClean="0">
                          <a:latin typeface="Cambria Math" panose="02040503050406030204" pitchFamily="18" charset="0"/>
                        </a:rPr>
                        <m:t>=</m:t>
                      </m:r>
                      <m:r>
                        <a:rPr lang="es-MX" b="0" i="1" smtClean="0">
                          <a:latin typeface="Cambria Math" panose="02040503050406030204" pitchFamily="18" charset="0"/>
                        </a:rPr>
                        <m:t>𝛼</m:t>
                      </m:r>
                      <m:r>
                        <a:rPr lang="es-MX" b="0" i="1" smtClean="0">
                          <a:latin typeface="Cambria Math" panose="02040503050406030204" pitchFamily="18" charset="0"/>
                        </a:rPr>
                        <m:t>+</m:t>
                      </m:r>
                      <m:r>
                        <a:rPr lang="es-MX" b="0" i="1" smtClean="0">
                          <a:latin typeface="Cambria Math" panose="02040503050406030204" pitchFamily="18" charset="0"/>
                        </a:rPr>
                        <m:t>𝛽</m:t>
                      </m:r>
                      <m:r>
                        <a:rPr lang="es-MX" b="0" i="1" smtClean="0">
                          <a:latin typeface="Cambria Math" panose="02040503050406030204" pitchFamily="18" charset="0"/>
                        </a:rPr>
                        <m:t> </m:t>
                      </m:r>
                      <m:r>
                        <a:rPr lang="es-MX" b="0" i="1" smtClean="0">
                          <a:latin typeface="Cambria Math" panose="02040503050406030204" pitchFamily="18" charset="0"/>
                        </a:rPr>
                        <m:t>𝑥</m:t>
                      </m:r>
                    </m:oMath>
                  </m:oMathPara>
                </a14:m>
                <a:endParaRPr lang="es-MX" dirty="0"/>
              </a:p>
              <a:p>
                <a:pPr algn="just"/>
                <a:endParaRPr lang="es-MX" dirty="0"/>
              </a:p>
              <a:p>
                <a:pPr algn="just"/>
                <a:r>
                  <a:rPr lang="es-MX" dirty="0"/>
                  <a:t>Los verdaderos valores de </a:t>
                </a:r>
                <a14:m>
                  <m:oMath xmlns:m="http://schemas.openxmlformats.org/officeDocument/2006/math">
                    <m:r>
                      <a:rPr lang="es-MX" b="0" i="1" smtClean="0">
                        <a:latin typeface="Cambria Math" panose="02040503050406030204" pitchFamily="18" charset="0"/>
                      </a:rPr>
                      <m:t>𝛼</m:t>
                    </m:r>
                  </m:oMath>
                </a14:m>
                <a:r>
                  <a:rPr lang="es-MX" dirty="0"/>
                  <a:t> y </a:t>
                </a:r>
                <a14:m>
                  <m:oMath xmlns:m="http://schemas.openxmlformats.org/officeDocument/2006/math">
                    <m:r>
                      <a:rPr lang="es-MX" b="0" i="1" smtClean="0">
                        <a:latin typeface="Cambria Math" panose="02040503050406030204" pitchFamily="18" charset="0"/>
                      </a:rPr>
                      <m:t>𝛽</m:t>
                    </m:r>
                  </m:oMath>
                </a14:m>
                <a:r>
                  <a:rPr lang="es-MX" dirty="0"/>
                  <a:t> son desconocidos, nunca los vamos a obtener de forma exacta. Sin embargo podemos buscar los valores </a:t>
                </a:r>
                <a:r>
                  <a:rPr lang="es-MX" dirty="0">
                    <a:highlight>
                      <a:srgbClr val="00FFFF"/>
                    </a:highlight>
                  </a:rPr>
                  <a:t>A y B </a:t>
                </a:r>
                <a:r>
                  <a:rPr lang="es-MX" dirty="0"/>
                  <a:t>se ajustan mejor a los datos observados en la muestra.</a:t>
                </a:r>
              </a:p>
            </p:txBody>
          </p:sp>
        </mc:Choice>
        <mc:Fallback>
          <p:sp>
            <p:nvSpPr>
              <p:cNvPr id="6" name="Subtítulo 7">
                <a:extLst>
                  <a:ext uri="{FF2B5EF4-FFF2-40B4-BE49-F238E27FC236}">
                    <a16:creationId xmlns:a16="http://schemas.microsoft.com/office/drawing/2014/main" id="{E13D63F8-2B9F-83EE-4D27-D0F809B65B30}"/>
                  </a:ext>
                </a:extLst>
              </p:cNvPr>
              <p:cNvSpPr txBox="1">
                <a:spLocks noRot="1" noChangeAspect="1" noMove="1" noResize="1" noEditPoints="1" noAdjustHandles="1" noChangeArrowheads="1" noChangeShapeType="1" noTextEdit="1"/>
              </p:cNvSpPr>
              <p:nvPr/>
            </p:nvSpPr>
            <p:spPr>
              <a:xfrm>
                <a:off x="667181" y="945321"/>
                <a:ext cx="7809638" cy="3588154"/>
              </a:xfrm>
              <a:prstGeom prst="rect">
                <a:avLst/>
              </a:prstGeom>
              <a:blipFill>
                <a:blip r:embed="rId2"/>
                <a:stretch>
                  <a:fillRect l="-234" t="-340" r="-780" b="-3905"/>
                </a:stretch>
              </a:blipFill>
            </p:spPr>
            <p:txBody>
              <a:bodyPr/>
              <a:lstStyle/>
              <a:p>
                <a:r>
                  <a:rPr lang="es-PE">
                    <a:noFill/>
                  </a:rPr>
                  <a:t> </a:t>
                </a:r>
              </a:p>
            </p:txBody>
          </p:sp>
        </mc:Fallback>
      </mc:AlternateContent>
    </p:spTree>
    <p:extLst>
      <p:ext uri="{BB962C8B-B14F-4D97-AF65-F5344CB8AC3E}">
        <p14:creationId xmlns:p14="http://schemas.microsoft.com/office/powerpoint/2010/main" val="366184902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57742D-35D9-FE9A-47C9-A647670512A7}"/>
              </a:ext>
            </a:extLst>
          </p:cNvPr>
          <p:cNvSpPr>
            <a:spLocks noGrp="1"/>
          </p:cNvSpPr>
          <p:nvPr>
            <p:ph type="title"/>
          </p:nvPr>
        </p:nvSpPr>
        <p:spPr>
          <a:xfrm>
            <a:off x="720000" y="171451"/>
            <a:ext cx="7704000" cy="572700"/>
          </a:xfrm>
        </p:spPr>
        <p:txBody>
          <a:bodyPr/>
          <a:lstStyle/>
          <a:p>
            <a:r>
              <a:rPr lang="es-MX" dirty="0">
                <a:solidFill>
                  <a:schemeClr val="accent2"/>
                </a:solidFill>
              </a:rPr>
              <a:t>Cálculo de Estimadores</a:t>
            </a:r>
            <a:endParaRPr lang="es-PE" dirty="0">
              <a:solidFill>
                <a:schemeClr val="accent2"/>
              </a:solidFill>
            </a:endParaRPr>
          </a:p>
        </p:txBody>
      </p:sp>
      <mc:AlternateContent xmlns:mc="http://schemas.openxmlformats.org/markup-compatibility/2006">
        <mc:Choice xmlns:a14="http://schemas.microsoft.com/office/drawing/2010/main" Requires="a14">
          <p:sp>
            <p:nvSpPr>
              <p:cNvPr id="6" name="Subtítulo 7">
                <a:extLst>
                  <a:ext uri="{FF2B5EF4-FFF2-40B4-BE49-F238E27FC236}">
                    <a16:creationId xmlns:a16="http://schemas.microsoft.com/office/drawing/2014/main" id="{E13D63F8-2B9F-83EE-4D27-D0F809B65B30}"/>
                  </a:ext>
                </a:extLst>
              </p:cNvPr>
              <p:cNvSpPr txBox="1">
                <a:spLocks/>
              </p:cNvSpPr>
              <p:nvPr/>
            </p:nvSpPr>
            <p:spPr>
              <a:xfrm>
                <a:off x="614362" y="802446"/>
                <a:ext cx="7809638" cy="402672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s-MX" dirty="0"/>
                  <a:t>Según lo definido:</a:t>
                </a:r>
              </a:p>
              <a:p>
                <a:pPr algn="just"/>
                <a14:m>
                  <m:oMathPara xmlns:m="http://schemas.openxmlformats.org/officeDocument/2006/math">
                    <m:oMathParaPr>
                      <m:jc m:val="centerGroup"/>
                    </m:oMathParaPr>
                    <m:oMath xmlns:m="http://schemas.openxmlformats.org/officeDocument/2006/math">
                      <m:r>
                        <a:rPr lang="es-MX" b="0" i="1" smtClean="0">
                          <a:highlight>
                            <a:srgbClr val="00FFFF"/>
                          </a:highlight>
                          <a:latin typeface="Cambria Math" panose="02040503050406030204" pitchFamily="18" charset="0"/>
                        </a:rPr>
                        <m:t>𝐵</m:t>
                      </m:r>
                      <m:r>
                        <a:rPr lang="es-MX" b="0" i="1" smtClean="0">
                          <a:latin typeface="Cambria Math" panose="02040503050406030204" pitchFamily="18" charset="0"/>
                        </a:rPr>
                        <m:t>=</m:t>
                      </m:r>
                      <m:f>
                        <m:fPr>
                          <m:ctrlPr>
                            <a:rPr lang="es-MX" b="0" i="1" smtClean="0">
                              <a:latin typeface="Cambria Math" panose="02040503050406030204" pitchFamily="18" charset="0"/>
                            </a:rPr>
                          </m:ctrlPr>
                        </m:fPr>
                        <m:num>
                          <m:r>
                            <a:rPr lang="es-MX" b="0" i="1" smtClean="0">
                              <a:latin typeface="Cambria Math" panose="02040503050406030204" pitchFamily="18" charset="0"/>
                            </a:rPr>
                            <m:t>𝐶𝑜𝑣</m:t>
                          </m:r>
                          <m:d>
                            <m:dPr>
                              <m:ctrlPr>
                                <a:rPr lang="es-MX" b="0" i="1" smtClean="0">
                                  <a:latin typeface="Cambria Math" panose="02040503050406030204" pitchFamily="18" charset="0"/>
                                </a:rPr>
                              </m:ctrlPr>
                            </m:dPr>
                            <m:e>
                              <m:r>
                                <a:rPr lang="es-MX" b="0" i="1" smtClean="0">
                                  <a:latin typeface="Cambria Math" panose="02040503050406030204" pitchFamily="18" charset="0"/>
                                </a:rPr>
                                <m:t>𝑋</m:t>
                              </m:r>
                              <m:r>
                                <a:rPr lang="es-MX" b="0" i="1" smtClean="0">
                                  <a:latin typeface="Cambria Math" panose="02040503050406030204" pitchFamily="18" charset="0"/>
                                </a:rPr>
                                <m:t>,</m:t>
                              </m:r>
                              <m:r>
                                <a:rPr lang="es-MX" b="0" i="1" smtClean="0">
                                  <a:latin typeface="Cambria Math" panose="02040503050406030204" pitchFamily="18" charset="0"/>
                                </a:rPr>
                                <m:t>𝑌</m:t>
                              </m:r>
                            </m:e>
                          </m:d>
                        </m:num>
                        <m:den>
                          <m:sSubSup>
                            <m:sSubSupPr>
                              <m:ctrlPr>
                                <a:rPr lang="es-MX" b="0" i="1" smtClean="0">
                                  <a:latin typeface="Cambria Math" panose="02040503050406030204" pitchFamily="18" charset="0"/>
                                </a:rPr>
                              </m:ctrlPr>
                            </m:sSubSupPr>
                            <m:e>
                              <m:r>
                                <a:rPr lang="es-MX" b="0" i="1" smtClean="0">
                                  <a:latin typeface="Cambria Math" panose="02040503050406030204" pitchFamily="18" charset="0"/>
                                </a:rPr>
                                <m:t>𝜎</m:t>
                              </m:r>
                            </m:e>
                            <m:sub>
                              <m:r>
                                <a:rPr lang="es-MX" b="0" i="1" smtClean="0">
                                  <a:latin typeface="Cambria Math" panose="02040503050406030204" pitchFamily="18" charset="0"/>
                                </a:rPr>
                                <m:t>𝑋</m:t>
                              </m:r>
                            </m:sub>
                            <m:sup>
                              <m:r>
                                <a:rPr lang="es-MX" b="0" i="1" smtClean="0">
                                  <a:latin typeface="Cambria Math" panose="02040503050406030204" pitchFamily="18" charset="0"/>
                                </a:rPr>
                                <m:t>2</m:t>
                              </m:r>
                            </m:sup>
                          </m:sSubSup>
                        </m:den>
                      </m:f>
                      <m:r>
                        <a:rPr lang="es-MX" b="0" i="1" smtClean="0">
                          <a:latin typeface="Cambria Math" panose="02040503050406030204" pitchFamily="18" charset="0"/>
                        </a:rPr>
                        <m:t>  </m:t>
                      </m:r>
                      <m:r>
                        <a:rPr lang="es-MX" b="0" i="1" smtClean="0">
                          <a:latin typeface="Cambria Math" panose="02040503050406030204" pitchFamily="18" charset="0"/>
                        </a:rPr>
                        <m:t>𝑦</m:t>
                      </m:r>
                      <m:r>
                        <a:rPr lang="es-MX" b="0" i="1" smtClean="0">
                          <a:latin typeface="Cambria Math" panose="02040503050406030204" pitchFamily="18" charset="0"/>
                        </a:rPr>
                        <m:t>  </m:t>
                      </m:r>
                      <m:r>
                        <a:rPr lang="es-MX" b="0" i="1" smtClean="0">
                          <a:highlight>
                            <a:srgbClr val="00FFFF"/>
                          </a:highlight>
                          <a:latin typeface="Cambria Math" panose="02040503050406030204" pitchFamily="18" charset="0"/>
                        </a:rPr>
                        <m:t>𝐴</m:t>
                      </m:r>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𝜇</m:t>
                          </m:r>
                        </m:e>
                        <m:sub>
                          <m:r>
                            <a:rPr lang="es-MX" b="0" i="1" smtClean="0">
                              <a:latin typeface="Cambria Math" panose="02040503050406030204" pitchFamily="18" charset="0"/>
                            </a:rPr>
                            <m:t>𝑦</m:t>
                          </m:r>
                        </m:sub>
                      </m:sSub>
                      <m:r>
                        <a:rPr lang="es-MX" b="0" i="1" smtClean="0">
                          <a:latin typeface="Cambria Math" panose="02040503050406030204" pitchFamily="18" charset="0"/>
                        </a:rPr>
                        <m:t>−</m:t>
                      </m:r>
                      <m:r>
                        <a:rPr lang="es-MX" b="0" i="1" smtClean="0">
                          <a:latin typeface="Cambria Math" panose="02040503050406030204" pitchFamily="18" charset="0"/>
                        </a:rPr>
                        <m:t>𝐵</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𝜇</m:t>
                          </m:r>
                        </m:e>
                        <m:sub>
                          <m:r>
                            <a:rPr lang="es-MX" b="0" i="1" smtClean="0">
                              <a:latin typeface="Cambria Math" panose="02040503050406030204" pitchFamily="18" charset="0"/>
                            </a:rPr>
                            <m:t>𝑥</m:t>
                          </m:r>
                        </m:sub>
                      </m:sSub>
                    </m:oMath>
                  </m:oMathPara>
                </a14:m>
                <a:endParaRPr lang="es-MX" dirty="0"/>
              </a:p>
              <a:p>
                <a:pPr algn="just"/>
                <a:endParaRPr lang="es-MX" dirty="0"/>
              </a:p>
              <a:p>
                <a:pPr algn="just"/>
                <a:r>
                  <a:rPr lang="es-MX" dirty="0"/>
                  <a:t>donde </a:t>
                </a:r>
                <a14:m>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𝜇</m:t>
                        </m:r>
                      </m:e>
                      <m:sub>
                        <m:r>
                          <a:rPr lang="es-MX" b="0" i="1" smtClean="0">
                            <a:latin typeface="Cambria Math" panose="02040503050406030204" pitchFamily="18" charset="0"/>
                          </a:rPr>
                          <m:t>𝑥</m:t>
                        </m:r>
                      </m:sub>
                    </m:sSub>
                    <m:r>
                      <a:rPr lang="es-MX" b="0" i="1" smtClean="0">
                        <a:latin typeface="Cambria Math" panose="02040503050406030204" pitchFamily="18" charset="0"/>
                      </a:rPr>
                      <m:t>=</m:t>
                    </m:r>
                    <m:r>
                      <a:rPr lang="es-MX" b="0" i="1" smtClean="0">
                        <a:latin typeface="Cambria Math" panose="02040503050406030204" pitchFamily="18" charset="0"/>
                      </a:rPr>
                      <m:t>𝐸</m:t>
                    </m:r>
                    <m:d>
                      <m:dPr>
                        <m:ctrlPr>
                          <a:rPr lang="es-MX" b="0" i="1" smtClean="0">
                            <a:latin typeface="Cambria Math" panose="02040503050406030204" pitchFamily="18" charset="0"/>
                          </a:rPr>
                        </m:ctrlPr>
                      </m:dPr>
                      <m:e>
                        <m:r>
                          <a:rPr lang="es-MX" b="0" i="1" smtClean="0">
                            <a:latin typeface="Cambria Math" panose="02040503050406030204" pitchFamily="18" charset="0"/>
                          </a:rPr>
                          <m:t>𝑋</m:t>
                        </m:r>
                      </m:e>
                    </m:d>
                    <m:r>
                      <a:rPr lang="es-MX" b="0" i="1" smtClean="0">
                        <a:latin typeface="Cambria Math" panose="02040503050406030204" pitchFamily="18" charset="0"/>
                      </a:rPr>
                      <m:t>,  </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𝜇</m:t>
                        </m:r>
                      </m:e>
                      <m:sub>
                        <m:r>
                          <a:rPr lang="es-MX" b="0" i="1" smtClean="0">
                            <a:latin typeface="Cambria Math" panose="02040503050406030204" pitchFamily="18" charset="0"/>
                          </a:rPr>
                          <m:t>𝑦</m:t>
                        </m:r>
                      </m:sub>
                    </m:sSub>
                    <m:r>
                      <a:rPr lang="es-MX" b="0" i="1" smtClean="0">
                        <a:latin typeface="Cambria Math" panose="02040503050406030204" pitchFamily="18" charset="0"/>
                      </a:rPr>
                      <m:t>=</m:t>
                    </m:r>
                    <m:r>
                      <a:rPr lang="es-MX" b="0" i="1" smtClean="0">
                        <a:latin typeface="Cambria Math" panose="02040503050406030204" pitchFamily="18" charset="0"/>
                      </a:rPr>
                      <m:t>𝐸</m:t>
                    </m:r>
                    <m:d>
                      <m:dPr>
                        <m:ctrlPr>
                          <a:rPr lang="es-MX" b="0" i="1" smtClean="0">
                            <a:latin typeface="Cambria Math" panose="02040503050406030204" pitchFamily="18" charset="0"/>
                          </a:rPr>
                        </m:ctrlPr>
                      </m:dPr>
                      <m:e>
                        <m:r>
                          <a:rPr lang="es-MX" b="0" i="1" smtClean="0">
                            <a:latin typeface="Cambria Math" panose="02040503050406030204" pitchFamily="18" charset="0"/>
                          </a:rPr>
                          <m:t>𝑌</m:t>
                        </m:r>
                      </m:e>
                    </m:d>
                    <m:r>
                      <a:rPr lang="es-MX" b="0" i="1" smtClean="0">
                        <a:latin typeface="Cambria Math" panose="02040503050406030204" pitchFamily="18" charset="0"/>
                      </a:rPr>
                      <m:t>,  </m:t>
                    </m:r>
                    <m:sSubSup>
                      <m:sSubSupPr>
                        <m:ctrlPr>
                          <a:rPr lang="es-MX" b="0" i="1" smtClean="0">
                            <a:latin typeface="Cambria Math" panose="02040503050406030204" pitchFamily="18" charset="0"/>
                          </a:rPr>
                        </m:ctrlPr>
                      </m:sSubSupPr>
                      <m:e>
                        <m:r>
                          <a:rPr lang="es-MX" b="0" i="1" smtClean="0">
                            <a:latin typeface="Cambria Math" panose="02040503050406030204" pitchFamily="18" charset="0"/>
                          </a:rPr>
                          <m:t>𝜎</m:t>
                        </m:r>
                      </m:e>
                      <m:sub>
                        <m:r>
                          <a:rPr lang="es-MX" b="0" i="1" smtClean="0">
                            <a:latin typeface="Cambria Math" panose="02040503050406030204" pitchFamily="18" charset="0"/>
                          </a:rPr>
                          <m:t>𝑋</m:t>
                        </m:r>
                      </m:sub>
                      <m:sup>
                        <m:r>
                          <a:rPr lang="es-MX" b="0" i="1" smtClean="0">
                            <a:latin typeface="Cambria Math" panose="02040503050406030204" pitchFamily="18" charset="0"/>
                          </a:rPr>
                          <m:t>2</m:t>
                        </m:r>
                      </m:sup>
                    </m:sSubSup>
                    <m:r>
                      <a:rPr lang="es-MX" b="0" i="1" smtClean="0">
                        <a:latin typeface="Cambria Math" panose="02040503050406030204" pitchFamily="18" charset="0"/>
                      </a:rPr>
                      <m:t>=</m:t>
                    </m:r>
                    <m:r>
                      <a:rPr lang="es-MX" b="0" i="1" smtClean="0">
                        <a:latin typeface="Cambria Math" panose="02040503050406030204" pitchFamily="18" charset="0"/>
                      </a:rPr>
                      <m:t>𝑉𝑎𝑟</m:t>
                    </m:r>
                    <m:d>
                      <m:dPr>
                        <m:ctrlPr>
                          <a:rPr lang="es-MX" b="0" i="1" smtClean="0">
                            <a:latin typeface="Cambria Math" panose="02040503050406030204" pitchFamily="18" charset="0"/>
                          </a:rPr>
                        </m:ctrlPr>
                      </m:dPr>
                      <m:e>
                        <m:r>
                          <a:rPr lang="es-MX" b="0" i="1" smtClean="0">
                            <a:latin typeface="Cambria Math" panose="02040503050406030204" pitchFamily="18" charset="0"/>
                          </a:rPr>
                          <m:t>𝑋</m:t>
                        </m:r>
                      </m:e>
                    </m:d>
                    <m:r>
                      <a:rPr lang="es-MX" b="0" i="1" smtClean="0">
                        <a:latin typeface="Cambria Math" panose="02040503050406030204" pitchFamily="18" charset="0"/>
                      </a:rPr>
                      <m:t>,  </m:t>
                    </m:r>
                    <m:sSubSup>
                      <m:sSubSupPr>
                        <m:ctrlPr>
                          <a:rPr lang="es-MX" b="0" i="1" smtClean="0">
                            <a:latin typeface="Cambria Math" panose="02040503050406030204" pitchFamily="18" charset="0"/>
                          </a:rPr>
                        </m:ctrlPr>
                      </m:sSubSupPr>
                      <m:e>
                        <m:r>
                          <a:rPr lang="es-MX" b="0" i="1" smtClean="0">
                            <a:latin typeface="Cambria Math" panose="02040503050406030204" pitchFamily="18" charset="0"/>
                          </a:rPr>
                          <m:t>𝜎</m:t>
                        </m:r>
                      </m:e>
                      <m:sub>
                        <m:r>
                          <a:rPr lang="es-MX" b="0" i="1" smtClean="0">
                            <a:latin typeface="Cambria Math" panose="02040503050406030204" pitchFamily="18" charset="0"/>
                          </a:rPr>
                          <m:t>𝑌</m:t>
                        </m:r>
                      </m:sub>
                      <m:sup>
                        <m:r>
                          <a:rPr lang="es-MX" b="0" i="1" smtClean="0">
                            <a:latin typeface="Cambria Math" panose="02040503050406030204" pitchFamily="18" charset="0"/>
                          </a:rPr>
                          <m:t>2</m:t>
                        </m:r>
                      </m:sup>
                    </m:sSubSup>
                    <m:r>
                      <a:rPr lang="es-MX" b="0" i="1" smtClean="0">
                        <a:latin typeface="Cambria Math" panose="02040503050406030204" pitchFamily="18" charset="0"/>
                      </a:rPr>
                      <m:t>=</m:t>
                    </m:r>
                    <m:r>
                      <a:rPr lang="es-MX" b="0" i="1" smtClean="0">
                        <a:latin typeface="Cambria Math" panose="02040503050406030204" pitchFamily="18" charset="0"/>
                      </a:rPr>
                      <m:t>𝑉𝑎𝑟</m:t>
                    </m:r>
                    <m:d>
                      <m:dPr>
                        <m:ctrlPr>
                          <a:rPr lang="es-MX" b="0" i="1" smtClean="0">
                            <a:latin typeface="Cambria Math" panose="02040503050406030204" pitchFamily="18" charset="0"/>
                          </a:rPr>
                        </m:ctrlPr>
                      </m:dPr>
                      <m:e>
                        <m:r>
                          <a:rPr lang="es-MX" b="0" i="1" smtClean="0">
                            <a:latin typeface="Cambria Math" panose="02040503050406030204" pitchFamily="18" charset="0"/>
                          </a:rPr>
                          <m:t>𝑌</m:t>
                        </m:r>
                      </m:e>
                    </m:d>
                  </m:oMath>
                </a14:m>
                <a:endParaRPr lang="es-MX" dirty="0"/>
              </a:p>
              <a:p>
                <a:pPr algn="just"/>
                <a:endParaRPr lang="es-MX" dirty="0"/>
              </a:p>
              <a:p>
                <a:pPr algn="just"/>
                <a:r>
                  <a:rPr lang="es-MX" dirty="0"/>
                  <a:t>Puesto que tenemos solo una muestra de realizaciones </a:t>
                </a:r>
                <a14:m>
                  <m:oMath xmlns:m="http://schemas.openxmlformats.org/officeDocument/2006/math">
                    <m:d>
                      <m:dPr>
                        <m:ctrlPr>
                          <a:rPr lang="es-MX" b="0" i="1" smtClean="0">
                            <a:latin typeface="Cambria Math" panose="02040503050406030204" pitchFamily="18" charset="0"/>
                          </a:rPr>
                        </m:ctrlPr>
                      </m:dPr>
                      <m:e>
                        <m:sSub>
                          <m:sSubPr>
                            <m:ctrlPr>
                              <a:rPr lang="es-MX" b="0" i="1" smtClean="0">
                                <a:latin typeface="Cambria Math" panose="02040503050406030204" pitchFamily="18" charset="0"/>
                              </a:rPr>
                            </m:ctrlPr>
                          </m:sSubPr>
                          <m:e>
                            <m:r>
                              <a:rPr lang="es-MX" b="0" i="1" smtClean="0">
                                <a:latin typeface="Cambria Math" panose="02040503050406030204" pitchFamily="18" charset="0"/>
                              </a:rPr>
                              <m:t>𝑥</m:t>
                            </m:r>
                          </m:e>
                          <m:sub>
                            <m:r>
                              <a:rPr lang="es-MX" b="0" i="1" smtClean="0">
                                <a:latin typeface="Cambria Math" panose="02040503050406030204" pitchFamily="18" charset="0"/>
                              </a:rPr>
                              <m:t>𝑖</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𝑦</m:t>
                            </m:r>
                          </m:e>
                          <m:sub>
                            <m:r>
                              <a:rPr lang="es-MX" b="0" i="1" smtClean="0">
                                <a:latin typeface="Cambria Math" panose="02040503050406030204" pitchFamily="18" charset="0"/>
                              </a:rPr>
                              <m:t>𝑖</m:t>
                            </m:r>
                          </m:sub>
                        </m:sSub>
                      </m:e>
                    </m:d>
                  </m:oMath>
                </a14:m>
                <a:r>
                  <a:rPr lang="es-MX" dirty="0"/>
                  <a:t>, los valores de </a:t>
                </a:r>
                <a14:m>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𝜇</m:t>
                        </m:r>
                      </m:e>
                      <m:sub>
                        <m:r>
                          <a:rPr lang="es-MX" b="0" i="1" smtClean="0">
                            <a:latin typeface="Cambria Math" panose="02040503050406030204" pitchFamily="18" charset="0"/>
                          </a:rPr>
                          <m:t>𝑥</m:t>
                        </m:r>
                      </m:sub>
                    </m:sSub>
                    <m:r>
                      <a:rPr lang="es-MX" b="0" i="1" smtClean="0">
                        <a:latin typeface="Cambria Math" panose="02040503050406030204" pitchFamily="18" charset="0"/>
                      </a:rPr>
                      <m:t>, </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𝜇</m:t>
                        </m:r>
                      </m:e>
                      <m:sub>
                        <m:r>
                          <a:rPr lang="es-MX" b="0" i="1" smtClean="0">
                            <a:latin typeface="Cambria Math" panose="02040503050406030204" pitchFamily="18" charset="0"/>
                          </a:rPr>
                          <m:t>𝑦</m:t>
                        </m:r>
                      </m:sub>
                    </m:sSub>
                    <m:r>
                      <a:rPr lang="es-MX" b="0" i="1" smtClean="0">
                        <a:latin typeface="Cambria Math" panose="02040503050406030204" pitchFamily="18" charset="0"/>
                      </a:rPr>
                      <m:t>, </m:t>
                    </m:r>
                    <m:sSubSup>
                      <m:sSubSupPr>
                        <m:ctrlPr>
                          <a:rPr lang="es-MX" b="0" i="1" smtClean="0">
                            <a:latin typeface="Cambria Math" panose="02040503050406030204" pitchFamily="18" charset="0"/>
                          </a:rPr>
                        </m:ctrlPr>
                      </m:sSubSupPr>
                      <m:e>
                        <m:r>
                          <a:rPr lang="es-MX" b="0" i="1" smtClean="0">
                            <a:latin typeface="Cambria Math" panose="02040503050406030204" pitchFamily="18" charset="0"/>
                          </a:rPr>
                          <m:t>𝜎</m:t>
                        </m:r>
                      </m:e>
                      <m:sub>
                        <m:r>
                          <a:rPr lang="es-MX" b="0" i="1" smtClean="0">
                            <a:latin typeface="Cambria Math" panose="02040503050406030204" pitchFamily="18" charset="0"/>
                          </a:rPr>
                          <m:t>𝑥</m:t>
                        </m:r>
                      </m:sub>
                      <m:sup>
                        <m:r>
                          <a:rPr lang="es-MX" b="0" i="1" smtClean="0">
                            <a:latin typeface="Cambria Math" panose="02040503050406030204" pitchFamily="18" charset="0"/>
                          </a:rPr>
                          <m:t>2</m:t>
                        </m:r>
                      </m:sup>
                    </m:sSubSup>
                    <m:r>
                      <a:rPr lang="es-MX" b="0" i="1" smtClean="0">
                        <a:latin typeface="Cambria Math" panose="02040503050406030204" pitchFamily="18" charset="0"/>
                      </a:rPr>
                      <m:t>, </m:t>
                    </m:r>
                    <m:sSubSup>
                      <m:sSubSupPr>
                        <m:ctrlPr>
                          <a:rPr lang="es-MX" b="0" i="1" smtClean="0">
                            <a:latin typeface="Cambria Math" panose="02040503050406030204" pitchFamily="18" charset="0"/>
                          </a:rPr>
                        </m:ctrlPr>
                      </m:sSubSupPr>
                      <m:e>
                        <m:r>
                          <a:rPr lang="es-MX" b="0" i="1" smtClean="0">
                            <a:latin typeface="Cambria Math" panose="02040503050406030204" pitchFamily="18" charset="0"/>
                          </a:rPr>
                          <m:t>𝜎</m:t>
                        </m:r>
                      </m:e>
                      <m:sub>
                        <m:r>
                          <a:rPr lang="es-MX" b="0" i="1" smtClean="0">
                            <a:latin typeface="Cambria Math" panose="02040503050406030204" pitchFamily="18" charset="0"/>
                          </a:rPr>
                          <m:t>𝑦</m:t>
                        </m:r>
                      </m:sub>
                      <m:sup>
                        <m:r>
                          <a:rPr lang="es-MX" b="0" i="1" smtClean="0">
                            <a:latin typeface="Cambria Math" panose="02040503050406030204" pitchFamily="18" charset="0"/>
                          </a:rPr>
                          <m:t>2</m:t>
                        </m:r>
                      </m:sup>
                    </m:sSubSup>
                    <m:r>
                      <a:rPr lang="es-MX" b="0" i="1" smtClean="0">
                        <a:latin typeface="Cambria Math" panose="02040503050406030204" pitchFamily="18" charset="0"/>
                      </a:rPr>
                      <m:t>, </m:t>
                    </m:r>
                    <m:r>
                      <a:rPr lang="es-MX" b="0" i="1" smtClean="0">
                        <a:latin typeface="Cambria Math" panose="02040503050406030204" pitchFamily="18" charset="0"/>
                      </a:rPr>
                      <m:t>𝐶𝑜𝑣</m:t>
                    </m:r>
                    <m:d>
                      <m:dPr>
                        <m:ctrlPr>
                          <a:rPr lang="es-MX" b="0" i="1" smtClean="0">
                            <a:latin typeface="Cambria Math" panose="02040503050406030204" pitchFamily="18" charset="0"/>
                          </a:rPr>
                        </m:ctrlPr>
                      </m:dPr>
                      <m:e>
                        <m:r>
                          <a:rPr lang="es-MX" b="0" i="1" smtClean="0">
                            <a:latin typeface="Cambria Math" panose="02040503050406030204" pitchFamily="18" charset="0"/>
                          </a:rPr>
                          <m:t>𝑋</m:t>
                        </m:r>
                        <m:r>
                          <a:rPr lang="es-MX" b="0" i="1" smtClean="0">
                            <a:latin typeface="Cambria Math" panose="02040503050406030204" pitchFamily="18" charset="0"/>
                          </a:rPr>
                          <m:t>,</m:t>
                        </m:r>
                        <m:r>
                          <a:rPr lang="es-MX" b="0" i="1" smtClean="0">
                            <a:latin typeface="Cambria Math" panose="02040503050406030204" pitchFamily="18" charset="0"/>
                          </a:rPr>
                          <m:t>𝑌</m:t>
                        </m:r>
                      </m:e>
                    </m:d>
                  </m:oMath>
                </a14:m>
                <a:r>
                  <a:rPr lang="es-MX" dirty="0"/>
                  <a:t> son desconocidos.</a:t>
                </a:r>
              </a:p>
              <a:p>
                <a:pPr algn="just"/>
                <a:endParaRPr lang="es-MX" dirty="0"/>
              </a:p>
              <a:p>
                <a:pPr algn="just"/>
                <a:r>
                  <a:rPr lang="es-MX" dirty="0"/>
                  <a:t>Entonces vamos a reemplazarlos por sus estimadores respectivos:</a:t>
                </a:r>
              </a:p>
              <a:p>
                <a:pPr algn="just"/>
                <a:endParaRPr lang="es-MX" dirty="0"/>
              </a:p>
              <a:p>
                <a:pPr algn="just"/>
                <a14:m>
                  <m:oMathPara xmlns:m="http://schemas.openxmlformats.org/officeDocument/2006/math">
                    <m:oMathParaPr>
                      <m:jc m:val="centerGroup"/>
                    </m:oMathParaPr>
                    <m:oMath xmlns:m="http://schemas.openxmlformats.org/officeDocument/2006/math">
                      <m:acc>
                        <m:accPr>
                          <m:chr m:val="̅"/>
                          <m:ctrlPr>
                            <a:rPr lang="es-MX" i="1" smtClean="0">
                              <a:latin typeface="Cambria Math" panose="02040503050406030204" pitchFamily="18" charset="0"/>
                            </a:rPr>
                          </m:ctrlPr>
                        </m:accPr>
                        <m:e>
                          <m:r>
                            <a:rPr lang="es-MX" b="0" i="1" smtClean="0">
                              <a:latin typeface="Cambria Math" panose="02040503050406030204" pitchFamily="18" charset="0"/>
                            </a:rPr>
                            <m:t>𝑥</m:t>
                          </m:r>
                        </m:e>
                      </m:acc>
                      <m:r>
                        <a:rPr lang="es-MX" i="1" smtClean="0">
                          <a:latin typeface="Cambria Math" panose="02040503050406030204" pitchFamily="18" charset="0"/>
                          <a:ea typeface="Cambria Math" panose="02040503050406030204" pitchFamily="18" charset="0"/>
                        </a:rPr>
                        <m:t>→</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𝜇</m:t>
                          </m:r>
                        </m:e>
                        <m:sub>
                          <m:r>
                            <a:rPr lang="es-MX" b="0" i="1" smtClean="0">
                              <a:latin typeface="Cambria Math" panose="02040503050406030204" pitchFamily="18" charset="0"/>
                              <a:ea typeface="Cambria Math" panose="02040503050406030204" pitchFamily="18" charset="0"/>
                            </a:rPr>
                            <m:t>𝑥</m:t>
                          </m:r>
                        </m:sub>
                      </m:sSub>
                      <m:r>
                        <a:rPr lang="es-MX" b="0" i="1" smtClean="0">
                          <a:latin typeface="Cambria Math" panose="02040503050406030204" pitchFamily="18" charset="0"/>
                          <a:ea typeface="Cambria Math" panose="02040503050406030204" pitchFamily="18" charset="0"/>
                        </a:rPr>
                        <m:t>, </m:t>
                      </m:r>
                      <m:acc>
                        <m:accPr>
                          <m:chr m:val="̅"/>
                          <m:ctrlPr>
                            <a:rPr lang="es-MX" b="0" i="1" smtClean="0">
                              <a:latin typeface="Cambria Math" panose="02040503050406030204" pitchFamily="18" charset="0"/>
                              <a:ea typeface="Cambria Math" panose="02040503050406030204" pitchFamily="18" charset="0"/>
                            </a:rPr>
                          </m:ctrlPr>
                        </m:accPr>
                        <m:e>
                          <m:r>
                            <a:rPr lang="es-MX" b="0" i="1" smtClean="0">
                              <a:latin typeface="Cambria Math" panose="02040503050406030204" pitchFamily="18" charset="0"/>
                              <a:ea typeface="Cambria Math" panose="02040503050406030204" pitchFamily="18" charset="0"/>
                            </a:rPr>
                            <m:t>𝑦</m:t>
                          </m:r>
                        </m:e>
                      </m:acc>
                      <m:r>
                        <a:rPr lang="es-MX" i="1" smtClean="0">
                          <a:latin typeface="Cambria Math" panose="02040503050406030204" pitchFamily="18" charset="0"/>
                          <a:ea typeface="Cambria Math" panose="02040503050406030204" pitchFamily="18" charset="0"/>
                        </a:rPr>
                        <m:t>→</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𝜇</m:t>
                          </m:r>
                        </m:e>
                        <m:sub>
                          <m:r>
                            <a:rPr lang="es-MX" b="0" i="1" smtClean="0">
                              <a:latin typeface="Cambria Math" panose="02040503050406030204" pitchFamily="18" charset="0"/>
                              <a:ea typeface="Cambria Math" panose="02040503050406030204" pitchFamily="18" charset="0"/>
                            </a:rPr>
                            <m:t>𝑌</m:t>
                          </m:r>
                        </m:sub>
                      </m:sSub>
                      <m:r>
                        <a:rPr lang="es-MX" b="0" i="1" smtClean="0">
                          <a:latin typeface="Cambria Math" panose="02040503050406030204" pitchFamily="18" charset="0"/>
                          <a:ea typeface="Cambria Math" panose="02040503050406030204" pitchFamily="18" charset="0"/>
                        </a:rPr>
                        <m:t>, </m:t>
                      </m:r>
                      <m:sSubSup>
                        <m:sSubSupPr>
                          <m:ctrlPr>
                            <a:rPr lang="es-MX" b="0" i="1" smtClean="0">
                              <a:latin typeface="Cambria Math" panose="02040503050406030204" pitchFamily="18" charset="0"/>
                              <a:ea typeface="Cambria Math" panose="02040503050406030204" pitchFamily="18" charset="0"/>
                            </a:rPr>
                          </m:ctrlPr>
                        </m:sSubSupPr>
                        <m:e>
                          <m:r>
                            <a:rPr lang="es-MX" b="0" i="1" smtClean="0">
                              <a:latin typeface="Cambria Math" panose="02040503050406030204" pitchFamily="18" charset="0"/>
                              <a:ea typeface="Cambria Math" panose="02040503050406030204" pitchFamily="18" charset="0"/>
                            </a:rPr>
                            <m:t>𝑠</m:t>
                          </m:r>
                        </m:e>
                        <m:sub>
                          <m:r>
                            <a:rPr lang="es-MX" b="0" i="1" smtClean="0">
                              <a:latin typeface="Cambria Math" panose="02040503050406030204" pitchFamily="18" charset="0"/>
                              <a:ea typeface="Cambria Math" panose="02040503050406030204" pitchFamily="18" charset="0"/>
                            </a:rPr>
                            <m:t>𝑥</m:t>
                          </m:r>
                        </m:sub>
                        <m:sup>
                          <m:r>
                            <a:rPr lang="es-MX" b="0" i="1" smtClean="0">
                              <a:latin typeface="Cambria Math" panose="02040503050406030204" pitchFamily="18" charset="0"/>
                              <a:ea typeface="Cambria Math" panose="02040503050406030204" pitchFamily="18" charset="0"/>
                            </a:rPr>
                            <m:t>2</m:t>
                          </m:r>
                        </m:sup>
                      </m:sSubSup>
                      <m:r>
                        <a:rPr lang="es-MX" b="0" i="1" smtClean="0">
                          <a:latin typeface="Cambria Math" panose="02040503050406030204" pitchFamily="18" charset="0"/>
                          <a:ea typeface="Cambria Math" panose="02040503050406030204" pitchFamily="18" charset="0"/>
                        </a:rPr>
                        <m:t>→</m:t>
                      </m:r>
                      <m:sSubSup>
                        <m:sSubSupPr>
                          <m:ctrlPr>
                            <a:rPr lang="es-MX" b="0" i="1" smtClean="0">
                              <a:latin typeface="Cambria Math" panose="02040503050406030204" pitchFamily="18" charset="0"/>
                              <a:ea typeface="Cambria Math" panose="02040503050406030204" pitchFamily="18" charset="0"/>
                            </a:rPr>
                          </m:ctrlPr>
                        </m:sSubSupPr>
                        <m:e>
                          <m:r>
                            <a:rPr lang="es-MX" b="0" i="1" smtClean="0">
                              <a:latin typeface="Cambria Math" panose="02040503050406030204" pitchFamily="18" charset="0"/>
                              <a:ea typeface="Cambria Math" panose="02040503050406030204" pitchFamily="18" charset="0"/>
                            </a:rPr>
                            <m:t>𝜎</m:t>
                          </m:r>
                        </m:e>
                        <m:sub>
                          <m:r>
                            <a:rPr lang="es-MX" b="0" i="1" smtClean="0">
                              <a:latin typeface="Cambria Math" panose="02040503050406030204" pitchFamily="18" charset="0"/>
                              <a:ea typeface="Cambria Math" panose="02040503050406030204" pitchFamily="18" charset="0"/>
                            </a:rPr>
                            <m:t>𝑋</m:t>
                          </m:r>
                        </m:sub>
                        <m:sup>
                          <m:r>
                            <a:rPr lang="es-MX" b="0" i="1" smtClean="0">
                              <a:latin typeface="Cambria Math" panose="02040503050406030204" pitchFamily="18" charset="0"/>
                              <a:ea typeface="Cambria Math" panose="02040503050406030204" pitchFamily="18" charset="0"/>
                            </a:rPr>
                            <m:t>2</m:t>
                          </m:r>
                        </m:sup>
                      </m:sSubSup>
                      <m:r>
                        <a:rPr lang="es-MX" b="0" i="1" smtClean="0">
                          <a:latin typeface="Cambria Math" panose="02040503050406030204" pitchFamily="18" charset="0"/>
                          <a:ea typeface="Cambria Math" panose="02040503050406030204" pitchFamily="18" charset="0"/>
                        </a:rPr>
                        <m:t>,</m:t>
                      </m:r>
                      <m:sSubSup>
                        <m:sSubSupPr>
                          <m:ctrlPr>
                            <a:rPr lang="es-MX" i="1">
                              <a:latin typeface="Cambria Math" panose="02040503050406030204" pitchFamily="18" charset="0"/>
                              <a:ea typeface="Cambria Math" panose="02040503050406030204" pitchFamily="18" charset="0"/>
                            </a:rPr>
                          </m:ctrlPr>
                        </m:sSubSupPr>
                        <m:e>
                          <m:r>
                            <a:rPr lang="es-MX" i="1">
                              <a:latin typeface="Cambria Math" panose="02040503050406030204" pitchFamily="18" charset="0"/>
                              <a:ea typeface="Cambria Math" panose="02040503050406030204" pitchFamily="18" charset="0"/>
                            </a:rPr>
                            <m:t>𝑠</m:t>
                          </m:r>
                        </m:e>
                        <m:sub>
                          <m:r>
                            <a:rPr lang="es-MX" b="0" i="1" smtClean="0">
                              <a:latin typeface="Cambria Math" panose="02040503050406030204" pitchFamily="18" charset="0"/>
                              <a:ea typeface="Cambria Math" panose="02040503050406030204" pitchFamily="18" charset="0"/>
                            </a:rPr>
                            <m:t>𝑦</m:t>
                          </m:r>
                        </m:sub>
                        <m:sup>
                          <m:r>
                            <a:rPr lang="es-MX" i="1">
                              <a:latin typeface="Cambria Math" panose="02040503050406030204" pitchFamily="18" charset="0"/>
                              <a:ea typeface="Cambria Math" panose="02040503050406030204" pitchFamily="18" charset="0"/>
                            </a:rPr>
                            <m:t>2</m:t>
                          </m:r>
                        </m:sup>
                      </m:sSubSup>
                      <m:r>
                        <a:rPr lang="es-MX" i="1">
                          <a:latin typeface="Cambria Math" panose="02040503050406030204" pitchFamily="18" charset="0"/>
                          <a:ea typeface="Cambria Math" panose="02040503050406030204" pitchFamily="18" charset="0"/>
                        </a:rPr>
                        <m:t>→</m:t>
                      </m:r>
                      <m:sSubSup>
                        <m:sSubSupPr>
                          <m:ctrlPr>
                            <a:rPr lang="es-MX" i="1">
                              <a:latin typeface="Cambria Math" panose="02040503050406030204" pitchFamily="18" charset="0"/>
                              <a:ea typeface="Cambria Math" panose="02040503050406030204" pitchFamily="18" charset="0"/>
                            </a:rPr>
                          </m:ctrlPr>
                        </m:sSubSupPr>
                        <m:e>
                          <m:r>
                            <a:rPr lang="es-MX" i="1">
                              <a:latin typeface="Cambria Math" panose="02040503050406030204" pitchFamily="18" charset="0"/>
                              <a:ea typeface="Cambria Math" panose="02040503050406030204" pitchFamily="18" charset="0"/>
                            </a:rPr>
                            <m:t>𝜎</m:t>
                          </m:r>
                        </m:e>
                        <m:sub>
                          <m:r>
                            <a:rPr lang="es-MX" b="0" i="1" smtClean="0">
                              <a:latin typeface="Cambria Math" panose="02040503050406030204" pitchFamily="18" charset="0"/>
                              <a:ea typeface="Cambria Math" panose="02040503050406030204" pitchFamily="18" charset="0"/>
                            </a:rPr>
                            <m:t>𝑌</m:t>
                          </m:r>
                        </m:sub>
                        <m:sup>
                          <m:r>
                            <a:rPr lang="es-MX" i="1">
                              <a:latin typeface="Cambria Math" panose="02040503050406030204" pitchFamily="18" charset="0"/>
                              <a:ea typeface="Cambria Math" panose="02040503050406030204" pitchFamily="18" charset="0"/>
                            </a:rPr>
                            <m:t>2</m:t>
                          </m:r>
                        </m:sup>
                      </m:sSubSup>
                      <m:r>
                        <a:rPr lang="es-MX" b="0" i="1" smtClean="0">
                          <a:latin typeface="Cambria Math" panose="02040503050406030204" pitchFamily="18" charset="0"/>
                          <a:ea typeface="Cambria Math" panose="02040503050406030204" pitchFamily="18" charset="0"/>
                        </a:rPr>
                        <m:t> </m:t>
                      </m:r>
                      <m:r>
                        <a:rPr lang="es-MX" b="0" i="1" smtClean="0">
                          <a:latin typeface="Cambria Math" panose="02040503050406030204" pitchFamily="18" charset="0"/>
                          <a:ea typeface="Cambria Math" panose="02040503050406030204" pitchFamily="18" charset="0"/>
                        </a:rPr>
                        <m:t>𝑦</m:t>
                      </m:r>
                      <m:r>
                        <a:rPr lang="es-MX" b="0" i="1" smtClean="0">
                          <a:latin typeface="Cambria Math" panose="02040503050406030204" pitchFamily="18" charset="0"/>
                          <a:ea typeface="Cambria Math" panose="02040503050406030204" pitchFamily="18" charset="0"/>
                        </a:rPr>
                        <m:t> </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𝑠</m:t>
                          </m:r>
                        </m:e>
                        <m:sub>
                          <m:r>
                            <a:rPr lang="es-MX" b="0" i="1" smtClean="0">
                              <a:latin typeface="Cambria Math" panose="02040503050406030204" pitchFamily="18" charset="0"/>
                              <a:ea typeface="Cambria Math" panose="02040503050406030204" pitchFamily="18" charset="0"/>
                            </a:rPr>
                            <m:t>𝑥𝑦</m:t>
                          </m:r>
                        </m:sub>
                      </m:sSub>
                      <m:r>
                        <a:rPr lang="es-MX"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𝐶𝑜𝑣</m:t>
                      </m:r>
                      <m:d>
                        <m:dPr>
                          <m:ctrlPr>
                            <a:rPr lang="es-MX" b="0" i="1" smtClean="0">
                              <a:latin typeface="Cambria Math" panose="02040503050406030204" pitchFamily="18" charset="0"/>
                              <a:ea typeface="Cambria Math" panose="02040503050406030204" pitchFamily="18" charset="0"/>
                            </a:rPr>
                          </m:ctrlPr>
                        </m:dPr>
                        <m:e>
                          <m:r>
                            <a:rPr lang="es-MX" b="0" i="1" smtClean="0">
                              <a:latin typeface="Cambria Math" panose="02040503050406030204" pitchFamily="18" charset="0"/>
                              <a:ea typeface="Cambria Math" panose="02040503050406030204" pitchFamily="18" charset="0"/>
                            </a:rPr>
                            <m:t>𝑋</m:t>
                          </m:r>
                          <m:r>
                            <a:rPr lang="es-MX"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𝑌</m:t>
                          </m:r>
                        </m:e>
                      </m:d>
                    </m:oMath>
                  </m:oMathPara>
                </a14:m>
                <a:endParaRPr lang="es-MX" dirty="0"/>
              </a:p>
              <a:p>
                <a:pPr algn="just"/>
                <a:endParaRPr lang="es-MX" dirty="0"/>
              </a:p>
              <a:p>
                <a:pPr algn="just"/>
                <a:r>
                  <a:rPr lang="es-MX" dirty="0"/>
                  <a:t>Entonces podemos escribir:</a:t>
                </a:r>
              </a:p>
              <a:p>
                <a:pPr algn="just"/>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rPr>
                        <m:t>𝑏</m:t>
                      </m:r>
                      <m:r>
                        <a:rPr lang="es-MX" b="0" i="1" smtClean="0">
                          <a:latin typeface="Cambria Math" panose="02040503050406030204" pitchFamily="18" charset="0"/>
                        </a:rPr>
                        <m:t>=</m:t>
                      </m:r>
                      <m:f>
                        <m:fPr>
                          <m:ctrlPr>
                            <a:rPr lang="es-MX" b="0" i="1" smtClean="0">
                              <a:latin typeface="Cambria Math" panose="02040503050406030204" pitchFamily="18" charset="0"/>
                            </a:rPr>
                          </m:ctrlPr>
                        </m:fPr>
                        <m:num>
                          <m:sSub>
                            <m:sSubPr>
                              <m:ctrlPr>
                                <a:rPr lang="es-MX" b="0" i="1" smtClean="0">
                                  <a:latin typeface="Cambria Math" panose="02040503050406030204" pitchFamily="18" charset="0"/>
                                </a:rPr>
                              </m:ctrlPr>
                            </m:sSubPr>
                            <m:e>
                              <m:r>
                                <a:rPr lang="es-MX" b="0" i="1" smtClean="0">
                                  <a:latin typeface="Cambria Math" panose="02040503050406030204" pitchFamily="18" charset="0"/>
                                </a:rPr>
                                <m:t>𝑠</m:t>
                              </m:r>
                            </m:e>
                            <m:sub>
                              <m:r>
                                <a:rPr lang="es-MX" b="0" i="1" smtClean="0">
                                  <a:latin typeface="Cambria Math" panose="02040503050406030204" pitchFamily="18" charset="0"/>
                                </a:rPr>
                                <m:t>𝑥𝑦</m:t>
                              </m:r>
                            </m:sub>
                          </m:sSub>
                        </m:num>
                        <m:den>
                          <m:sSubSup>
                            <m:sSubSupPr>
                              <m:ctrlPr>
                                <a:rPr lang="es-MX" b="0" i="1" smtClean="0">
                                  <a:latin typeface="Cambria Math" panose="02040503050406030204" pitchFamily="18" charset="0"/>
                                </a:rPr>
                              </m:ctrlPr>
                            </m:sSubSupPr>
                            <m:e>
                              <m:r>
                                <a:rPr lang="es-MX" b="0" i="1" smtClean="0">
                                  <a:latin typeface="Cambria Math" panose="02040503050406030204" pitchFamily="18" charset="0"/>
                                </a:rPr>
                                <m:t>𝑠</m:t>
                              </m:r>
                            </m:e>
                            <m:sub>
                              <m:r>
                                <a:rPr lang="es-MX" b="0" i="1" smtClean="0">
                                  <a:latin typeface="Cambria Math" panose="02040503050406030204" pitchFamily="18" charset="0"/>
                                </a:rPr>
                                <m:t>𝑥</m:t>
                              </m:r>
                            </m:sub>
                            <m:sup>
                              <m:r>
                                <a:rPr lang="es-MX" b="0" i="1" smtClean="0">
                                  <a:latin typeface="Cambria Math" panose="02040503050406030204" pitchFamily="18" charset="0"/>
                                </a:rPr>
                                <m:t>2</m:t>
                              </m:r>
                            </m:sup>
                          </m:sSubSup>
                        </m:den>
                      </m:f>
                      <m:r>
                        <a:rPr lang="es-MX" b="0" i="1" smtClean="0">
                          <a:latin typeface="Cambria Math" panose="02040503050406030204" pitchFamily="18" charset="0"/>
                        </a:rPr>
                        <m:t>   ∧  </m:t>
                      </m:r>
                      <m:r>
                        <a:rPr lang="es-MX" b="0" i="1" smtClean="0">
                          <a:latin typeface="Cambria Math" panose="02040503050406030204" pitchFamily="18" charset="0"/>
                        </a:rPr>
                        <m:t>𝑎</m:t>
                      </m:r>
                      <m:r>
                        <a:rPr lang="es-MX" b="0" i="1" smtClean="0">
                          <a:latin typeface="Cambria Math" panose="02040503050406030204" pitchFamily="18" charset="0"/>
                        </a:rPr>
                        <m:t>=</m:t>
                      </m:r>
                      <m:acc>
                        <m:accPr>
                          <m:chr m:val="̅"/>
                          <m:ctrlPr>
                            <a:rPr lang="es-MX" b="0" i="1" smtClean="0">
                              <a:latin typeface="Cambria Math" panose="02040503050406030204" pitchFamily="18" charset="0"/>
                            </a:rPr>
                          </m:ctrlPr>
                        </m:accPr>
                        <m:e>
                          <m:r>
                            <a:rPr lang="es-MX" b="0" i="1" smtClean="0">
                              <a:latin typeface="Cambria Math" panose="02040503050406030204" pitchFamily="18" charset="0"/>
                            </a:rPr>
                            <m:t>𝑦</m:t>
                          </m:r>
                        </m:e>
                      </m:acc>
                      <m:r>
                        <a:rPr lang="es-MX" b="0" i="1" smtClean="0">
                          <a:latin typeface="Cambria Math" panose="02040503050406030204" pitchFamily="18" charset="0"/>
                        </a:rPr>
                        <m:t>−</m:t>
                      </m:r>
                      <m:r>
                        <a:rPr lang="es-MX" b="0" i="1" smtClean="0">
                          <a:latin typeface="Cambria Math" panose="02040503050406030204" pitchFamily="18" charset="0"/>
                        </a:rPr>
                        <m:t>𝑏</m:t>
                      </m:r>
                      <m:acc>
                        <m:accPr>
                          <m:chr m:val="̅"/>
                          <m:ctrlPr>
                            <a:rPr lang="es-MX" b="0" i="1" smtClean="0">
                              <a:latin typeface="Cambria Math" panose="02040503050406030204" pitchFamily="18" charset="0"/>
                            </a:rPr>
                          </m:ctrlPr>
                        </m:accPr>
                        <m:e>
                          <m:r>
                            <a:rPr lang="es-MX" b="0" i="1" smtClean="0">
                              <a:latin typeface="Cambria Math" panose="02040503050406030204" pitchFamily="18" charset="0"/>
                            </a:rPr>
                            <m:t>𝑥</m:t>
                          </m:r>
                        </m:e>
                      </m:acc>
                    </m:oMath>
                  </m:oMathPara>
                </a14:m>
                <a:endParaRPr lang="es-MX" dirty="0"/>
              </a:p>
              <a:p>
                <a:pPr algn="just"/>
                <a:endParaRPr lang="es-MX" dirty="0"/>
              </a:p>
              <a:p>
                <a:pPr algn="just"/>
                <a:r>
                  <a:rPr lang="es-MX" dirty="0"/>
                  <a:t>Obtenemos que a y b son los estimadores para </a:t>
                </a:r>
                <a14:m>
                  <m:oMath xmlns:m="http://schemas.openxmlformats.org/officeDocument/2006/math">
                    <m:r>
                      <a:rPr lang="es-MX" b="0" i="1" smtClean="0">
                        <a:latin typeface="Cambria Math" panose="02040503050406030204" pitchFamily="18" charset="0"/>
                      </a:rPr>
                      <m:t>𝛼</m:t>
                    </m:r>
                    <m:r>
                      <a:rPr lang="es-MX" b="0" i="1" smtClean="0">
                        <a:latin typeface="Cambria Math" panose="02040503050406030204" pitchFamily="18" charset="0"/>
                      </a:rPr>
                      <m:t> </m:t>
                    </m:r>
                    <m:r>
                      <a:rPr lang="es-MX" b="0" i="1" smtClean="0">
                        <a:latin typeface="Cambria Math" panose="02040503050406030204" pitchFamily="18" charset="0"/>
                      </a:rPr>
                      <m:t>𝑦</m:t>
                    </m:r>
                    <m:r>
                      <a:rPr lang="es-MX" b="0" i="1" smtClean="0">
                        <a:latin typeface="Cambria Math" panose="02040503050406030204" pitchFamily="18" charset="0"/>
                      </a:rPr>
                      <m:t> </m:t>
                    </m:r>
                    <m:r>
                      <a:rPr lang="es-MX" b="0" i="1" smtClean="0">
                        <a:latin typeface="Cambria Math" panose="02040503050406030204" pitchFamily="18" charset="0"/>
                      </a:rPr>
                      <m:t>𝛽</m:t>
                    </m:r>
                  </m:oMath>
                </a14:m>
                <a:endParaRPr lang="es-MX" dirty="0"/>
              </a:p>
            </p:txBody>
          </p:sp>
        </mc:Choice>
        <mc:Fallback>
          <p:sp>
            <p:nvSpPr>
              <p:cNvPr id="6" name="Subtítulo 7">
                <a:extLst>
                  <a:ext uri="{FF2B5EF4-FFF2-40B4-BE49-F238E27FC236}">
                    <a16:creationId xmlns:a16="http://schemas.microsoft.com/office/drawing/2014/main" id="{E13D63F8-2B9F-83EE-4D27-D0F809B65B30}"/>
                  </a:ext>
                </a:extLst>
              </p:cNvPr>
              <p:cNvSpPr txBox="1">
                <a:spLocks noRot="1" noChangeAspect="1" noMove="1" noResize="1" noEditPoints="1" noAdjustHandles="1" noChangeArrowheads="1" noChangeShapeType="1" noTextEdit="1"/>
              </p:cNvSpPr>
              <p:nvPr/>
            </p:nvSpPr>
            <p:spPr>
              <a:xfrm>
                <a:off x="614362" y="802446"/>
                <a:ext cx="7809638" cy="4026729"/>
              </a:xfrm>
              <a:prstGeom prst="rect">
                <a:avLst/>
              </a:prstGeom>
              <a:blipFill>
                <a:blip r:embed="rId2"/>
                <a:stretch>
                  <a:fillRect l="-234" t="-303" r="-234" b="-1667"/>
                </a:stretch>
              </a:blipFill>
            </p:spPr>
            <p:txBody>
              <a:bodyPr/>
              <a:lstStyle/>
              <a:p>
                <a:r>
                  <a:rPr lang="es-PE">
                    <a:noFill/>
                  </a:rPr>
                  <a:t> </a:t>
                </a:r>
              </a:p>
            </p:txBody>
          </p:sp>
        </mc:Fallback>
      </mc:AlternateContent>
    </p:spTree>
    <p:extLst>
      <p:ext uri="{BB962C8B-B14F-4D97-AF65-F5344CB8AC3E}">
        <p14:creationId xmlns:p14="http://schemas.microsoft.com/office/powerpoint/2010/main" val="241494466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Subtítulo 7">
                <a:extLst>
                  <a:ext uri="{FF2B5EF4-FFF2-40B4-BE49-F238E27FC236}">
                    <a16:creationId xmlns:a16="http://schemas.microsoft.com/office/drawing/2014/main" id="{E13D63F8-2B9F-83EE-4D27-D0F809B65B30}"/>
                  </a:ext>
                </a:extLst>
              </p:cNvPr>
              <p:cNvSpPr txBox="1">
                <a:spLocks/>
              </p:cNvSpPr>
              <p:nvPr/>
            </p:nvSpPr>
            <p:spPr>
              <a:xfrm>
                <a:off x="614362" y="464344"/>
                <a:ext cx="7809638" cy="4314825"/>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s-MX" dirty="0"/>
                  <a:t>Al valor de </a:t>
                </a:r>
                <a14:m>
                  <m:oMath xmlns:m="http://schemas.openxmlformats.org/officeDocument/2006/math">
                    <m:sSub>
                      <m:sSubPr>
                        <m:ctrlPr>
                          <a:rPr lang="es-MX" b="0" i="1" smtClean="0">
                            <a:latin typeface="Cambria Math" panose="02040503050406030204" pitchFamily="18" charset="0"/>
                          </a:rPr>
                        </m:ctrlPr>
                      </m:sSubPr>
                      <m:e>
                        <m:acc>
                          <m:accPr>
                            <m:chr m:val="̂"/>
                            <m:ctrlPr>
                              <a:rPr lang="es-MX" i="1" smtClean="0">
                                <a:latin typeface="Cambria Math" panose="02040503050406030204" pitchFamily="18" charset="0"/>
                              </a:rPr>
                            </m:ctrlPr>
                          </m:accPr>
                          <m:e>
                            <m:r>
                              <a:rPr lang="es-MX" b="0" i="1" smtClean="0">
                                <a:latin typeface="Cambria Math" panose="02040503050406030204" pitchFamily="18" charset="0"/>
                              </a:rPr>
                              <m:t>𝑦</m:t>
                            </m:r>
                          </m:e>
                        </m:acc>
                      </m:e>
                      <m:sub>
                        <m:r>
                          <a:rPr lang="es-MX" b="0" i="1" smtClean="0">
                            <a:latin typeface="Cambria Math" panose="02040503050406030204" pitchFamily="18" charset="0"/>
                          </a:rPr>
                          <m:t>𝑖</m:t>
                        </m:r>
                      </m:sub>
                    </m:sSub>
                    <m:r>
                      <a:rPr lang="es-MX" b="0" i="1" smtClean="0">
                        <a:latin typeface="Cambria Math" panose="02040503050406030204" pitchFamily="18" charset="0"/>
                      </a:rPr>
                      <m:t>=</m:t>
                    </m:r>
                    <m:r>
                      <a:rPr lang="es-MX" b="0" i="1" smtClean="0">
                        <a:latin typeface="Cambria Math" panose="02040503050406030204" pitchFamily="18" charset="0"/>
                      </a:rPr>
                      <m:t>𝑎</m:t>
                    </m:r>
                    <m:r>
                      <a:rPr lang="es-MX" b="0" i="1" smtClean="0">
                        <a:latin typeface="Cambria Math" panose="02040503050406030204" pitchFamily="18" charset="0"/>
                      </a:rPr>
                      <m:t>+</m:t>
                    </m:r>
                    <m:r>
                      <a:rPr lang="es-MX" b="0" i="1" smtClean="0">
                        <a:latin typeface="Cambria Math" panose="02040503050406030204" pitchFamily="18" charset="0"/>
                      </a:rPr>
                      <m:t>𝑏</m:t>
                    </m:r>
                    <m:r>
                      <a:rPr lang="es-MX" b="0" i="1" smtClean="0">
                        <a:latin typeface="Cambria Math" panose="02040503050406030204" pitchFamily="18" charset="0"/>
                      </a:rPr>
                      <m:t> </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𝑥</m:t>
                        </m:r>
                      </m:e>
                      <m:sub>
                        <m:r>
                          <a:rPr lang="es-MX" b="0" i="1" smtClean="0">
                            <a:latin typeface="Cambria Math" panose="02040503050406030204" pitchFamily="18" charset="0"/>
                          </a:rPr>
                          <m:t>𝑖</m:t>
                        </m:r>
                      </m:sub>
                    </m:sSub>
                  </m:oMath>
                </a14:m>
                <a:r>
                  <a:rPr lang="es-MX" dirty="0"/>
                  <a:t> se denomina el valor pronosticado por el modelo.</a:t>
                </a:r>
              </a:p>
              <a:p>
                <a:pPr algn="just"/>
                <a:endParaRPr lang="es-MX" dirty="0"/>
              </a:p>
              <a:p>
                <a:pPr algn="just"/>
                <a:r>
                  <a:rPr lang="es-MX" dirty="0"/>
                  <a:t>Denominamos error a la cantidad </a:t>
                </a:r>
                <a14:m>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𝜖</m:t>
                        </m:r>
                      </m:e>
                      <m:sub>
                        <m:r>
                          <a:rPr lang="es-MX" b="0" i="1" smtClean="0">
                            <a:latin typeface="Cambria Math" panose="02040503050406030204" pitchFamily="18" charset="0"/>
                            <a:ea typeface="Cambria Math" panose="02040503050406030204" pitchFamily="18" charset="0"/>
                          </a:rPr>
                          <m:t>𝑖</m:t>
                        </m:r>
                      </m:sub>
                    </m:sSub>
                    <m:r>
                      <a:rPr lang="es-MX" b="0" i="1" smtClean="0">
                        <a:latin typeface="Cambria Math" panose="02040503050406030204" pitchFamily="18" charset="0"/>
                        <a:ea typeface="Cambria Math" panose="02040503050406030204" pitchFamily="18" charset="0"/>
                      </a:rPr>
                      <m:t>=</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𝑦</m:t>
                        </m:r>
                      </m:e>
                      <m:sub>
                        <m:r>
                          <a:rPr lang="es-MX" b="0" i="1" smtClean="0">
                            <a:latin typeface="Cambria Math" panose="02040503050406030204" pitchFamily="18" charset="0"/>
                            <a:ea typeface="Cambria Math" panose="02040503050406030204" pitchFamily="18" charset="0"/>
                          </a:rPr>
                          <m:t>𝑖</m:t>
                        </m:r>
                      </m:sub>
                    </m:sSub>
                    <m:r>
                      <a:rPr lang="es-MX" b="0" i="1" smtClean="0">
                        <a:latin typeface="Cambria Math" panose="02040503050406030204" pitchFamily="18" charset="0"/>
                        <a:ea typeface="Cambria Math" panose="02040503050406030204" pitchFamily="18" charset="0"/>
                      </a:rPr>
                      <m:t>−</m:t>
                    </m:r>
                    <m:sSub>
                      <m:sSubPr>
                        <m:ctrlPr>
                          <a:rPr lang="es-MX" b="0" i="1" smtClean="0">
                            <a:latin typeface="Cambria Math" panose="02040503050406030204" pitchFamily="18" charset="0"/>
                            <a:ea typeface="Cambria Math" panose="02040503050406030204" pitchFamily="18" charset="0"/>
                          </a:rPr>
                        </m:ctrlPr>
                      </m:sSubPr>
                      <m:e>
                        <m:acc>
                          <m:accPr>
                            <m:chr m:val="̂"/>
                            <m:ctrlPr>
                              <a:rPr lang="es-MX" b="0" i="1" smtClean="0">
                                <a:latin typeface="Cambria Math" panose="02040503050406030204" pitchFamily="18" charset="0"/>
                                <a:ea typeface="Cambria Math" panose="02040503050406030204" pitchFamily="18" charset="0"/>
                              </a:rPr>
                            </m:ctrlPr>
                          </m:accPr>
                          <m:e>
                            <m:r>
                              <a:rPr lang="es-MX" b="0" i="1" smtClean="0">
                                <a:latin typeface="Cambria Math" panose="02040503050406030204" pitchFamily="18" charset="0"/>
                                <a:ea typeface="Cambria Math" panose="02040503050406030204" pitchFamily="18" charset="0"/>
                              </a:rPr>
                              <m:t>𝑦</m:t>
                            </m:r>
                          </m:e>
                        </m:acc>
                      </m:e>
                      <m:sub>
                        <m:r>
                          <a:rPr lang="es-MX" b="0" i="1" smtClean="0">
                            <a:latin typeface="Cambria Math" panose="02040503050406030204" pitchFamily="18" charset="0"/>
                            <a:ea typeface="Cambria Math" panose="02040503050406030204" pitchFamily="18" charset="0"/>
                          </a:rPr>
                          <m:t>𝑖</m:t>
                        </m:r>
                      </m:sub>
                    </m:sSub>
                  </m:oMath>
                </a14:m>
                <a:endParaRPr lang="es-MX" dirty="0"/>
              </a:p>
              <a:p>
                <a:pPr algn="just"/>
                <a:endParaRPr lang="es-MX" dirty="0"/>
              </a:p>
            </p:txBody>
          </p:sp>
        </mc:Choice>
        <mc:Fallback xmlns="">
          <p:sp>
            <p:nvSpPr>
              <p:cNvPr id="6" name="Subtítulo 7">
                <a:extLst>
                  <a:ext uri="{FF2B5EF4-FFF2-40B4-BE49-F238E27FC236}">
                    <a16:creationId xmlns:a16="http://schemas.microsoft.com/office/drawing/2014/main" id="{E13D63F8-2B9F-83EE-4D27-D0F809B65B30}"/>
                  </a:ext>
                </a:extLst>
              </p:cNvPr>
              <p:cNvSpPr txBox="1">
                <a:spLocks noRot="1" noChangeAspect="1" noMove="1" noResize="1" noEditPoints="1" noAdjustHandles="1" noChangeArrowheads="1" noChangeShapeType="1" noTextEdit="1"/>
              </p:cNvSpPr>
              <p:nvPr/>
            </p:nvSpPr>
            <p:spPr>
              <a:xfrm>
                <a:off x="614362" y="464344"/>
                <a:ext cx="7809638" cy="4314825"/>
              </a:xfrm>
              <a:prstGeom prst="rect">
                <a:avLst/>
              </a:prstGeom>
              <a:blipFill>
                <a:blip r:embed="rId2"/>
                <a:stretch>
                  <a:fillRect l="-234" t="-282"/>
                </a:stretch>
              </a:blipFill>
            </p:spPr>
            <p:txBody>
              <a:bodyPr/>
              <a:lstStyle/>
              <a:p>
                <a:r>
                  <a:rPr lang="es-PE">
                    <a:noFill/>
                  </a:rPr>
                  <a:t> </a:t>
                </a:r>
              </a:p>
            </p:txBody>
          </p:sp>
        </mc:Fallback>
      </mc:AlternateContent>
      <p:pic>
        <p:nvPicPr>
          <p:cNvPr id="4098" name="Picture 2" descr="PPT - Regresión Lineal Simple PowerPoint Presentation, free download ...">
            <a:extLst>
              <a:ext uri="{FF2B5EF4-FFF2-40B4-BE49-F238E27FC236}">
                <a16:creationId xmlns:a16="http://schemas.microsoft.com/office/drawing/2014/main" id="{A066B8AE-53EE-ADF8-5CCB-0F54EAEFD9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8862" y="1468039"/>
            <a:ext cx="3929063" cy="2946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540905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ítulo 7">
            <a:extLst>
              <a:ext uri="{FF2B5EF4-FFF2-40B4-BE49-F238E27FC236}">
                <a16:creationId xmlns:a16="http://schemas.microsoft.com/office/drawing/2014/main" id="{E13D63F8-2B9F-83EE-4D27-D0F809B65B30}"/>
              </a:ext>
            </a:extLst>
          </p:cNvPr>
          <p:cNvSpPr txBox="1">
            <a:spLocks/>
          </p:cNvSpPr>
          <p:nvPr/>
        </p:nvSpPr>
        <p:spPr>
          <a:xfrm>
            <a:off x="614362" y="464344"/>
            <a:ext cx="7809638" cy="436483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endParaRPr lang="es-MX" dirty="0"/>
          </a:p>
          <a:p>
            <a:pPr algn="just"/>
            <a:endParaRPr lang="es-MX" dirty="0"/>
          </a:p>
          <a:p>
            <a:pPr algn="just"/>
            <a:r>
              <a:rPr lang="es-MX" dirty="0"/>
              <a:t>Sea Y la pureza del oxígeno producido en un proceso de destilación química, y X es el porcentaje de hidrocarburos que están presentes en el condensador principal de la unidad de destilación.</a:t>
            </a:r>
          </a:p>
          <a:p>
            <a:pPr algn="just"/>
            <a:endParaRPr lang="es-MX" dirty="0"/>
          </a:p>
        </p:txBody>
      </p:sp>
      <p:pic>
        <p:nvPicPr>
          <p:cNvPr id="7" name="Imagen 6">
            <a:extLst>
              <a:ext uri="{FF2B5EF4-FFF2-40B4-BE49-F238E27FC236}">
                <a16:creationId xmlns:a16="http://schemas.microsoft.com/office/drawing/2014/main" id="{2D2E48A4-75B5-D3BE-E11B-44FF011C3EB7}"/>
              </a:ext>
            </a:extLst>
          </p:cNvPr>
          <p:cNvPicPr>
            <a:picLocks noChangeAspect="1"/>
          </p:cNvPicPr>
          <p:nvPr/>
        </p:nvPicPr>
        <p:blipFill>
          <a:blip r:embed="rId2"/>
          <a:stretch>
            <a:fillRect/>
          </a:stretch>
        </p:blipFill>
        <p:spPr>
          <a:xfrm>
            <a:off x="1171353" y="1658886"/>
            <a:ext cx="2239788" cy="2954348"/>
          </a:xfrm>
          <a:prstGeom prst="rect">
            <a:avLst/>
          </a:prstGeom>
        </p:spPr>
      </p:pic>
      <p:pic>
        <p:nvPicPr>
          <p:cNvPr id="9" name="Imagen 8">
            <a:extLst>
              <a:ext uri="{FF2B5EF4-FFF2-40B4-BE49-F238E27FC236}">
                <a16:creationId xmlns:a16="http://schemas.microsoft.com/office/drawing/2014/main" id="{73B98C66-E1C0-9718-9752-FFC4FEF7E891}"/>
              </a:ext>
            </a:extLst>
          </p:cNvPr>
          <p:cNvPicPr>
            <a:picLocks noChangeAspect="1"/>
          </p:cNvPicPr>
          <p:nvPr/>
        </p:nvPicPr>
        <p:blipFill>
          <a:blip r:embed="rId3"/>
          <a:stretch>
            <a:fillRect/>
          </a:stretch>
        </p:blipFill>
        <p:spPr>
          <a:xfrm>
            <a:off x="3968131" y="1886397"/>
            <a:ext cx="3985047" cy="2726837"/>
          </a:xfrm>
          <a:prstGeom prst="rect">
            <a:avLst/>
          </a:prstGeom>
        </p:spPr>
      </p:pic>
      <p:sp>
        <p:nvSpPr>
          <p:cNvPr id="2" name="Marcador de texto 2">
            <a:extLst>
              <a:ext uri="{FF2B5EF4-FFF2-40B4-BE49-F238E27FC236}">
                <a16:creationId xmlns:a16="http://schemas.microsoft.com/office/drawing/2014/main" id="{24B527B0-4419-9D41-EC30-818EFCE4C015}"/>
              </a:ext>
            </a:extLst>
          </p:cNvPr>
          <p:cNvSpPr txBox="1">
            <a:spLocks/>
          </p:cNvSpPr>
          <p:nvPr/>
        </p:nvSpPr>
        <p:spPr>
          <a:xfrm>
            <a:off x="485775" y="530266"/>
            <a:ext cx="4851667" cy="50166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1pPr>
            <a:lvl2pPr marL="914400" marR="0" lvl="1"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2pPr>
            <a:lvl3pPr marL="1371600" marR="0" lvl="2"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3pPr>
            <a:lvl4pPr marL="1828800" marR="0" lvl="3"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4pPr>
            <a:lvl5pPr marL="2286000" marR="0" lvl="4"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5pPr>
            <a:lvl6pPr marL="2743200" marR="0" lvl="5"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6pPr>
            <a:lvl7pPr marL="3200400" marR="0" lvl="6"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7pPr>
            <a:lvl8pPr marL="3657600" marR="0" lvl="7"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8pPr>
            <a:lvl9pPr marL="4114800" marR="0" lvl="8"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9pPr>
          </a:lstStyle>
          <a:p>
            <a:pPr marL="139700" indent="0" algn="l">
              <a:buFont typeface="Inter"/>
              <a:buNone/>
            </a:pPr>
            <a:r>
              <a:rPr lang="es-PE" dirty="0">
                <a:latin typeface="Fredoka One" panose="02000000000000000000" pitchFamily="2" charset="0"/>
              </a:rPr>
              <a:t>Ejemplo:</a:t>
            </a:r>
          </a:p>
        </p:txBody>
      </p:sp>
    </p:spTree>
    <p:extLst>
      <p:ext uri="{BB962C8B-B14F-4D97-AF65-F5344CB8AC3E}">
        <p14:creationId xmlns:p14="http://schemas.microsoft.com/office/powerpoint/2010/main" val="427489870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ítulo 7">
            <a:extLst>
              <a:ext uri="{FF2B5EF4-FFF2-40B4-BE49-F238E27FC236}">
                <a16:creationId xmlns:a16="http://schemas.microsoft.com/office/drawing/2014/main" id="{E13D63F8-2B9F-83EE-4D27-D0F809B65B30}"/>
              </a:ext>
            </a:extLst>
          </p:cNvPr>
          <p:cNvSpPr txBox="1">
            <a:spLocks/>
          </p:cNvSpPr>
          <p:nvPr/>
        </p:nvSpPr>
        <p:spPr>
          <a:xfrm>
            <a:off x="614362" y="464344"/>
            <a:ext cx="7809638" cy="436483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endParaRPr lang="es-MX" dirty="0"/>
          </a:p>
        </p:txBody>
      </p:sp>
      <p:pic>
        <p:nvPicPr>
          <p:cNvPr id="4" name="Imagen 3">
            <a:extLst>
              <a:ext uri="{FF2B5EF4-FFF2-40B4-BE49-F238E27FC236}">
                <a16:creationId xmlns:a16="http://schemas.microsoft.com/office/drawing/2014/main" id="{989968CF-473C-26BF-72C6-2E8B37A094DB}"/>
              </a:ext>
            </a:extLst>
          </p:cNvPr>
          <p:cNvPicPr>
            <a:picLocks noChangeAspect="1"/>
          </p:cNvPicPr>
          <p:nvPr/>
        </p:nvPicPr>
        <p:blipFill>
          <a:blip r:embed="rId2"/>
          <a:stretch>
            <a:fillRect/>
          </a:stretch>
        </p:blipFill>
        <p:spPr>
          <a:xfrm>
            <a:off x="982862" y="692943"/>
            <a:ext cx="3084602" cy="2686049"/>
          </a:xfrm>
          <a:prstGeom prst="rect">
            <a:avLst/>
          </a:prstGeom>
        </p:spPr>
      </p:pic>
      <p:pic>
        <p:nvPicPr>
          <p:cNvPr id="8" name="Imagen 7">
            <a:extLst>
              <a:ext uri="{FF2B5EF4-FFF2-40B4-BE49-F238E27FC236}">
                <a16:creationId xmlns:a16="http://schemas.microsoft.com/office/drawing/2014/main" id="{28DD6003-E7BC-8AD1-56A8-04DD4F516E40}"/>
              </a:ext>
            </a:extLst>
          </p:cNvPr>
          <p:cNvPicPr>
            <a:picLocks noChangeAspect="1"/>
          </p:cNvPicPr>
          <p:nvPr/>
        </p:nvPicPr>
        <p:blipFill>
          <a:blip r:embed="rId3"/>
          <a:stretch>
            <a:fillRect/>
          </a:stretch>
        </p:blipFill>
        <p:spPr>
          <a:xfrm>
            <a:off x="982862" y="3458736"/>
            <a:ext cx="3085200" cy="1133532"/>
          </a:xfrm>
          <a:prstGeom prst="rect">
            <a:avLst/>
          </a:prstGeom>
        </p:spPr>
      </p:pic>
      <p:pic>
        <p:nvPicPr>
          <p:cNvPr id="11" name="Imagen 10">
            <a:extLst>
              <a:ext uri="{FF2B5EF4-FFF2-40B4-BE49-F238E27FC236}">
                <a16:creationId xmlns:a16="http://schemas.microsoft.com/office/drawing/2014/main" id="{98F248EE-8539-5021-4FE3-FCBB584C36D4}"/>
              </a:ext>
            </a:extLst>
          </p:cNvPr>
          <p:cNvPicPr>
            <a:picLocks noChangeAspect="1"/>
          </p:cNvPicPr>
          <p:nvPr/>
        </p:nvPicPr>
        <p:blipFill>
          <a:blip r:embed="rId4"/>
          <a:stretch>
            <a:fillRect/>
          </a:stretch>
        </p:blipFill>
        <p:spPr>
          <a:xfrm>
            <a:off x="4898071" y="796409"/>
            <a:ext cx="3085200" cy="1070912"/>
          </a:xfrm>
          <a:prstGeom prst="rect">
            <a:avLst/>
          </a:prstGeom>
        </p:spPr>
      </p:pic>
      <p:pic>
        <p:nvPicPr>
          <p:cNvPr id="13" name="Imagen 12">
            <a:extLst>
              <a:ext uri="{FF2B5EF4-FFF2-40B4-BE49-F238E27FC236}">
                <a16:creationId xmlns:a16="http://schemas.microsoft.com/office/drawing/2014/main" id="{CDC7CDFB-B416-23FB-59F1-81D6BCA69F8E}"/>
              </a:ext>
            </a:extLst>
          </p:cNvPr>
          <p:cNvPicPr>
            <a:picLocks noChangeAspect="1"/>
          </p:cNvPicPr>
          <p:nvPr/>
        </p:nvPicPr>
        <p:blipFill>
          <a:blip r:embed="rId5"/>
          <a:stretch>
            <a:fillRect/>
          </a:stretch>
        </p:blipFill>
        <p:spPr>
          <a:xfrm>
            <a:off x="4992994" y="2196370"/>
            <a:ext cx="2895354" cy="2303756"/>
          </a:xfrm>
          <a:prstGeom prst="rect">
            <a:avLst/>
          </a:prstGeom>
        </p:spPr>
      </p:pic>
      <p:pic>
        <p:nvPicPr>
          <p:cNvPr id="15" name="Imagen 14">
            <a:extLst>
              <a:ext uri="{FF2B5EF4-FFF2-40B4-BE49-F238E27FC236}">
                <a16:creationId xmlns:a16="http://schemas.microsoft.com/office/drawing/2014/main" id="{6163864B-6A66-2D07-A3FC-34A0EA9384C5}"/>
              </a:ext>
            </a:extLst>
          </p:cNvPr>
          <p:cNvPicPr>
            <a:picLocks noChangeAspect="1"/>
          </p:cNvPicPr>
          <p:nvPr/>
        </p:nvPicPr>
        <p:blipFill>
          <a:blip r:embed="rId6"/>
          <a:stretch>
            <a:fillRect/>
          </a:stretch>
        </p:blipFill>
        <p:spPr>
          <a:xfrm>
            <a:off x="5528736" y="2530043"/>
            <a:ext cx="1634024" cy="233432"/>
          </a:xfrm>
          <a:prstGeom prst="rect">
            <a:avLst/>
          </a:prstGeom>
        </p:spPr>
      </p:pic>
      <p:cxnSp>
        <p:nvCxnSpPr>
          <p:cNvPr id="17" name="Conector: angular 16">
            <a:extLst>
              <a:ext uri="{FF2B5EF4-FFF2-40B4-BE49-F238E27FC236}">
                <a16:creationId xmlns:a16="http://schemas.microsoft.com/office/drawing/2014/main" id="{1B8BE956-BF87-4182-0328-4B1C7274B8A3}"/>
              </a:ext>
            </a:extLst>
          </p:cNvPr>
          <p:cNvCxnSpPr>
            <a:cxnSpLocks/>
          </p:cNvCxnSpPr>
          <p:nvPr/>
        </p:nvCxnSpPr>
        <p:spPr>
          <a:xfrm flipV="1">
            <a:off x="4139502" y="1331865"/>
            <a:ext cx="540000" cy="2693637"/>
          </a:xfrm>
          <a:prstGeom prst="bentConnector3">
            <a:avLst/>
          </a:prstGeom>
          <a:ln>
            <a:solidFill>
              <a:schemeClr val="accent5">
                <a:lumMod val="10000"/>
              </a:schemeClr>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7118249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ítulo 7">
            <a:extLst>
              <a:ext uri="{FF2B5EF4-FFF2-40B4-BE49-F238E27FC236}">
                <a16:creationId xmlns:a16="http://schemas.microsoft.com/office/drawing/2014/main" id="{E13D63F8-2B9F-83EE-4D27-D0F809B65B30}"/>
              </a:ext>
            </a:extLst>
          </p:cNvPr>
          <p:cNvSpPr txBox="1">
            <a:spLocks/>
          </p:cNvSpPr>
          <p:nvPr/>
        </p:nvSpPr>
        <p:spPr>
          <a:xfrm>
            <a:off x="614362" y="464344"/>
            <a:ext cx="7809638" cy="436483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endParaRPr lang="es-MX" dirty="0"/>
          </a:p>
        </p:txBody>
      </p:sp>
      <mc:AlternateContent xmlns:mc="http://schemas.openxmlformats.org/markup-compatibility/2006" xmlns:a14="http://schemas.microsoft.com/office/drawing/2010/main">
        <mc:Choice Requires="a14">
          <p:sp>
            <p:nvSpPr>
              <p:cNvPr id="2" name="Subtítulo 7">
                <a:extLst>
                  <a:ext uri="{FF2B5EF4-FFF2-40B4-BE49-F238E27FC236}">
                    <a16:creationId xmlns:a16="http://schemas.microsoft.com/office/drawing/2014/main" id="{0E171652-FA53-EFD5-A9A5-334B00B32A9B}"/>
                  </a:ext>
                </a:extLst>
              </p:cNvPr>
              <p:cNvSpPr txBox="1">
                <a:spLocks/>
              </p:cNvSpPr>
              <p:nvPr/>
            </p:nvSpPr>
            <p:spPr>
              <a:xfrm>
                <a:off x="667181" y="607219"/>
                <a:ext cx="7809638" cy="373618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endParaRPr lang="es-MX" dirty="0"/>
              </a:p>
              <a:p>
                <a:pPr algn="just"/>
                <a:endParaRPr lang="es-MX" dirty="0"/>
              </a:p>
              <a:p>
                <a:pPr algn="just"/>
                <a:r>
                  <a:rPr lang="es-MX" dirty="0"/>
                  <a:t>La recta de regresión ajustada o estimada es:</a:t>
                </a:r>
              </a:p>
              <a:p>
                <a:pPr algn="just"/>
                <a:endParaRPr lang="es-MX" dirty="0"/>
              </a:p>
              <a:p>
                <a:pPr algn="just"/>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acc>
                            <m:accPr>
                              <m:chr m:val="̂"/>
                              <m:ctrlPr>
                                <a:rPr lang="es-MX" i="1" smtClean="0">
                                  <a:latin typeface="Cambria Math" panose="02040503050406030204" pitchFamily="18" charset="0"/>
                                </a:rPr>
                              </m:ctrlPr>
                            </m:accPr>
                            <m:e>
                              <m:r>
                                <a:rPr lang="es-MX" b="0" i="1" smtClean="0">
                                  <a:latin typeface="Cambria Math" panose="02040503050406030204" pitchFamily="18" charset="0"/>
                                </a:rPr>
                                <m:t>𝑦</m:t>
                              </m:r>
                            </m:e>
                          </m:acc>
                        </m:e>
                        <m:sub>
                          <m:r>
                            <a:rPr lang="es-MX" b="0" i="1" smtClean="0">
                              <a:latin typeface="Cambria Math" panose="02040503050406030204" pitchFamily="18" charset="0"/>
                            </a:rPr>
                            <m:t>𝑖</m:t>
                          </m:r>
                        </m:sub>
                      </m:sSub>
                      <m:r>
                        <a:rPr lang="es-MX" b="0" i="1" smtClean="0">
                          <a:latin typeface="Cambria Math" panose="02040503050406030204" pitchFamily="18" charset="0"/>
                        </a:rPr>
                        <m:t>=</m:t>
                      </m:r>
                      <m:r>
                        <a:rPr lang="es-MX" b="0" i="1" smtClean="0">
                          <a:latin typeface="Cambria Math" panose="02040503050406030204" pitchFamily="18" charset="0"/>
                        </a:rPr>
                        <m:t>𝑎</m:t>
                      </m:r>
                      <m:r>
                        <a:rPr lang="es-MX" b="0" i="1" smtClean="0">
                          <a:latin typeface="Cambria Math" panose="02040503050406030204" pitchFamily="18" charset="0"/>
                        </a:rPr>
                        <m:t>+</m:t>
                      </m:r>
                      <m:r>
                        <a:rPr lang="es-MX" b="0" i="1" smtClean="0">
                          <a:latin typeface="Cambria Math" panose="02040503050406030204" pitchFamily="18" charset="0"/>
                        </a:rPr>
                        <m:t>𝑏</m:t>
                      </m:r>
                      <m:r>
                        <a:rPr lang="es-MX" b="0" i="1" smtClean="0">
                          <a:latin typeface="Cambria Math" panose="02040503050406030204" pitchFamily="18" charset="0"/>
                        </a:rPr>
                        <m:t> </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𝑥</m:t>
                          </m:r>
                        </m:e>
                        <m:sub>
                          <m:r>
                            <a:rPr lang="es-MX" b="0" i="1" smtClean="0">
                              <a:latin typeface="Cambria Math" panose="02040503050406030204" pitchFamily="18" charset="0"/>
                            </a:rPr>
                            <m:t>𝑖</m:t>
                          </m:r>
                        </m:sub>
                      </m:sSub>
                    </m:oMath>
                  </m:oMathPara>
                </a14:m>
                <a:endParaRPr lang="es-MX" dirty="0"/>
              </a:p>
              <a:p>
                <a:pPr algn="just"/>
                <a:endParaRPr lang="es-MX" dirty="0"/>
              </a:p>
              <a:p>
                <a:pPr algn="just"/>
                <a:r>
                  <a:rPr lang="es-MX" dirty="0"/>
                  <a:t>Note que cada par de datos satisface la relación</a:t>
                </a:r>
              </a:p>
              <a:p>
                <a:pPr algn="just"/>
                <a:endParaRPr lang="es-MX" dirty="0"/>
              </a:p>
              <a:p>
                <a:pPr algn="just"/>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𝑦</m:t>
                          </m:r>
                        </m:e>
                        <m:sub>
                          <m:r>
                            <a:rPr lang="es-MX" b="0" i="1" smtClean="0">
                              <a:latin typeface="Cambria Math" panose="02040503050406030204" pitchFamily="18" charset="0"/>
                            </a:rPr>
                            <m:t>𝑖</m:t>
                          </m:r>
                        </m:sub>
                      </m:sSub>
                      <m:r>
                        <a:rPr lang="es-MX" b="0" i="1" smtClean="0">
                          <a:latin typeface="Cambria Math" panose="02040503050406030204" pitchFamily="18" charset="0"/>
                        </a:rPr>
                        <m:t>=</m:t>
                      </m:r>
                      <m:r>
                        <a:rPr lang="es-MX" b="0" i="1" smtClean="0">
                          <a:latin typeface="Cambria Math" panose="02040503050406030204" pitchFamily="18" charset="0"/>
                        </a:rPr>
                        <m:t>𝑎</m:t>
                      </m:r>
                      <m:r>
                        <a:rPr lang="es-MX" b="0" i="1" smtClean="0">
                          <a:latin typeface="Cambria Math" panose="02040503050406030204" pitchFamily="18" charset="0"/>
                        </a:rPr>
                        <m:t>+</m:t>
                      </m:r>
                      <m:r>
                        <a:rPr lang="es-MX" b="0" i="1" smtClean="0">
                          <a:latin typeface="Cambria Math" panose="02040503050406030204" pitchFamily="18" charset="0"/>
                        </a:rPr>
                        <m:t>𝑏</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𝑥</m:t>
                          </m:r>
                        </m:e>
                        <m:sub>
                          <m:r>
                            <a:rPr lang="es-MX" b="0" i="1" smtClean="0">
                              <a:latin typeface="Cambria Math" panose="02040503050406030204" pitchFamily="18" charset="0"/>
                            </a:rPr>
                            <m:t>𝑖</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𝜀</m:t>
                          </m:r>
                        </m:e>
                        <m:sub>
                          <m:r>
                            <a:rPr lang="es-MX" b="0" i="1" smtClean="0">
                              <a:latin typeface="Cambria Math" panose="02040503050406030204" pitchFamily="18" charset="0"/>
                            </a:rPr>
                            <m:t>𝑖</m:t>
                          </m:r>
                        </m:sub>
                      </m:sSub>
                    </m:oMath>
                  </m:oMathPara>
                </a14:m>
                <a:endParaRPr lang="es-MX" dirty="0"/>
              </a:p>
              <a:p>
                <a:pPr algn="just"/>
                <a:endParaRPr lang="es-MX" dirty="0"/>
              </a:p>
              <a:p>
                <a:pPr algn="just"/>
                <a:r>
                  <a:rPr lang="es-MX" dirty="0"/>
                  <a:t>donde </a:t>
                </a:r>
                <a14:m>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𝜀</m:t>
                        </m:r>
                      </m:e>
                      <m:sub>
                        <m:r>
                          <a:rPr lang="es-MX" b="0" i="1" smtClean="0">
                            <a:latin typeface="Cambria Math" panose="02040503050406030204" pitchFamily="18" charset="0"/>
                          </a:rPr>
                          <m:t>𝑖</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𝑦</m:t>
                        </m:r>
                      </m:e>
                      <m:sub>
                        <m:r>
                          <a:rPr lang="es-MX" b="0" i="1" smtClean="0">
                            <a:latin typeface="Cambria Math" panose="02040503050406030204" pitchFamily="18" charset="0"/>
                          </a:rPr>
                          <m:t>𝑖</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acc>
                          <m:accPr>
                            <m:chr m:val="̂"/>
                            <m:ctrlPr>
                              <a:rPr lang="es-MX" b="0" i="1" smtClean="0">
                                <a:latin typeface="Cambria Math" panose="02040503050406030204" pitchFamily="18" charset="0"/>
                              </a:rPr>
                            </m:ctrlPr>
                          </m:accPr>
                          <m:e>
                            <m:r>
                              <a:rPr lang="es-MX" b="0" i="1" smtClean="0">
                                <a:latin typeface="Cambria Math" panose="02040503050406030204" pitchFamily="18" charset="0"/>
                              </a:rPr>
                              <m:t>𝑦</m:t>
                            </m:r>
                          </m:e>
                        </m:acc>
                      </m:e>
                      <m:sub>
                        <m:r>
                          <a:rPr lang="es-MX" b="0" i="1" smtClean="0">
                            <a:latin typeface="Cambria Math" panose="02040503050406030204" pitchFamily="18" charset="0"/>
                          </a:rPr>
                          <m:t>𝑖</m:t>
                        </m:r>
                      </m:sub>
                    </m:sSub>
                  </m:oMath>
                </a14:m>
                <a:r>
                  <a:rPr lang="es-MX" dirty="0"/>
                  <a:t> es denominado el residuo.</a:t>
                </a:r>
              </a:p>
              <a:p>
                <a:pPr algn="just"/>
                <a:endParaRPr lang="es-MX" dirty="0"/>
              </a:p>
              <a:p>
                <a:pPr algn="just"/>
                <a:r>
                  <a:rPr lang="es-MX" dirty="0"/>
                  <a:t>El coeficiente b es la pendiente de la recta de regresión, se interpreta como el cambio promedio de la variable Y cuando X cambia una unidad de medida. </a:t>
                </a:r>
              </a:p>
              <a:p>
                <a:pPr algn="just"/>
                <a:endParaRPr lang="es-MX" dirty="0"/>
              </a:p>
              <a:p>
                <a:pPr algn="just"/>
                <a:r>
                  <a:rPr lang="es-MX" dirty="0"/>
                  <a:t>El coeficiente a es el intercepto de nuestro regresión con el eje de las ordenadas.</a:t>
                </a:r>
              </a:p>
            </p:txBody>
          </p:sp>
        </mc:Choice>
        <mc:Fallback xmlns="">
          <p:sp>
            <p:nvSpPr>
              <p:cNvPr id="2" name="Subtítulo 7">
                <a:extLst>
                  <a:ext uri="{FF2B5EF4-FFF2-40B4-BE49-F238E27FC236}">
                    <a16:creationId xmlns:a16="http://schemas.microsoft.com/office/drawing/2014/main" id="{0E171652-FA53-EFD5-A9A5-334B00B32A9B}"/>
                  </a:ext>
                </a:extLst>
              </p:cNvPr>
              <p:cNvSpPr txBox="1">
                <a:spLocks noRot="1" noChangeAspect="1" noMove="1" noResize="1" noEditPoints="1" noAdjustHandles="1" noChangeArrowheads="1" noChangeShapeType="1" noTextEdit="1"/>
              </p:cNvSpPr>
              <p:nvPr/>
            </p:nvSpPr>
            <p:spPr>
              <a:xfrm>
                <a:off x="667181" y="607219"/>
                <a:ext cx="7809638" cy="3736182"/>
              </a:xfrm>
              <a:prstGeom prst="rect">
                <a:avLst/>
              </a:prstGeom>
              <a:blipFill>
                <a:blip r:embed="rId2"/>
                <a:stretch>
                  <a:fillRect l="-234" r="-156"/>
                </a:stretch>
              </a:blipFill>
            </p:spPr>
            <p:txBody>
              <a:bodyPr/>
              <a:lstStyle/>
              <a:p>
                <a:r>
                  <a:rPr lang="es-PE">
                    <a:noFill/>
                  </a:rPr>
                  <a:t> </a:t>
                </a:r>
              </a:p>
            </p:txBody>
          </p:sp>
        </mc:Fallback>
      </mc:AlternateContent>
      <p:sp>
        <p:nvSpPr>
          <p:cNvPr id="3" name="Marcador de texto 2">
            <a:extLst>
              <a:ext uri="{FF2B5EF4-FFF2-40B4-BE49-F238E27FC236}">
                <a16:creationId xmlns:a16="http://schemas.microsoft.com/office/drawing/2014/main" id="{7BC6EF24-89A4-0B3D-13FF-E5001848CE12}"/>
              </a:ext>
            </a:extLst>
          </p:cNvPr>
          <p:cNvSpPr txBox="1">
            <a:spLocks/>
          </p:cNvSpPr>
          <p:nvPr/>
        </p:nvSpPr>
        <p:spPr>
          <a:xfrm>
            <a:off x="561543" y="607219"/>
            <a:ext cx="4851667" cy="50166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1pPr>
            <a:lvl2pPr marL="914400" marR="0" lvl="1"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2pPr>
            <a:lvl3pPr marL="1371600" marR="0" lvl="2"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3pPr>
            <a:lvl4pPr marL="1828800" marR="0" lvl="3"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4pPr>
            <a:lvl5pPr marL="2286000" marR="0" lvl="4"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5pPr>
            <a:lvl6pPr marL="2743200" marR="0" lvl="5"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6pPr>
            <a:lvl7pPr marL="3200400" marR="0" lvl="6"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7pPr>
            <a:lvl8pPr marL="3657600" marR="0" lvl="7"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8pPr>
            <a:lvl9pPr marL="4114800" marR="0" lvl="8" indent="-317500" algn="l" rtl="0">
              <a:lnSpc>
                <a:spcPct val="115000"/>
              </a:lnSpc>
              <a:spcBef>
                <a:spcPts val="0"/>
              </a:spcBef>
              <a:spcAft>
                <a:spcPts val="0"/>
              </a:spcAft>
              <a:buClr>
                <a:schemeClr val="dk2"/>
              </a:buClr>
              <a:buSzPts val="1400"/>
              <a:buFont typeface="Inter"/>
              <a:buChar char="■"/>
              <a:defRPr sz="1400" b="0" i="0" u="none" strike="noStrike" cap="none">
                <a:solidFill>
                  <a:schemeClr val="dk2"/>
                </a:solidFill>
                <a:latin typeface="Inter"/>
                <a:ea typeface="Inter"/>
                <a:cs typeface="Inter"/>
                <a:sym typeface="Inter"/>
              </a:defRPr>
            </a:lvl9pPr>
          </a:lstStyle>
          <a:p>
            <a:pPr marL="139700" indent="0" algn="l">
              <a:buFont typeface="Inter"/>
              <a:buNone/>
            </a:pPr>
            <a:r>
              <a:rPr lang="es-PE" dirty="0">
                <a:latin typeface="Fredoka One" panose="02000000000000000000" pitchFamily="2" charset="0"/>
              </a:rPr>
              <a:t>Interpretación de los Coeficientes:</a:t>
            </a:r>
          </a:p>
        </p:txBody>
      </p:sp>
      <p:grpSp>
        <p:nvGrpSpPr>
          <p:cNvPr id="5" name="Google Shape;1018;p48">
            <a:extLst>
              <a:ext uri="{FF2B5EF4-FFF2-40B4-BE49-F238E27FC236}">
                <a16:creationId xmlns:a16="http://schemas.microsoft.com/office/drawing/2014/main" id="{27CC806A-19F2-3726-3114-0F18E8C9AB11}"/>
              </a:ext>
            </a:extLst>
          </p:cNvPr>
          <p:cNvGrpSpPr/>
          <p:nvPr/>
        </p:nvGrpSpPr>
        <p:grpSpPr>
          <a:xfrm>
            <a:off x="7872659" y="451658"/>
            <a:ext cx="709798" cy="657226"/>
            <a:chOff x="3452076" y="484330"/>
            <a:chExt cx="1001685" cy="927494"/>
          </a:xfrm>
        </p:grpSpPr>
        <p:sp>
          <p:nvSpPr>
            <p:cNvPr id="7" name="Google Shape;1019;p48">
              <a:extLst>
                <a:ext uri="{FF2B5EF4-FFF2-40B4-BE49-F238E27FC236}">
                  <a16:creationId xmlns:a16="http://schemas.microsoft.com/office/drawing/2014/main" id="{1E152E97-1F38-E978-282C-DE00362477CA}"/>
                </a:ext>
              </a:extLst>
            </p:cNvPr>
            <p:cNvSpPr/>
            <p:nvPr/>
          </p:nvSpPr>
          <p:spPr>
            <a:xfrm>
              <a:off x="3452076" y="484330"/>
              <a:ext cx="1001685" cy="927494"/>
            </a:xfrm>
            <a:custGeom>
              <a:avLst/>
              <a:gdLst/>
              <a:ahLst/>
              <a:cxnLst/>
              <a:rect l="l" t="t" r="r" b="b"/>
              <a:pathLst>
                <a:path w="27786" h="25728" extrusionOk="0">
                  <a:moveTo>
                    <a:pt x="22220" y="0"/>
                  </a:moveTo>
                  <a:cubicBezTo>
                    <a:pt x="21468" y="0"/>
                    <a:pt x="20702" y="169"/>
                    <a:pt x="19974" y="516"/>
                  </a:cubicBezTo>
                  <a:cubicBezTo>
                    <a:pt x="19393" y="794"/>
                    <a:pt x="18880" y="1232"/>
                    <a:pt x="18392" y="1695"/>
                  </a:cubicBezTo>
                  <a:cubicBezTo>
                    <a:pt x="18038" y="1745"/>
                    <a:pt x="17693" y="1863"/>
                    <a:pt x="17365" y="2074"/>
                  </a:cubicBezTo>
                  <a:cubicBezTo>
                    <a:pt x="17003" y="2301"/>
                    <a:pt x="16683" y="2604"/>
                    <a:pt x="16422" y="2966"/>
                  </a:cubicBezTo>
                  <a:cubicBezTo>
                    <a:pt x="16001" y="3328"/>
                    <a:pt x="15690" y="3816"/>
                    <a:pt x="15530" y="4355"/>
                  </a:cubicBezTo>
                  <a:cubicBezTo>
                    <a:pt x="14242" y="5541"/>
                    <a:pt x="12954" y="6728"/>
                    <a:pt x="11667" y="7915"/>
                  </a:cubicBezTo>
                  <a:cubicBezTo>
                    <a:pt x="9276" y="10129"/>
                    <a:pt x="6877" y="12334"/>
                    <a:pt x="4487" y="14548"/>
                  </a:cubicBezTo>
                  <a:cubicBezTo>
                    <a:pt x="4066" y="14935"/>
                    <a:pt x="3645" y="15330"/>
                    <a:pt x="3224" y="15718"/>
                  </a:cubicBezTo>
                  <a:cubicBezTo>
                    <a:pt x="2888" y="15911"/>
                    <a:pt x="2602" y="16189"/>
                    <a:pt x="2433" y="16568"/>
                  </a:cubicBezTo>
                  <a:cubicBezTo>
                    <a:pt x="1751" y="18074"/>
                    <a:pt x="1095" y="19606"/>
                    <a:pt x="531" y="21172"/>
                  </a:cubicBezTo>
                  <a:cubicBezTo>
                    <a:pt x="506" y="21222"/>
                    <a:pt x="489" y="21273"/>
                    <a:pt x="472" y="21323"/>
                  </a:cubicBezTo>
                  <a:cubicBezTo>
                    <a:pt x="228" y="22039"/>
                    <a:pt x="1" y="22788"/>
                    <a:pt x="102" y="23545"/>
                  </a:cubicBezTo>
                  <a:cubicBezTo>
                    <a:pt x="274" y="24856"/>
                    <a:pt x="1346" y="25727"/>
                    <a:pt x="2644" y="25727"/>
                  </a:cubicBezTo>
                  <a:cubicBezTo>
                    <a:pt x="2680" y="25727"/>
                    <a:pt x="2716" y="25727"/>
                    <a:pt x="2753" y="25725"/>
                  </a:cubicBezTo>
                  <a:cubicBezTo>
                    <a:pt x="3586" y="25700"/>
                    <a:pt x="4436" y="25439"/>
                    <a:pt x="5228" y="25204"/>
                  </a:cubicBezTo>
                  <a:cubicBezTo>
                    <a:pt x="6423" y="24850"/>
                    <a:pt x="7610" y="24446"/>
                    <a:pt x="8788" y="24025"/>
                  </a:cubicBezTo>
                  <a:cubicBezTo>
                    <a:pt x="9318" y="23840"/>
                    <a:pt x="9731" y="23520"/>
                    <a:pt x="10025" y="23133"/>
                  </a:cubicBezTo>
                  <a:cubicBezTo>
                    <a:pt x="11456" y="21812"/>
                    <a:pt x="12879" y="20498"/>
                    <a:pt x="14310" y="19177"/>
                  </a:cubicBezTo>
                  <a:cubicBezTo>
                    <a:pt x="16700" y="16972"/>
                    <a:pt x="19090" y="14758"/>
                    <a:pt x="21489" y="12544"/>
                  </a:cubicBezTo>
                  <a:cubicBezTo>
                    <a:pt x="21700" y="12351"/>
                    <a:pt x="21919" y="12149"/>
                    <a:pt x="22129" y="11955"/>
                  </a:cubicBezTo>
                  <a:cubicBezTo>
                    <a:pt x="22331" y="11938"/>
                    <a:pt x="22533" y="11905"/>
                    <a:pt x="22727" y="11837"/>
                  </a:cubicBezTo>
                  <a:cubicBezTo>
                    <a:pt x="23366" y="11635"/>
                    <a:pt x="23846" y="11265"/>
                    <a:pt x="24174" y="10785"/>
                  </a:cubicBezTo>
                  <a:cubicBezTo>
                    <a:pt x="24688" y="10390"/>
                    <a:pt x="25083" y="9834"/>
                    <a:pt x="25252" y="9194"/>
                  </a:cubicBezTo>
                  <a:cubicBezTo>
                    <a:pt x="25260" y="9152"/>
                    <a:pt x="25268" y="9110"/>
                    <a:pt x="25277" y="9060"/>
                  </a:cubicBezTo>
                  <a:cubicBezTo>
                    <a:pt x="25740" y="8639"/>
                    <a:pt x="26178" y="8184"/>
                    <a:pt x="26523" y="7654"/>
                  </a:cubicBezTo>
                  <a:cubicBezTo>
                    <a:pt x="27785" y="5701"/>
                    <a:pt x="27347" y="3235"/>
                    <a:pt x="25883" y="1552"/>
                  </a:cubicBezTo>
                  <a:cubicBezTo>
                    <a:pt x="25774" y="1426"/>
                    <a:pt x="25639" y="1316"/>
                    <a:pt x="25504" y="1232"/>
                  </a:cubicBezTo>
                  <a:cubicBezTo>
                    <a:pt x="24579" y="426"/>
                    <a:pt x="23416" y="0"/>
                    <a:pt x="22220" y="0"/>
                  </a:cubicBezTo>
                  <a:close/>
                </a:path>
              </a:pathLst>
            </a:custGeom>
            <a:solidFill>
              <a:schemeClr val="l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 name="Google Shape;1020;p48">
              <a:extLst>
                <a:ext uri="{FF2B5EF4-FFF2-40B4-BE49-F238E27FC236}">
                  <a16:creationId xmlns:a16="http://schemas.microsoft.com/office/drawing/2014/main" id="{714CAFD9-3CCD-A706-595B-409CD67BB538}"/>
                </a:ext>
              </a:extLst>
            </p:cNvPr>
            <p:cNvGrpSpPr/>
            <p:nvPr/>
          </p:nvGrpSpPr>
          <p:grpSpPr>
            <a:xfrm>
              <a:off x="3496420" y="546982"/>
              <a:ext cx="887443" cy="809067"/>
              <a:chOff x="3541650" y="2614700"/>
              <a:chExt cx="363900" cy="331775"/>
            </a:xfrm>
          </p:grpSpPr>
          <p:sp>
            <p:nvSpPr>
              <p:cNvPr id="10" name="Google Shape;1021;p48">
                <a:extLst>
                  <a:ext uri="{FF2B5EF4-FFF2-40B4-BE49-F238E27FC236}">
                    <a16:creationId xmlns:a16="http://schemas.microsoft.com/office/drawing/2014/main" id="{1F81BE7B-55B3-55CA-4EB5-3EC8D2C8B7EF}"/>
                  </a:ext>
                </a:extLst>
              </p:cNvPr>
              <p:cNvSpPr/>
              <p:nvPr/>
            </p:nvSpPr>
            <p:spPr>
              <a:xfrm>
                <a:off x="3578425" y="2654575"/>
                <a:ext cx="277725" cy="265625"/>
              </a:xfrm>
              <a:custGeom>
                <a:avLst/>
                <a:gdLst/>
                <a:ahLst/>
                <a:cxnLst/>
                <a:rect l="l" t="t" r="r" b="b"/>
                <a:pathLst>
                  <a:path w="11109" h="10625" extrusionOk="0">
                    <a:moveTo>
                      <a:pt x="8824" y="0"/>
                    </a:moveTo>
                    <a:lnTo>
                      <a:pt x="1" y="8154"/>
                    </a:lnTo>
                    <a:lnTo>
                      <a:pt x="2285" y="10624"/>
                    </a:lnTo>
                    <a:lnTo>
                      <a:pt x="11108" y="2476"/>
                    </a:lnTo>
                    <a:lnTo>
                      <a:pt x="882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022;p48">
                <a:extLst>
                  <a:ext uri="{FF2B5EF4-FFF2-40B4-BE49-F238E27FC236}">
                    <a16:creationId xmlns:a16="http://schemas.microsoft.com/office/drawing/2014/main" id="{FB98E609-6BE3-44CB-1862-5F797AE7DC6A}"/>
                  </a:ext>
                </a:extLst>
              </p:cNvPr>
              <p:cNvSpPr/>
              <p:nvPr/>
            </p:nvSpPr>
            <p:spPr>
              <a:xfrm>
                <a:off x="3541650" y="2858025"/>
                <a:ext cx="95100" cy="88450"/>
              </a:xfrm>
              <a:custGeom>
                <a:avLst/>
                <a:gdLst/>
                <a:ahLst/>
                <a:cxnLst/>
                <a:rect l="l" t="t" r="r" b="b"/>
                <a:pathLst>
                  <a:path w="3804" h="3538" extrusionOk="0">
                    <a:moveTo>
                      <a:pt x="1483" y="0"/>
                    </a:moveTo>
                    <a:cubicBezTo>
                      <a:pt x="1483" y="0"/>
                      <a:pt x="1" y="3294"/>
                      <a:pt x="202" y="3512"/>
                    </a:cubicBezTo>
                    <a:cubicBezTo>
                      <a:pt x="219" y="3529"/>
                      <a:pt x="258" y="3538"/>
                      <a:pt x="314" y="3538"/>
                    </a:cubicBezTo>
                    <a:cubicBezTo>
                      <a:pt x="944" y="3538"/>
                      <a:pt x="3804" y="2513"/>
                      <a:pt x="3804" y="2513"/>
                    </a:cubicBezTo>
                    <a:lnTo>
                      <a:pt x="148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023;p48">
                <a:extLst>
                  <a:ext uri="{FF2B5EF4-FFF2-40B4-BE49-F238E27FC236}">
                    <a16:creationId xmlns:a16="http://schemas.microsoft.com/office/drawing/2014/main" id="{CAAC0B47-C854-DE57-1733-BE2E3EE21B5A}"/>
                  </a:ext>
                </a:extLst>
              </p:cNvPr>
              <p:cNvSpPr/>
              <p:nvPr/>
            </p:nvSpPr>
            <p:spPr>
              <a:xfrm>
                <a:off x="3811375" y="2614700"/>
                <a:ext cx="94175" cy="90750"/>
              </a:xfrm>
              <a:custGeom>
                <a:avLst/>
                <a:gdLst/>
                <a:ahLst/>
                <a:cxnLst/>
                <a:rect l="l" t="t" r="r" b="b"/>
                <a:pathLst>
                  <a:path w="3767" h="3630" extrusionOk="0">
                    <a:moveTo>
                      <a:pt x="1894" y="0"/>
                    </a:moveTo>
                    <a:cubicBezTo>
                      <a:pt x="1490" y="0"/>
                      <a:pt x="1085" y="146"/>
                      <a:pt x="765" y="442"/>
                    </a:cubicBezTo>
                    <a:lnTo>
                      <a:pt x="0" y="1154"/>
                    </a:lnTo>
                    <a:lnTo>
                      <a:pt x="2279" y="3630"/>
                    </a:lnTo>
                    <a:lnTo>
                      <a:pt x="3049" y="2918"/>
                    </a:lnTo>
                    <a:cubicBezTo>
                      <a:pt x="3719" y="2291"/>
                      <a:pt x="3767" y="1239"/>
                      <a:pt x="3140" y="559"/>
                    </a:cubicBezTo>
                    <a:lnTo>
                      <a:pt x="3124" y="533"/>
                    </a:lnTo>
                    <a:cubicBezTo>
                      <a:pt x="2794" y="180"/>
                      <a:pt x="2344" y="0"/>
                      <a:pt x="18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024;p48">
                <a:extLst>
                  <a:ext uri="{FF2B5EF4-FFF2-40B4-BE49-F238E27FC236}">
                    <a16:creationId xmlns:a16="http://schemas.microsoft.com/office/drawing/2014/main" id="{5BBE198B-50D7-E9D7-1F69-E3EE2FAE106A}"/>
                  </a:ext>
                </a:extLst>
              </p:cNvPr>
              <p:cNvSpPr/>
              <p:nvPr/>
            </p:nvSpPr>
            <p:spPr>
              <a:xfrm>
                <a:off x="3545225" y="2641450"/>
                <a:ext cx="337625" cy="305000"/>
              </a:xfrm>
              <a:custGeom>
                <a:avLst/>
                <a:gdLst/>
                <a:ahLst/>
                <a:cxnLst/>
                <a:rect l="l" t="t" r="r" b="b"/>
                <a:pathLst>
                  <a:path w="13505" h="12200" extrusionOk="0">
                    <a:moveTo>
                      <a:pt x="13122" y="116"/>
                    </a:moveTo>
                    <a:lnTo>
                      <a:pt x="13191" y="323"/>
                    </a:lnTo>
                    <a:lnTo>
                      <a:pt x="13063" y="493"/>
                    </a:lnTo>
                    <a:lnTo>
                      <a:pt x="13063" y="493"/>
                    </a:lnTo>
                    <a:lnTo>
                      <a:pt x="13265" y="424"/>
                    </a:lnTo>
                    <a:lnTo>
                      <a:pt x="13440" y="552"/>
                    </a:lnTo>
                    <a:lnTo>
                      <a:pt x="13377" y="350"/>
                    </a:lnTo>
                    <a:lnTo>
                      <a:pt x="13504" y="175"/>
                    </a:lnTo>
                    <a:lnTo>
                      <a:pt x="13297" y="244"/>
                    </a:lnTo>
                    <a:lnTo>
                      <a:pt x="13122" y="116"/>
                    </a:lnTo>
                    <a:close/>
                    <a:moveTo>
                      <a:pt x="10387" y="0"/>
                    </a:moveTo>
                    <a:cubicBezTo>
                      <a:pt x="10315" y="0"/>
                      <a:pt x="10244" y="24"/>
                      <a:pt x="10189" y="74"/>
                    </a:cubicBezTo>
                    <a:lnTo>
                      <a:pt x="10142" y="116"/>
                    </a:lnTo>
                    <a:cubicBezTo>
                      <a:pt x="10057" y="196"/>
                      <a:pt x="10030" y="313"/>
                      <a:pt x="10057" y="419"/>
                    </a:cubicBezTo>
                    <a:cubicBezTo>
                      <a:pt x="10037" y="415"/>
                      <a:pt x="10017" y="413"/>
                      <a:pt x="9996" y="413"/>
                    </a:cubicBezTo>
                    <a:cubicBezTo>
                      <a:pt x="9928" y="413"/>
                      <a:pt x="9859" y="435"/>
                      <a:pt x="9802" y="488"/>
                    </a:cubicBezTo>
                    <a:cubicBezTo>
                      <a:pt x="9690" y="589"/>
                      <a:pt x="9685" y="759"/>
                      <a:pt x="9791" y="870"/>
                    </a:cubicBezTo>
                    <a:lnTo>
                      <a:pt x="12144" y="3420"/>
                    </a:lnTo>
                    <a:cubicBezTo>
                      <a:pt x="12197" y="3481"/>
                      <a:pt x="12270" y="3512"/>
                      <a:pt x="12344" y="3512"/>
                    </a:cubicBezTo>
                    <a:cubicBezTo>
                      <a:pt x="12411" y="3512"/>
                      <a:pt x="12479" y="3487"/>
                      <a:pt x="12532" y="3436"/>
                    </a:cubicBezTo>
                    <a:cubicBezTo>
                      <a:pt x="12612" y="3357"/>
                      <a:pt x="12638" y="3245"/>
                      <a:pt x="12606" y="3144"/>
                    </a:cubicBezTo>
                    <a:lnTo>
                      <a:pt x="12606" y="3144"/>
                    </a:lnTo>
                    <a:cubicBezTo>
                      <a:pt x="12627" y="3149"/>
                      <a:pt x="12648" y="3151"/>
                      <a:pt x="12669" y="3151"/>
                    </a:cubicBezTo>
                    <a:cubicBezTo>
                      <a:pt x="12741" y="3151"/>
                      <a:pt x="12814" y="3123"/>
                      <a:pt x="12872" y="3070"/>
                    </a:cubicBezTo>
                    <a:lnTo>
                      <a:pt x="12915" y="3032"/>
                    </a:lnTo>
                    <a:cubicBezTo>
                      <a:pt x="13037" y="2916"/>
                      <a:pt x="13042" y="2724"/>
                      <a:pt x="12936" y="2608"/>
                    </a:cubicBezTo>
                    <a:lnTo>
                      <a:pt x="10614" y="95"/>
                    </a:lnTo>
                    <a:cubicBezTo>
                      <a:pt x="10555" y="32"/>
                      <a:pt x="10471" y="0"/>
                      <a:pt x="10387" y="0"/>
                    </a:cubicBezTo>
                    <a:close/>
                    <a:moveTo>
                      <a:pt x="251" y="11309"/>
                    </a:moveTo>
                    <a:cubicBezTo>
                      <a:pt x="97" y="11755"/>
                      <a:pt x="1" y="12105"/>
                      <a:pt x="54" y="12175"/>
                    </a:cubicBezTo>
                    <a:cubicBezTo>
                      <a:pt x="71" y="12192"/>
                      <a:pt x="109" y="12200"/>
                      <a:pt x="165" y="12200"/>
                    </a:cubicBezTo>
                    <a:cubicBezTo>
                      <a:pt x="315" y="12200"/>
                      <a:pt x="593" y="12142"/>
                      <a:pt x="931" y="12052"/>
                    </a:cubicBezTo>
                    <a:lnTo>
                      <a:pt x="251" y="11309"/>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025;p48">
                <a:extLst>
                  <a:ext uri="{FF2B5EF4-FFF2-40B4-BE49-F238E27FC236}">
                    <a16:creationId xmlns:a16="http://schemas.microsoft.com/office/drawing/2014/main" id="{55BE78FB-7E63-7712-E174-A2489D918E84}"/>
                  </a:ext>
                </a:extLst>
              </p:cNvPr>
              <p:cNvSpPr/>
              <p:nvPr/>
            </p:nvSpPr>
            <p:spPr>
              <a:xfrm>
                <a:off x="3597425" y="2679575"/>
                <a:ext cx="235225" cy="222825"/>
              </a:xfrm>
              <a:custGeom>
                <a:avLst/>
                <a:gdLst/>
                <a:ahLst/>
                <a:cxnLst/>
                <a:rect l="l" t="t" r="r" b="b"/>
                <a:pathLst>
                  <a:path w="9409" h="8913" extrusionOk="0">
                    <a:moveTo>
                      <a:pt x="7613" y="1"/>
                    </a:moveTo>
                    <a:cubicBezTo>
                      <a:pt x="7546" y="1"/>
                      <a:pt x="7478" y="25"/>
                      <a:pt x="7422" y="73"/>
                    </a:cubicBezTo>
                    <a:lnTo>
                      <a:pt x="112" y="6825"/>
                    </a:lnTo>
                    <a:cubicBezTo>
                      <a:pt x="6" y="6926"/>
                      <a:pt x="1" y="7096"/>
                      <a:pt x="102" y="7207"/>
                    </a:cubicBezTo>
                    <a:cubicBezTo>
                      <a:pt x="152" y="7264"/>
                      <a:pt x="226" y="7293"/>
                      <a:pt x="300" y="7293"/>
                    </a:cubicBezTo>
                    <a:cubicBezTo>
                      <a:pt x="366" y="7293"/>
                      <a:pt x="432" y="7270"/>
                      <a:pt x="484" y="7223"/>
                    </a:cubicBezTo>
                    <a:lnTo>
                      <a:pt x="7793" y="472"/>
                    </a:lnTo>
                    <a:cubicBezTo>
                      <a:pt x="7910" y="365"/>
                      <a:pt x="7916" y="190"/>
                      <a:pt x="7809" y="84"/>
                    </a:cubicBezTo>
                    <a:cubicBezTo>
                      <a:pt x="7757" y="29"/>
                      <a:pt x="7686" y="1"/>
                      <a:pt x="7613" y="1"/>
                    </a:cubicBezTo>
                    <a:close/>
                    <a:moveTo>
                      <a:pt x="8361" y="805"/>
                    </a:moveTo>
                    <a:cubicBezTo>
                      <a:pt x="8295" y="805"/>
                      <a:pt x="8229" y="830"/>
                      <a:pt x="8176" y="881"/>
                    </a:cubicBezTo>
                    <a:lnTo>
                      <a:pt x="861" y="7632"/>
                    </a:lnTo>
                    <a:cubicBezTo>
                      <a:pt x="750" y="7733"/>
                      <a:pt x="744" y="7909"/>
                      <a:pt x="851" y="8020"/>
                    </a:cubicBezTo>
                    <a:cubicBezTo>
                      <a:pt x="903" y="8078"/>
                      <a:pt x="974" y="8107"/>
                      <a:pt x="1045" y="8107"/>
                    </a:cubicBezTo>
                    <a:cubicBezTo>
                      <a:pt x="1112" y="8107"/>
                      <a:pt x="1179" y="8082"/>
                      <a:pt x="1233" y="8031"/>
                    </a:cubicBezTo>
                    <a:lnTo>
                      <a:pt x="8548" y="1279"/>
                    </a:lnTo>
                    <a:cubicBezTo>
                      <a:pt x="8654" y="1173"/>
                      <a:pt x="8659" y="1003"/>
                      <a:pt x="8558" y="897"/>
                    </a:cubicBezTo>
                    <a:cubicBezTo>
                      <a:pt x="8505" y="835"/>
                      <a:pt x="8434" y="805"/>
                      <a:pt x="8361" y="805"/>
                    </a:cubicBezTo>
                    <a:close/>
                    <a:moveTo>
                      <a:pt x="9102" y="1609"/>
                    </a:moveTo>
                    <a:cubicBezTo>
                      <a:pt x="9037" y="1609"/>
                      <a:pt x="8972" y="1633"/>
                      <a:pt x="8920" y="1683"/>
                    </a:cubicBezTo>
                    <a:lnTo>
                      <a:pt x="1605" y="8440"/>
                    </a:lnTo>
                    <a:cubicBezTo>
                      <a:pt x="1493" y="8535"/>
                      <a:pt x="1488" y="8711"/>
                      <a:pt x="1594" y="8822"/>
                    </a:cubicBezTo>
                    <a:cubicBezTo>
                      <a:pt x="1648" y="8881"/>
                      <a:pt x="1721" y="8912"/>
                      <a:pt x="1794" y="8912"/>
                    </a:cubicBezTo>
                    <a:cubicBezTo>
                      <a:pt x="1859" y="8912"/>
                      <a:pt x="1924" y="8888"/>
                      <a:pt x="1977" y="8838"/>
                    </a:cubicBezTo>
                    <a:lnTo>
                      <a:pt x="9291" y="2081"/>
                    </a:lnTo>
                    <a:cubicBezTo>
                      <a:pt x="9403" y="1986"/>
                      <a:pt x="9408" y="1810"/>
                      <a:pt x="9302" y="1699"/>
                    </a:cubicBezTo>
                    <a:cubicBezTo>
                      <a:pt x="9248" y="1640"/>
                      <a:pt x="9175" y="1609"/>
                      <a:pt x="9102" y="1609"/>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026;p48">
                <a:extLst>
                  <a:ext uri="{FF2B5EF4-FFF2-40B4-BE49-F238E27FC236}">
                    <a16:creationId xmlns:a16="http://schemas.microsoft.com/office/drawing/2014/main" id="{23E32ACF-117E-3813-E278-E7FE33EBC947}"/>
                  </a:ext>
                </a:extLst>
              </p:cNvPr>
              <p:cNvSpPr/>
              <p:nvPr/>
            </p:nvSpPr>
            <p:spPr>
              <a:xfrm>
                <a:off x="3611250" y="2643800"/>
                <a:ext cx="246350" cy="242575"/>
              </a:xfrm>
              <a:custGeom>
                <a:avLst/>
                <a:gdLst/>
                <a:ahLst/>
                <a:cxnLst/>
                <a:rect l="l" t="t" r="r" b="b"/>
                <a:pathLst>
                  <a:path w="9854" h="9703" extrusionOk="0">
                    <a:moveTo>
                      <a:pt x="9280" y="1"/>
                    </a:moveTo>
                    <a:lnTo>
                      <a:pt x="9413" y="293"/>
                    </a:lnTo>
                    <a:lnTo>
                      <a:pt x="9254" y="575"/>
                    </a:lnTo>
                    <a:lnTo>
                      <a:pt x="9540" y="442"/>
                    </a:lnTo>
                    <a:lnTo>
                      <a:pt x="9833" y="601"/>
                    </a:lnTo>
                    <a:lnTo>
                      <a:pt x="9833" y="601"/>
                    </a:lnTo>
                    <a:lnTo>
                      <a:pt x="9700" y="309"/>
                    </a:lnTo>
                    <a:lnTo>
                      <a:pt x="9854" y="27"/>
                    </a:lnTo>
                    <a:lnTo>
                      <a:pt x="9556" y="160"/>
                    </a:lnTo>
                    <a:lnTo>
                      <a:pt x="9280" y="1"/>
                    </a:lnTo>
                    <a:close/>
                    <a:moveTo>
                      <a:pt x="6784" y="1804"/>
                    </a:moveTo>
                    <a:cubicBezTo>
                      <a:pt x="6766" y="1804"/>
                      <a:pt x="6748" y="1810"/>
                      <a:pt x="6736" y="1823"/>
                    </a:cubicBezTo>
                    <a:lnTo>
                      <a:pt x="5216" y="3231"/>
                    </a:lnTo>
                    <a:cubicBezTo>
                      <a:pt x="5185" y="3257"/>
                      <a:pt x="5185" y="3300"/>
                      <a:pt x="5211" y="3326"/>
                    </a:cubicBezTo>
                    <a:cubicBezTo>
                      <a:pt x="5226" y="3346"/>
                      <a:pt x="5245" y="3356"/>
                      <a:pt x="5263" y="3356"/>
                    </a:cubicBezTo>
                    <a:cubicBezTo>
                      <a:pt x="5279" y="3356"/>
                      <a:pt x="5295" y="3349"/>
                      <a:pt x="5307" y="3337"/>
                    </a:cubicBezTo>
                    <a:lnTo>
                      <a:pt x="6831" y="1929"/>
                    </a:lnTo>
                    <a:cubicBezTo>
                      <a:pt x="6858" y="1903"/>
                      <a:pt x="6863" y="1855"/>
                      <a:pt x="6837" y="1828"/>
                    </a:cubicBezTo>
                    <a:cubicBezTo>
                      <a:pt x="6823" y="1812"/>
                      <a:pt x="6803" y="1804"/>
                      <a:pt x="6784" y="1804"/>
                    </a:cubicBezTo>
                    <a:close/>
                    <a:moveTo>
                      <a:pt x="6974" y="3656"/>
                    </a:moveTo>
                    <a:cubicBezTo>
                      <a:pt x="6941" y="3656"/>
                      <a:pt x="6907" y="3668"/>
                      <a:pt x="6879" y="3693"/>
                    </a:cubicBezTo>
                    <a:cubicBezTo>
                      <a:pt x="6815" y="3746"/>
                      <a:pt x="6815" y="3842"/>
                      <a:pt x="6869" y="3895"/>
                    </a:cubicBezTo>
                    <a:cubicBezTo>
                      <a:pt x="6896" y="3925"/>
                      <a:pt x="6934" y="3939"/>
                      <a:pt x="6972" y="3939"/>
                    </a:cubicBezTo>
                    <a:cubicBezTo>
                      <a:pt x="7008" y="3939"/>
                      <a:pt x="7044" y="3926"/>
                      <a:pt x="7070" y="3900"/>
                    </a:cubicBezTo>
                    <a:cubicBezTo>
                      <a:pt x="7129" y="3847"/>
                      <a:pt x="7129" y="3751"/>
                      <a:pt x="7076" y="3698"/>
                    </a:cubicBezTo>
                    <a:cubicBezTo>
                      <a:pt x="7048" y="3670"/>
                      <a:pt x="7011" y="3656"/>
                      <a:pt x="6974" y="3656"/>
                    </a:cubicBezTo>
                    <a:close/>
                    <a:moveTo>
                      <a:pt x="3338" y="4908"/>
                    </a:moveTo>
                    <a:cubicBezTo>
                      <a:pt x="3280" y="4908"/>
                      <a:pt x="3222" y="4928"/>
                      <a:pt x="3177" y="4968"/>
                    </a:cubicBezTo>
                    <a:cubicBezTo>
                      <a:pt x="3081" y="5053"/>
                      <a:pt x="3081" y="5207"/>
                      <a:pt x="3166" y="5308"/>
                    </a:cubicBezTo>
                    <a:cubicBezTo>
                      <a:pt x="3210" y="5360"/>
                      <a:pt x="3272" y="5385"/>
                      <a:pt x="3334" y="5385"/>
                    </a:cubicBezTo>
                    <a:cubicBezTo>
                      <a:pt x="3394" y="5385"/>
                      <a:pt x="3454" y="5362"/>
                      <a:pt x="3501" y="5318"/>
                    </a:cubicBezTo>
                    <a:cubicBezTo>
                      <a:pt x="3602" y="5233"/>
                      <a:pt x="3602" y="5079"/>
                      <a:pt x="3517" y="4984"/>
                    </a:cubicBezTo>
                    <a:cubicBezTo>
                      <a:pt x="3469" y="4933"/>
                      <a:pt x="3403" y="4908"/>
                      <a:pt x="3338" y="4908"/>
                    </a:cubicBezTo>
                    <a:close/>
                    <a:moveTo>
                      <a:pt x="5588" y="5111"/>
                    </a:moveTo>
                    <a:lnTo>
                      <a:pt x="5721" y="5409"/>
                    </a:lnTo>
                    <a:lnTo>
                      <a:pt x="5562" y="5685"/>
                    </a:lnTo>
                    <a:lnTo>
                      <a:pt x="5562" y="5685"/>
                    </a:lnTo>
                    <a:lnTo>
                      <a:pt x="5849" y="5552"/>
                    </a:lnTo>
                    <a:lnTo>
                      <a:pt x="6141" y="5711"/>
                    </a:lnTo>
                    <a:lnTo>
                      <a:pt x="6141" y="5711"/>
                    </a:lnTo>
                    <a:lnTo>
                      <a:pt x="6008" y="5419"/>
                    </a:lnTo>
                    <a:lnTo>
                      <a:pt x="6167" y="5143"/>
                    </a:lnTo>
                    <a:lnTo>
                      <a:pt x="6167" y="5143"/>
                    </a:lnTo>
                    <a:lnTo>
                      <a:pt x="5870" y="5276"/>
                    </a:lnTo>
                    <a:lnTo>
                      <a:pt x="5588" y="5111"/>
                    </a:lnTo>
                    <a:close/>
                    <a:moveTo>
                      <a:pt x="2426" y="6466"/>
                    </a:moveTo>
                    <a:cubicBezTo>
                      <a:pt x="2392" y="6466"/>
                      <a:pt x="2357" y="6478"/>
                      <a:pt x="2327" y="6503"/>
                    </a:cubicBezTo>
                    <a:cubicBezTo>
                      <a:pt x="2268" y="6556"/>
                      <a:pt x="2268" y="6646"/>
                      <a:pt x="2321" y="6699"/>
                    </a:cubicBezTo>
                    <a:cubicBezTo>
                      <a:pt x="2350" y="6728"/>
                      <a:pt x="2390" y="6744"/>
                      <a:pt x="2430" y="6744"/>
                    </a:cubicBezTo>
                    <a:cubicBezTo>
                      <a:pt x="2465" y="6744"/>
                      <a:pt x="2499" y="6732"/>
                      <a:pt x="2523" y="6705"/>
                    </a:cubicBezTo>
                    <a:cubicBezTo>
                      <a:pt x="2582" y="6657"/>
                      <a:pt x="2582" y="6561"/>
                      <a:pt x="2529" y="6508"/>
                    </a:cubicBezTo>
                    <a:cubicBezTo>
                      <a:pt x="2501" y="6480"/>
                      <a:pt x="2464" y="6466"/>
                      <a:pt x="2426" y="6466"/>
                    </a:cubicBezTo>
                    <a:close/>
                    <a:moveTo>
                      <a:pt x="27" y="7719"/>
                    </a:moveTo>
                    <a:lnTo>
                      <a:pt x="159" y="8011"/>
                    </a:lnTo>
                    <a:lnTo>
                      <a:pt x="0" y="8288"/>
                    </a:lnTo>
                    <a:lnTo>
                      <a:pt x="282" y="8155"/>
                    </a:lnTo>
                    <a:lnTo>
                      <a:pt x="574" y="8314"/>
                    </a:lnTo>
                    <a:lnTo>
                      <a:pt x="441" y="8022"/>
                    </a:lnTo>
                    <a:lnTo>
                      <a:pt x="600" y="7746"/>
                    </a:lnTo>
                    <a:lnTo>
                      <a:pt x="303" y="7879"/>
                    </a:lnTo>
                    <a:lnTo>
                      <a:pt x="27" y="7719"/>
                    </a:lnTo>
                    <a:close/>
                    <a:moveTo>
                      <a:pt x="1800" y="9419"/>
                    </a:moveTo>
                    <a:cubicBezTo>
                      <a:pt x="1767" y="9419"/>
                      <a:pt x="1733" y="9431"/>
                      <a:pt x="1705" y="9456"/>
                    </a:cubicBezTo>
                    <a:cubicBezTo>
                      <a:pt x="1647" y="9509"/>
                      <a:pt x="1647" y="9605"/>
                      <a:pt x="1700" y="9658"/>
                    </a:cubicBezTo>
                    <a:cubicBezTo>
                      <a:pt x="1727" y="9688"/>
                      <a:pt x="1764" y="9703"/>
                      <a:pt x="1801" y="9703"/>
                    </a:cubicBezTo>
                    <a:cubicBezTo>
                      <a:pt x="1836" y="9703"/>
                      <a:pt x="1871" y="9689"/>
                      <a:pt x="1896" y="9664"/>
                    </a:cubicBezTo>
                    <a:cubicBezTo>
                      <a:pt x="1955" y="9610"/>
                      <a:pt x="1955" y="9515"/>
                      <a:pt x="1902" y="9462"/>
                    </a:cubicBezTo>
                    <a:cubicBezTo>
                      <a:pt x="1874" y="9434"/>
                      <a:pt x="1837" y="9419"/>
                      <a:pt x="1800" y="941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380701367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D85B19-9E6B-2B9F-DE01-21668EE40150}"/>
              </a:ext>
            </a:extLst>
          </p:cNvPr>
          <p:cNvSpPr>
            <a:spLocks noGrp="1"/>
          </p:cNvSpPr>
          <p:nvPr>
            <p:ph type="title"/>
          </p:nvPr>
        </p:nvSpPr>
        <p:spPr/>
        <p:txBody>
          <a:bodyPr/>
          <a:lstStyle/>
          <a:p>
            <a:r>
              <a:rPr lang="es-PE" dirty="0"/>
              <a:t>Gracias</a:t>
            </a:r>
          </a:p>
        </p:txBody>
      </p:sp>
    </p:spTree>
    <p:extLst>
      <p:ext uri="{BB962C8B-B14F-4D97-AF65-F5344CB8AC3E}">
        <p14:creationId xmlns:p14="http://schemas.microsoft.com/office/powerpoint/2010/main" val="2153624259"/>
      </p:ext>
    </p:extLst>
  </p:cSld>
  <p:clrMapOvr>
    <a:masterClrMapping/>
  </p:clrMapOvr>
</p:sld>
</file>

<file path=ppt/theme/theme1.xml><?xml version="1.0" encoding="utf-8"?>
<a:theme xmlns:a="http://schemas.openxmlformats.org/drawingml/2006/main" name="Math Subject for Elementary: Multiplication Activities by Slidesgo">
  <a:themeElements>
    <a:clrScheme name="Simple Light">
      <a:dk1>
        <a:srgbClr val="A482E0"/>
      </a:dk1>
      <a:lt1>
        <a:srgbClr val="FFFFFF"/>
      </a:lt1>
      <a:dk2>
        <a:srgbClr val="1B417B"/>
      </a:dk2>
      <a:lt2>
        <a:srgbClr val="ED567E"/>
      </a:lt2>
      <a:accent1>
        <a:srgbClr val="4EAAFA"/>
      </a:accent1>
      <a:accent2>
        <a:srgbClr val="F7CD51"/>
      </a:accent2>
      <a:accent3>
        <a:srgbClr val="EE7A4A"/>
      </a:accent3>
      <a:accent4>
        <a:srgbClr val="6BEEE2"/>
      </a:accent4>
      <a:accent5>
        <a:srgbClr val="ECECEC"/>
      </a:accent5>
      <a:accent6>
        <a:srgbClr val="FFFFFF"/>
      </a:accent6>
      <a:hlink>
        <a:srgbClr val="1B417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2712</TotalTime>
  <Words>4490</Words>
  <Application>Microsoft Office PowerPoint</Application>
  <PresentationFormat>Presentación en pantalla (16:9)</PresentationFormat>
  <Paragraphs>363</Paragraphs>
  <Slides>91</Slides>
  <Notes>11</Notes>
  <HiddenSlides>0</HiddenSlides>
  <MMClips>0</MMClips>
  <ScaleCrop>false</ScaleCrop>
  <HeadingPairs>
    <vt:vector size="6" baseType="variant">
      <vt:variant>
        <vt:lpstr>Fuentes usadas</vt:lpstr>
      </vt:variant>
      <vt:variant>
        <vt:i4>11</vt:i4>
      </vt:variant>
      <vt:variant>
        <vt:lpstr>Tema</vt:lpstr>
      </vt:variant>
      <vt:variant>
        <vt:i4>1</vt:i4>
      </vt:variant>
      <vt:variant>
        <vt:lpstr>Títulos de diapositiva</vt:lpstr>
      </vt:variant>
      <vt:variant>
        <vt:i4>91</vt:i4>
      </vt:variant>
    </vt:vector>
  </HeadingPairs>
  <TitlesOfParts>
    <vt:vector size="103" baseType="lpstr">
      <vt:lpstr>Lato</vt:lpstr>
      <vt:lpstr>Courier New</vt:lpstr>
      <vt:lpstr>Bebas Neue</vt:lpstr>
      <vt:lpstr>source sans pro</vt:lpstr>
      <vt:lpstr>Cambria Math</vt:lpstr>
      <vt:lpstr>Inter</vt:lpstr>
      <vt:lpstr>Wingdings</vt:lpstr>
      <vt:lpstr>Arial</vt:lpstr>
      <vt:lpstr>Mouse Memoirs</vt:lpstr>
      <vt:lpstr>Fredoka One</vt:lpstr>
      <vt:lpstr>inherit</vt:lpstr>
      <vt:lpstr>Math Subject for Elementary: Multiplication Activities by Slidesgo</vt:lpstr>
      <vt:lpstr>ESTADÍSTICA DESCRIPTIVA</vt:lpstr>
      <vt:lpstr>ÍNDICE</vt:lpstr>
      <vt:lpstr>Presentación de PowerPoint</vt:lpstr>
      <vt:lpstr>Nociones de estadística descriptiva</vt:lpstr>
      <vt:lpstr>Estadística descriptiva e inferencial</vt:lpstr>
      <vt:lpstr>Presentación de PowerPoint</vt:lpstr>
      <vt:lpstr>POBLACIÓN</vt:lpstr>
      <vt:lpstr>MUESTRA</vt:lpstr>
      <vt:lpstr>Presentación de PowerPoint</vt:lpstr>
      <vt:lpstr>ESTADÍSTICO Y PARÁMETRO</vt:lpstr>
      <vt:lpstr>Presentación de PowerPoint</vt:lpstr>
      <vt:lpstr>ESCALAS DE MEDICIÓN</vt:lpstr>
      <vt:lpstr>Presentación de PowerPoint</vt:lpstr>
      <vt:lpstr>CLASIFICACIÓN DE VARIABLES</vt:lpstr>
      <vt:lpstr>Presentación de PowerPoint</vt:lpstr>
      <vt:lpstr>Organización y clasificación de datos</vt:lpstr>
      <vt:lpstr>2.1 Tabla de frecuencias para variables cuantitativas</vt:lpstr>
      <vt:lpstr>Tabla de distribución de frecuencias para datos de variables discretas</vt:lpstr>
      <vt:lpstr>Presentación de PowerPoint</vt:lpstr>
      <vt:lpstr>Presentación de PowerPoint</vt:lpstr>
      <vt:lpstr>Presentación de PowerPoint</vt:lpstr>
      <vt:lpstr>Presentación de PowerPoint</vt:lpstr>
      <vt:lpstr>Presentación de PowerPoint</vt:lpstr>
      <vt:lpstr>Tabla de distribución de frecuencias para datos de variables continuas</vt:lpstr>
      <vt:lpstr>Presentación de PowerPoint</vt:lpstr>
      <vt:lpstr>2.1 Análisis descriptivo para datos cualitativos</vt:lpstr>
      <vt:lpstr>2.1 Análisis descriptivo para datos cualitativos</vt:lpstr>
      <vt:lpstr>Principales gráficos descriptivos</vt:lpstr>
      <vt:lpstr>Presentación de PowerPoint</vt:lpstr>
      <vt:lpstr>Presentación de PowerPoint</vt:lpstr>
      <vt:lpstr>Presentación de PowerPoint</vt:lpstr>
      <vt:lpstr>Presentación de PowerPoint</vt:lpstr>
      <vt:lpstr>Medidas de tendencia central (centralización) y otras medidas de posición</vt:lpstr>
      <vt:lpstr>3.1 Media</vt:lpstr>
      <vt:lpstr>3.1 Media</vt:lpstr>
      <vt:lpstr>3.1 Media</vt:lpstr>
      <vt:lpstr>3.2 Moda</vt:lpstr>
      <vt:lpstr>3.3 Moda</vt:lpstr>
      <vt:lpstr>3.3 Mediana</vt:lpstr>
      <vt:lpstr>3.3 Mediana</vt:lpstr>
      <vt:lpstr>Relación entre media, mediana y moda</vt:lpstr>
      <vt:lpstr>Otras medidas de posición</vt:lpstr>
      <vt:lpstr>Otras medidas de posición</vt:lpstr>
      <vt:lpstr>Otras medidas de posición</vt:lpstr>
      <vt:lpstr>Otras medidas de posición</vt:lpstr>
      <vt:lpstr>Otras medidas de posición</vt:lpstr>
      <vt:lpstr>Otras medidas de posición</vt:lpstr>
      <vt:lpstr>Otras medidas de posición</vt:lpstr>
      <vt:lpstr>Otras medidas de posición</vt:lpstr>
      <vt:lpstr>Otras medidas de posición</vt:lpstr>
      <vt:lpstr>Otras medidas de posición</vt:lpstr>
      <vt:lpstr>Medidas de dispersión</vt:lpstr>
      <vt:lpstr>Rango y rango intercuantil</vt:lpstr>
      <vt:lpstr>Varianza</vt:lpstr>
      <vt:lpstr>Presentación de PowerPoint</vt:lpstr>
      <vt:lpstr>Propiedades de la varianza</vt:lpstr>
      <vt:lpstr>Propiedades de la desviación estándar</vt:lpstr>
      <vt:lpstr>Asimetría</vt:lpstr>
      <vt:lpstr>Presentación de PowerPoint</vt:lpstr>
      <vt:lpstr>Presentación de PowerPoint</vt:lpstr>
      <vt:lpstr>Cálculos de la Asimetría </vt:lpstr>
      <vt:lpstr>Presentación de PowerPoint</vt:lpstr>
      <vt:lpstr>Presentación de PowerPoint</vt:lpstr>
      <vt:lpstr>Presentación de PowerPoint</vt:lpstr>
      <vt:lpstr>Presentación de PowerPoint</vt:lpstr>
      <vt:lpstr>Presentación de PowerPoint</vt:lpstr>
      <vt:lpstr>Curtosis</vt:lpstr>
      <vt:lpstr>Presentación de PowerPoint</vt:lpstr>
      <vt:lpstr>Cálculos de la Curtosis </vt:lpstr>
      <vt:lpstr>Interpretación</vt:lpstr>
      <vt:lpstr>Exceso de Curtosis</vt:lpstr>
      <vt:lpstr>Diagrama de cajas</vt:lpstr>
      <vt:lpstr>Diagrama del violín</vt:lpstr>
      <vt:lpstr>Descripción numérica de las variables estadísticas cuantitativas bidimensionales</vt:lpstr>
      <vt:lpstr>Covarianza</vt:lpstr>
      <vt:lpstr>Cálculo de la Covarianza</vt:lpstr>
      <vt:lpstr>Presentación de PowerPoint</vt:lpstr>
      <vt:lpstr>Presentación de PowerPoint</vt:lpstr>
      <vt:lpstr>Propiedades de la Covarianza</vt:lpstr>
      <vt:lpstr>Correlación de Pearson</vt:lpstr>
      <vt:lpstr>Correlación Biseral Puntual</vt:lpstr>
      <vt:lpstr>V de Cramer</vt:lpstr>
      <vt:lpstr>V de Cramer</vt:lpstr>
      <vt:lpstr>Regresión lineal simple</vt:lpstr>
      <vt:lpstr>Definición</vt:lpstr>
      <vt:lpstr>Cálculo de Estimadores</vt:lpstr>
      <vt:lpstr>Presentación de PowerPoint</vt:lpstr>
      <vt:lpstr>Presentación de PowerPoint</vt:lpstr>
      <vt:lpstr>Presentación de PowerPoint</vt:lpstr>
      <vt:lpstr>Presentación de PowerPoint</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ESTADÍSTICA DESCRIPTIVA</dc:title>
  <cp:lastModifiedBy>Ibeth Sofia Dextre Simangas</cp:lastModifiedBy>
  <cp:revision>16</cp:revision>
  <dcterms:modified xsi:type="dcterms:W3CDTF">2023-04-16T05:27:01Z</dcterms:modified>
</cp:coreProperties>
</file>