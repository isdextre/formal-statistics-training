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4"/>
  </p:notesMasterIdLst>
  <p:sldIdLst>
    <p:sldId id="268" r:id="rId2"/>
    <p:sldId id="269" r:id="rId3"/>
    <p:sldId id="262" r:id="rId4"/>
    <p:sldId id="263" r:id="rId5"/>
    <p:sldId id="266" r:id="rId6"/>
    <p:sldId id="273" r:id="rId7"/>
    <p:sldId id="274" r:id="rId8"/>
    <p:sldId id="275" r:id="rId9"/>
    <p:sldId id="265" r:id="rId10"/>
    <p:sldId id="267" r:id="rId11"/>
    <p:sldId id="276" r:id="rId12"/>
    <p:sldId id="264" r:id="rId13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5"/>
    </p:embeddedFont>
    <p:embeddedFont>
      <p:font typeface="Inter" panose="020B0604020202020204" charset="0"/>
      <p:regular r:id="rId16"/>
      <p:bold r:id="rId17"/>
    </p:embeddedFont>
    <p:embeddedFont>
      <p:font typeface="PT Sans" panose="020B0503020203020204" pitchFamily="34" charset="0"/>
      <p:regular r:id="rId18"/>
      <p:bold r:id="rId19"/>
      <p:italic r:id="rId20"/>
      <p:boldItalic r:id="rId21"/>
    </p:embeddedFont>
    <p:embeddedFont>
      <p:font typeface="Roboto Condensed Light" panose="02000000000000000000" pitchFamily="2" charset="0"/>
      <p:regular r:id="rId22"/>
      <p:italic r:id="rId23"/>
    </p:embeddedFont>
    <p:embeddedFont>
      <p:font typeface="Work Sans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90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124c6f0d08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124c6f0d08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g124c6f0d085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2" name="Google Shape;1542;g124c6f0d085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bd6c00e73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8" name="Google Shape;1548;gbd6c00e73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0000" y="1768425"/>
            <a:ext cx="4102200" cy="16701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972800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720000" y="3457275"/>
            <a:ext cx="506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/>
          <p:nvPr/>
        </p:nvSpPr>
        <p:spPr>
          <a:xfrm rot="-5400000">
            <a:off x="7488372" y="3581778"/>
            <a:ext cx="610225" cy="610225"/>
          </a:xfrm>
          <a:custGeom>
            <a:avLst/>
            <a:gdLst/>
            <a:ahLst/>
            <a:cxnLst/>
            <a:rect l="l" t="t" r="r" b="b"/>
            <a:pathLst>
              <a:path w="24409" h="24409" extrusionOk="0">
                <a:moveTo>
                  <a:pt x="12205" y="1"/>
                </a:moveTo>
                <a:cubicBezTo>
                  <a:pt x="5454" y="1"/>
                  <a:pt x="1" y="5466"/>
                  <a:pt x="1" y="12205"/>
                </a:cubicBezTo>
                <a:cubicBezTo>
                  <a:pt x="1" y="18944"/>
                  <a:pt x="5454" y="24409"/>
                  <a:pt x="12205" y="24409"/>
                </a:cubicBezTo>
                <a:cubicBezTo>
                  <a:pt x="18944" y="24409"/>
                  <a:pt x="24409" y="18944"/>
                  <a:pt x="24409" y="12205"/>
                </a:cubicBezTo>
                <a:cubicBezTo>
                  <a:pt x="24409" y="5466"/>
                  <a:pt x="18944" y="1"/>
                  <a:pt x="12205" y="1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7573922" y="491678"/>
            <a:ext cx="2781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/>
          <p:nvPr/>
        </p:nvSpPr>
        <p:spPr>
          <a:xfrm>
            <a:off x="64875" y="4533275"/>
            <a:ext cx="610225" cy="610225"/>
          </a:xfrm>
          <a:custGeom>
            <a:avLst/>
            <a:gdLst/>
            <a:ahLst/>
            <a:cxnLst/>
            <a:rect l="l" t="t" r="r" b="b"/>
            <a:pathLst>
              <a:path w="24409" h="24409" extrusionOk="0">
                <a:moveTo>
                  <a:pt x="12205" y="1"/>
                </a:moveTo>
                <a:cubicBezTo>
                  <a:pt x="5454" y="1"/>
                  <a:pt x="1" y="5466"/>
                  <a:pt x="1" y="12205"/>
                </a:cubicBezTo>
                <a:cubicBezTo>
                  <a:pt x="1" y="18944"/>
                  <a:pt x="5454" y="24409"/>
                  <a:pt x="12205" y="24409"/>
                </a:cubicBezTo>
                <a:cubicBezTo>
                  <a:pt x="18944" y="24409"/>
                  <a:pt x="24409" y="18944"/>
                  <a:pt x="24409" y="12205"/>
                </a:cubicBezTo>
                <a:cubicBezTo>
                  <a:pt x="24409" y="5466"/>
                  <a:pt x="18944" y="1"/>
                  <a:pt x="12205" y="1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142923" y="4251824"/>
            <a:ext cx="352274" cy="352274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4352875" y="-778250"/>
            <a:ext cx="1493858" cy="1493858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 rot="-5400000">
            <a:off x="7296793" y="1901225"/>
            <a:ext cx="3335564" cy="3355992"/>
          </a:xfrm>
          <a:custGeom>
            <a:avLst/>
            <a:gdLst/>
            <a:ahLst/>
            <a:cxnLst/>
            <a:rect l="l" t="t" r="r" b="b"/>
            <a:pathLst>
              <a:path w="102216" h="102842" extrusionOk="0">
                <a:moveTo>
                  <a:pt x="9244" y="0"/>
                </a:moveTo>
                <a:cubicBezTo>
                  <a:pt x="3571" y="0"/>
                  <a:pt x="0" y="1329"/>
                  <a:pt x="0" y="1329"/>
                </a:cubicBezTo>
                <a:lnTo>
                  <a:pt x="1143" y="102842"/>
                </a:lnTo>
                <a:lnTo>
                  <a:pt x="102215" y="102842"/>
                </a:lnTo>
                <a:lnTo>
                  <a:pt x="102215" y="70159"/>
                </a:lnTo>
                <a:cubicBezTo>
                  <a:pt x="102215" y="70159"/>
                  <a:pt x="100375" y="70876"/>
                  <a:pt x="97156" y="70876"/>
                </a:cubicBezTo>
                <a:cubicBezTo>
                  <a:pt x="91683" y="70876"/>
                  <a:pt x="82223" y="68803"/>
                  <a:pt x="71045" y="57610"/>
                </a:cubicBezTo>
                <a:cubicBezTo>
                  <a:pt x="53281" y="39846"/>
                  <a:pt x="55721" y="26011"/>
                  <a:pt x="35874" y="10068"/>
                </a:cubicBezTo>
                <a:cubicBezTo>
                  <a:pt x="25675" y="1874"/>
                  <a:pt x="15979" y="0"/>
                  <a:pt x="9244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265050" y="303150"/>
            <a:ext cx="6166200" cy="7872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1475" tIns="91425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pic>
        <p:nvPicPr>
          <p:cNvPr id="33" name="Google Shape;3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7104525" y="-3020025"/>
            <a:ext cx="2781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/>
          <p:nvPr/>
        </p:nvSpPr>
        <p:spPr>
          <a:xfrm>
            <a:off x="8239676" y="-180824"/>
            <a:ext cx="1219731" cy="1219731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4875" y="4533275"/>
            <a:ext cx="610225" cy="610225"/>
          </a:xfrm>
          <a:custGeom>
            <a:avLst/>
            <a:gdLst/>
            <a:ahLst/>
            <a:cxnLst/>
            <a:rect l="l" t="t" r="r" b="b"/>
            <a:pathLst>
              <a:path w="24409" h="24409" extrusionOk="0">
                <a:moveTo>
                  <a:pt x="12205" y="1"/>
                </a:moveTo>
                <a:cubicBezTo>
                  <a:pt x="5454" y="1"/>
                  <a:pt x="1" y="5466"/>
                  <a:pt x="1" y="12205"/>
                </a:cubicBezTo>
                <a:cubicBezTo>
                  <a:pt x="1" y="18944"/>
                  <a:pt x="5454" y="24409"/>
                  <a:pt x="12205" y="24409"/>
                </a:cubicBezTo>
                <a:cubicBezTo>
                  <a:pt x="18944" y="24409"/>
                  <a:pt x="24409" y="18944"/>
                  <a:pt x="24409" y="12205"/>
                </a:cubicBezTo>
                <a:cubicBezTo>
                  <a:pt x="24409" y="5466"/>
                  <a:pt x="18944" y="1"/>
                  <a:pt x="12205" y="1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 rot="9945166">
            <a:off x="-576312" y="3860820"/>
            <a:ext cx="3450781" cy="3471574"/>
          </a:xfrm>
          <a:custGeom>
            <a:avLst/>
            <a:gdLst/>
            <a:ahLst/>
            <a:cxnLst/>
            <a:rect l="l" t="t" r="r" b="b"/>
            <a:pathLst>
              <a:path w="102228" h="102844" extrusionOk="0">
                <a:moveTo>
                  <a:pt x="0" y="1"/>
                </a:moveTo>
                <a:lnTo>
                  <a:pt x="0" y="32683"/>
                </a:lnTo>
                <a:cubicBezTo>
                  <a:pt x="0" y="32683"/>
                  <a:pt x="1840" y="31967"/>
                  <a:pt x="5060" y="31967"/>
                </a:cubicBezTo>
                <a:cubicBezTo>
                  <a:pt x="10534" y="31967"/>
                  <a:pt x="19997" y="34039"/>
                  <a:pt x="31183" y="45233"/>
                </a:cubicBezTo>
                <a:cubicBezTo>
                  <a:pt x="48935" y="62997"/>
                  <a:pt x="46494" y="76832"/>
                  <a:pt x="66366" y="92786"/>
                </a:cubicBezTo>
                <a:cubicBezTo>
                  <a:pt x="76554" y="100971"/>
                  <a:pt x="86244" y="102843"/>
                  <a:pt x="92977" y="102843"/>
                </a:cubicBezTo>
                <a:cubicBezTo>
                  <a:pt x="98653" y="102843"/>
                  <a:pt x="102227" y="101513"/>
                  <a:pt x="102227" y="101513"/>
                </a:cubicBezTo>
                <a:lnTo>
                  <a:pt x="101072" y="1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6"/>
          <p:cNvSpPr/>
          <p:nvPr/>
        </p:nvSpPr>
        <p:spPr>
          <a:xfrm rot="9945166">
            <a:off x="-702275" y="4799409"/>
            <a:ext cx="4015852" cy="3484064"/>
          </a:xfrm>
          <a:custGeom>
            <a:avLst/>
            <a:gdLst/>
            <a:ahLst/>
            <a:cxnLst/>
            <a:rect l="l" t="t" r="r" b="b"/>
            <a:pathLst>
              <a:path w="118968" h="103214" extrusionOk="0">
                <a:moveTo>
                  <a:pt x="99358" y="1"/>
                </a:moveTo>
                <a:lnTo>
                  <a:pt x="0" y="18360"/>
                </a:lnTo>
                <a:lnTo>
                  <a:pt x="5942" y="50519"/>
                </a:lnTo>
                <a:cubicBezTo>
                  <a:pt x="5942" y="50519"/>
                  <a:pt x="9198" y="48503"/>
                  <a:pt x="15190" y="48503"/>
                </a:cubicBezTo>
                <a:cubicBezTo>
                  <a:pt x="20819" y="48503"/>
                  <a:pt x="28862" y="50283"/>
                  <a:pt x="38886" y="57187"/>
                </a:cubicBezTo>
                <a:cubicBezTo>
                  <a:pt x="59567" y="71426"/>
                  <a:pt x="59686" y="85476"/>
                  <a:pt x="82118" y="97549"/>
                </a:cubicBezTo>
                <a:cubicBezTo>
                  <a:pt x="90158" y="101871"/>
                  <a:pt x="97396" y="103213"/>
                  <a:pt x="103286" y="103213"/>
                </a:cubicBezTo>
                <a:cubicBezTo>
                  <a:pt x="112938" y="103213"/>
                  <a:pt x="118968" y="99608"/>
                  <a:pt x="118968" y="99608"/>
                </a:cubicBezTo>
                <a:lnTo>
                  <a:pt x="99358" y="1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6"/>
          <p:cNvSpPr/>
          <p:nvPr/>
        </p:nvSpPr>
        <p:spPr>
          <a:xfrm>
            <a:off x="8239676" y="-180824"/>
            <a:ext cx="1219731" cy="1219731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7104525" y="-3020025"/>
            <a:ext cx="2781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7865854" y="-624"/>
            <a:ext cx="610233" cy="610233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title"/>
          </p:nvPr>
        </p:nvSpPr>
        <p:spPr>
          <a:xfrm>
            <a:off x="265050" y="303150"/>
            <a:ext cx="3202800" cy="7872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1475" tIns="91425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0000" y="2140213"/>
            <a:ext cx="5465100" cy="19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264750" y="1138350"/>
            <a:ext cx="2965200" cy="6423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6110750" y="-778250"/>
            <a:ext cx="1493858" cy="1493858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7"/>
          <p:cNvSpPr/>
          <p:nvPr/>
        </p:nvSpPr>
        <p:spPr>
          <a:xfrm>
            <a:off x="5615650" y="-1760050"/>
            <a:ext cx="4015765" cy="3483989"/>
          </a:xfrm>
          <a:custGeom>
            <a:avLst/>
            <a:gdLst/>
            <a:ahLst/>
            <a:cxnLst/>
            <a:rect l="l" t="t" r="r" b="b"/>
            <a:pathLst>
              <a:path w="118968" h="103214" extrusionOk="0">
                <a:moveTo>
                  <a:pt x="99358" y="1"/>
                </a:moveTo>
                <a:lnTo>
                  <a:pt x="0" y="18360"/>
                </a:lnTo>
                <a:lnTo>
                  <a:pt x="5942" y="50519"/>
                </a:lnTo>
                <a:cubicBezTo>
                  <a:pt x="5942" y="50519"/>
                  <a:pt x="9198" y="48503"/>
                  <a:pt x="15190" y="48503"/>
                </a:cubicBezTo>
                <a:cubicBezTo>
                  <a:pt x="20819" y="48503"/>
                  <a:pt x="28862" y="50283"/>
                  <a:pt x="38886" y="57187"/>
                </a:cubicBezTo>
                <a:cubicBezTo>
                  <a:pt x="59567" y="71426"/>
                  <a:pt x="59686" y="85476"/>
                  <a:pt x="82118" y="97549"/>
                </a:cubicBezTo>
                <a:cubicBezTo>
                  <a:pt x="90158" y="101871"/>
                  <a:pt x="97396" y="103213"/>
                  <a:pt x="103286" y="103213"/>
                </a:cubicBezTo>
                <a:cubicBezTo>
                  <a:pt x="112938" y="103213"/>
                  <a:pt x="118968" y="99608"/>
                  <a:pt x="118968" y="99608"/>
                </a:cubicBezTo>
                <a:lnTo>
                  <a:pt x="99358" y="1"/>
                </a:lnTo>
                <a:close/>
              </a:path>
            </a:pathLst>
          </a:custGeom>
          <a:solidFill>
            <a:srgbClr val="BDDAE0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54850" y="2122324"/>
            <a:ext cx="2357675" cy="248177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/>
          <p:nvPr/>
        </p:nvSpPr>
        <p:spPr>
          <a:xfrm rot="-5400000">
            <a:off x="6972901" y="2017483"/>
            <a:ext cx="3335564" cy="3355992"/>
          </a:xfrm>
          <a:custGeom>
            <a:avLst/>
            <a:gdLst/>
            <a:ahLst/>
            <a:cxnLst/>
            <a:rect l="l" t="t" r="r" b="b"/>
            <a:pathLst>
              <a:path w="102216" h="102842" extrusionOk="0">
                <a:moveTo>
                  <a:pt x="9244" y="0"/>
                </a:moveTo>
                <a:cubicBezTo>
                  <a:pt x="3571" y="0"/>
                  <a:pt x="0" y="1329"/>
                  <a:pt x="0" y="1329"/>
                </a:cubicBezTo>
                <a:lnTo>
                  <a:pt x="1143" y="102842"/>
                </a:lnTo>
                <a:lnTo>
                  <a:pt x="102215" y="102842"/>
                </a:lnTo>
                <a:lnTo>
                  <a:pt x="102215" y="70159"/>
                </a:lnTo>
                <a:cubicBezTo>
                  <a:pt x="102215" y="70159"/>
                  <a:pt x="100375" y="70876"/>
                  <a:pt x="97156" y="70876"/>
                </a:cubicBezTo>
                <a:cubicBezTo>
                  <a:pt x="91683" y="70876"/>
                  <a:pt x="82223" y="68803"/>
                  <a:pt x="71045" y="57610"/>
                </a:cubicBezTo>
                <a:cubicBezTo>
                  <a:pt x="53281" y="39846"/>
                  <a:pt x="55721" y="26011"/>
                  <a:pt x="35874" y="10068"/>
                </a:cubicBezTo>
                <a:cubicBezTo>
                  <a:pt x="25675" y="1874"/>
                  <a:pt x="15979" y="0"/>
                  <a:pt x="9244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2000250" y="1648275"/>
            <a:ext cx="5143500" cy="18903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7924197" y="-37600"/>
            <a:ext cx="2071631" cy="2071631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-442825" y="-780450"/>
            <a:ext cx="4202735" cy="1924673"/>
          </a:xfrm>
          <a:custGeom>
            <a:avLst/>
            <a:gdLst/>
            <a:ahLst/>
            <a:cxnLst/>
            <a:rect l="l" t="t" r="r" b="b"/>
            <a:pathLst>
              <a:path w="123874" h="56729" extrusionOk="0">
                <a:moveTo>
                  <a:pt x="1" y="1"/>
                </a:moveTo>
                <a:lnTo>
                  <a:pt x="3656" y="32790"/>
                </a:lnTo>
                <a:cubicBezTo>
                  <a:pt x="3656" y="32790"/>
                  <a:pt x="7596" y="31184"/>
                  <a:pt x="14347" y="31184"/>
                </a:cubicBezTo>
                <a:cubicBezTo>
                  <a:pt x="23267" y="31184"/>
                  <a:pt x="37093" y="33988"/>
                  <a:pt x="53222" y="47006"/>
                </a:cubicBezTo>
                <a:cubicBezTo>
                  <a:pt x="61859" y="53978"/>
                  <a:pt x="70316" y="56728"/>
                  <a:pt x="78120" y="56728"/>
                </a:cubicBezTo>
                <a:cubicBezTo>
                  <a:pt x="91456" y="56728"/>
                  <a:pt x="102885" y="48697"/>
                  <a:pt x="110050" y="39970"/>
                </a:cubicBezTo>
                <a:cubicBezTo>
                  <a:pt x="123873" y="23087"/>
                  <a:pt x="115289" y="8490"/>
                  <a:pt x="115289" y="8490"/>
                </a:cubicBezTo>
                <a:lnTo>
                  <a:pt x="115289" y="1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" name="Google Shape;63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873300" y="3295674"/>
            <a:ext cx="2357675" cy="24817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/>
          <p:nvPr/>
        </p:nvSpPr>
        <p:spPr>
          <a:xfrm rot="-5400000">
            <a:off x="6763126" y="1858333"/>
            <a:ext cx="3335564" cy="3355992"/>
          </a:xfrm>
          <a:custGeom>
            <a:avLst/>
            <a:gdLst/>
            <a:ahLst/>
            <a:cxnLst/>
            <a:rect l="l" t="t" r="r" b="b"/>
            <a:pathLst>
              <a:path w="102216" h="102842" extrusionOk="0">
                <a:moveTo>
                  <a:pt x="9244" y="0"/>
                </a:moveTo>
                <a:cubicBezTo>
                  <a:pt x="3571" y="0"/>
                  <a:pt x="0" y="1329"/>
                  <a:pt x="0" y="1329"/>
                </a:cubicBezTo>
                <a:lnTo>
                  <a:pt x="1143" y="102842"/>
                </a:lnTo>
                <a:lnTo>
                  <a:pt x="102215" y="102842"/>
                </a:lnTo>
                <a:lnTo>
                  <a:pt x="102215" y="70159"/>
                </a:lnTo>
                <a:cubicBezTo>
                  <a:pt x="102215" y="70159"/>
                  <a:pt x="100375" y="70876"/>
                  <a:pt x="97156" y="70876"/>
                </a:cubicBezTo>
                <a:cubicBezTo>
                  <a:pt x="91683" y="70876"/>
                  <a:pt x="82223" y="68803"/>
                  <a:pt x="71045" y="57610"/>
                </a:cubicBezTo>
                <a:cubicBezTo>
                  <a:pt x="53281" y="39846"/>
                  <a:pt x="55721" y="26011"/>
                  <a:pt x="35874" y="10068"/>
                </a:cubicBezTo>
                <a:cubicBezTo>
                  <a:pt x="25675" y="1874"/>
                  <a:pt x="15979" y="0"/>
                  <a:pt x="9244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276050" y="1169600"/>
            <a:ext cx="5327100" cy="8418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13200" y="2011400"/>
            <a:ext cx="4890000" cy="13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/>
          <p:nvPr/>
        </p:nvSpPr>
        <p:spPr>
          <a:xfrm>
            <a:off x="8239676" y="-180824"/>
            <a:ext cx="1219731" cy="1219731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9"/>
          <p:cNvSpPr/>
          <p:nvPr/>
        </p:nvSpPr>
        <p:spPr>
          <a:xfrm rot="9945166">
            <a:off x="53813" y="3301595"/>
            <a:ext cx="3450781" cy="3471574"/>
          </a:xfrm>
          <a:custGeom>
            <a:avLst/>
            <a:gdLst/>
            <a:ahLst/>
            <a:cxnLst/>
            <a:rect l="l" t="t" r="r" b="b"/>
            <a:pathLst>
              <a:path w="102228" h="102844" extrusionOk="0">
                <a:moveTo>
                  <a:pt x="0" y="1"/>
                </a:moveTo>
                <a:lnTo>
                  <a:pt x="0" y="32683"/>
                </a:lnTo>
                <a:cubicBezTo>
                  <a:pt x="0" y="32683"/>
                  <a:pt x="1840" y="31967"/>
                  <a:pt x="5060" y="31967"/>
                </a:cubicBezTo>
                <a:cubicBezTo>
                  <a:pt x="10534" y="31967"/>
                  <a:pt x="19997" y="34039"/>
                  <a:pt x="31183" y="45233"/>
                </a:cubicBezTo>
                <a:cubicBezTo>
                  <a:pt x="48935" y="62997"/>
                  <a:pt x="46494" y="76832"/>
                  <a:pt x="66366" y="92786"/>
                </a:cubicBezTo>
                <a:cubicBezTo>
                  <a:pt x="76554" y="100971"/>
                  <a:pt x="86244" y="102843"/>
                  <a:pt x="92977" y="102843"/>
                </a:cubicBezTo>
                <a:cubicBezTo>
                  <a:pt x="98653" y="102843"/>
                  <a:pt x="102227" y="101513"/>
                  <a:pt x="102227" y="101513"/>
                </a:cubicBezTo>
                <a:lnTo>
                  <a:pt x="101072" y="1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" name="Google Shape;70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6590900" y="-2571500"/>
            <a:ext cx="2781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/>
          <p:nvPr/>
        </p:nvSpPr>
        <p:spPr>
          <a:xfrm rot="9945166">
            <a:off x="-72150" y="4240184"/>
            <a:ext cx="4015852" cy="3484064"/>
          </a:xfrm>
          <a:custGeom>
            <a:avLst/>
            <a:gdLst/>
            <a:ahLst/>
            <a:cxnLst/>
            <a:rect l="l" t="t" r="r" b="b"/>
            <a:pathLst>
              <a:path w="118968" h="103214" extrusionOk="0">
                <a:moveTo>
                  <a:pt x="99358" y="1"/>
                </a:moveTo>
                <a:lnTo>
                  <a:pt x="0" y="18360"/>
                </a:lnTo>
                <a:lnTo>
                  <a:pt x="5942" y="50519"/>
                </a:lnTo>
                <a:cubicBezTo>
                  <a:pt x="5942" y="50519"/>
                  <a:pt x="9198" y="48503"/>
                  <a:pt x="15190" y="48503"/>
                </a:cubicBezTo>
                <a:cubicBezTo>
                  <a:pt x="20819" y="48503"/>
                  <a:pt x="28862" y="50283"/>
                  <a:pt x="38886" y="57187"/>
                </a:cubicBezTo>
                <a:cubicBezTo>
                  <a:pt x="59567" y="71426"/>
                  <a:pt x="59686" y="85476"/>
                  <a:pt x="82118" y="97549"/>
                </a:cubicBezTo>
                <a:cubicBezTo>
                  <a:pt x="90158" y="101871"/>
                  <a:pt x="97396" y="103213"/>
                  <a:pt x="103286" y="103213"/>
                </a:cubicBezTo>
                <a:cubicBezTo>
                  <a:pt x="112938" y="103213"/>
                  <a:pt x="118968" y="99608"/>
                  <a:pt x="118968" y="99608"/>
                </a:cubicBezTo>
                <a:lnTo>
                  <a:pt x="99358" y="1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258800" y="1671100"/>
            <a:ext cx="3244500" cy="19314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/>
          <p:nvPr/>
        </p:nvSpPr>
        <p:spPr>
          <a:xfrm flipH="1">
            <a:off x="-251132" y="195351"/>
            <a:ext cx="1219731" cy="1219731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677550" y="-2643850"/>
            <a:ext cx="2781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0"/>
          <p:cNvSpPr/>
          <p:nvPr/>
        </p:nvSpPr>
        <p:spPr>
          <a:xfrm flipH="1">
            <a:off x="732189" y="375551"/>
            <a:ext cx="610233" cy="610233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/>
          <p:nvPr/>
        </p:nvSpPr>
        <p:spPr>
          <a:xfrm rot="-9945166" flipH="1">
            <a:off x="6378895" y="3326995"/>
            <a:ext cx="3450781" cy="3471574"/>
          </a:xfrm>
          <a:custGeom>
            <a:avLst/>
            <a:gdLst/>
            <a:ahLst/>
            <a:cxnLst/>
            <a:rect l="l" t="t" r="r" b="b"/>
            <a:pathLst>
              <a:path w="102228" h="102844" extrusionOk="0">
                <a:moveTo>
                  <a:pt x="0" y="1"/>
                </a:moveTo>
                <a:lnTo>
                  <a:pt x="0" y="32683"/>
                </a:lnTo>
                <a:cubicBezTo>
                  <a:pt x="0" y="32683"/>
                  <a:pt x="1840" y="31967"/>
                  <a:pt x="5060" y="31967"/>
                </a:cubicBezTo>
                <a:cubicBezTo>
                  <a:pt x="10534" y="31967"/>
                  <a:pt x="19997" y="34039"/>
                  <a:pt x="31183" y="45233"/>
                </a:cubicBezTo>
                <a:cubicBezTo>
                  <a:pt x="48935" y="62997"/>
                  <a:pt x="46494" y="76832"/>
                  <a:pt x="66366" y="92786"/>
                </a:cubicBezTo>
                <a:cubicBezTo>
                  <a:pt x="76554" y="100971"/>
                  <a:pt x="86244" y="102843"/>
                  <a:pt x="92977" y="102843"/>
                </a:cubicBezTo>
                <a:cubicBezTo>
                  <a:pt x="98653" y="102843"/>
                  <a:pt x="102227" y="101513"/>
                  <a:pt x="102227" y="101513"/>
                </a:cubicBezTo>
                <a:lnTo>
                  <a:pt x="101072" y="1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0"/>
          <p:cNvSpPr/>
          <p:nvPr/>
        </p:nvSpPr>
        <p:spPr>
          <a:xfrm flipH="1">
            <a:off x="7577500" y="4450150"/>
            <a:ext cx="610225" cy="610225"/>
          </a:xfrm>
          <a:custGeom>
            <a:avLst/>
            <a:gdLst/>
            <a:ahLst/>
            <a:cxnLst/>
            <a:rect l="l" t="t" r="r" b="b"/>
            <a:pathLst>
              <a:path w="24409" h="24409" extrusionOk="0">
                <a:moveTo>
                  <a:pt x="12205" y="1"/>
                </a:moveTo>
                <a:cubicBezTo>
                  <a:pt x="5454" y="1"/>
                  <a:pt x="1" y="5466"/>
                  <a:pt x="1" y="12205"/>
                </a:cubicBezTo>
                <a:cubicBezTo>
                  <a:pt x="1" y="18944"/>
                  <a:pt x="5454" y="24409"/>
                  <a:pt x="12205" y="24409"/>
                </a:cubicBezTo>
                <a:cubicBezTo>
                  <a:pt x="18944" y="24409"/>
                  <a:pt x="24409" y="18944"/>
                  <a:pt x="24409" y="12205"/>
                </a:cubicBezTo>
                <a:cubicBezTo>
                  <a:pt x="24409" y="5466"/>
                  <a:pt x="18944" y="1"/>
                  <a:pt x="12205" y="1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>
            <a:spLocks noGrp="1"/>
          </p:cNvSpPr>
          <p:nvPr>
            <p:ph type="title" hasCustomPrompt="1"/>
          </p:nvPr>
        </p:nvSpPr>
        <p:spPr>
          <a:xfrm>
            <a:off x="3424638" y="1690650"/>
            <a:ext cx="4777800" cy="12651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1" name="Google Shape;81;p11"/>
          <p:cNvSpPr txBox="1">
            <a:spLocks noGrp="1"/>
          </p:cNvSpPr>
          <p:nvPr>
            <p:ph type="subTitle" idx="1"/>
          </p:nvPr>
        </p:nvSpPr>
        <p:spPr>
          <a:xfrm>
            <a:off x="3424638" y="2955750"/>
            <a:ext cx="47778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82" name="Google Shape;82;p11"/>
          <p:cNvSpPr/>
          <p:nvPr/>
        </p:nvSpPr>
        <p:spPr>
          <a:xfrm>
            <a:off x="5810150" y="-1731325"/>
            <a:ext cx="4015765" cy="3483989"/>
          </a:xfrm>
          <a:custGeom>
            <a:avLst/>
            <a:gdLst/>
            <a:ahLst/>
            <a:cxnLst/>
            <a:rect l="l" t="t" r="r" b="b"/>
            <a:pathLst>
              <a:path w="118968" h="103214" extrusionOk="0">
                <a:moveTo>
                  <a:pt x="99358" y="1"/>
                </a:moveTo>
                <a:lnTo>
                  <a:pt x="0" y="18360"/>
                </a:lnTo>
                <a:lnTo>
                  <a:pt x="5942" y="50519"/>
                </a:lnTo>
                <a:cubicBezTo>
                  <a:pt x="5942" y="50519"/>
                  <a:pt x="9198" y="48503"/>
                  <a:pt x="15190" y="48503"/>
                </a:cubicBezTo>
                <a:cubicBezTo>
                  <a:pt x="20819" y="48503"/>
                  <a:pt x="28862" y="50283"/>
                  <a:pt x="38886" y="57187"/>
                </a:cubicBezTo>
                <a:cubicBezTo>
                  <a:pt x="59567" y="71426"/>
                  <a:pt x="59686" y="85476"/>
                  <a:pt x="82118" y="97549"/>
                </a:cubicBezTo>
                <a:cubicBezTo>
                  <a:pt x="90158" y="101871"/>
                  <a:pt x="97396" y="103213"/>
                  <a:pt x="103286" y="103213"/>
                </a:cubicBezTo>
                <a:cubicBezTo>
                  <a:pt x="112938" y="103213"/>
                  <a:pt x="118968" y="99608"/>
                  <a:pt x="118968" y="99608"/>
                </a:cubicBezTo>
                <a:lnTo>
                  <a:pt x="99358" y="1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" name="Google Shape;83;p11"/>
          <p:cNvGrpSpPr/>
          <p:nvPr/>
        </p:nvGrpSpPr>
        <p:grpSpPr>
          <a:xfrm>
            <a:off x="6579655" y="-662168"/>
            <a:ext cx="1546425" cy="1548804"/>
            <a:chOff x="2496725" y="2154850"/>
            <a:chExt cx="584925" cy="585825"/>
          </a:xfrm>
        </p:grpSpPr>
        <p:sp>
          <p:nvSpPr>
            <p:cNvPr id="84" name="Google Shape;84;p11"/>
            <p:cNvSpPr/>
            <p:nvPr/>
          </p:nvSpPr>
          <p:spPr>
            <a:xfrm>
              <a:off x="3035775" y="2285225"/>
              <a:ext cx="2700" cy="3600"/>
            </a:xfrm>
            <a:custGeom>
              <a:avLst/>
              <a:gdLst/>
              <a:ahLst/>
              <a:cxnLst/>
              <a:rect l="l" t="t" r="r" b="b"/>
              <a:pathLst>
                <a:path w="108" h="144" extrusionOk="0">
                  <a:moveTo>
                    <a:pt x="1" y="1"/>
                  </a:moveTo>
                  <a:lnTo>
                    <a:pt x="1" y="13"/>
                  </a:lnTo>
                  <a:cubicBezTo>
                    <a:pt x="13" y="72"/>
                    <a:pt x="60" y="132"/>
                    <a:pt x="108" y="144"/>
                  </a:cubicBezTo>
                  <a:cubicBezTo>
                    <a:pt x="72" y="96"/>
                    <a:pt x="48" y="37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1"/>
            <p:cNvSpPr/>
            <p:nvPr/>
          </p:nvSpPr>
          <p:spPr>
            <a:xfrm>
              <a:off x="3023575" y="2294150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144" y="1"/>
                  </a:moveTo>
                  <a:cubicBezTo>
                    <a:pt x="92" y="1"/>
                    <a:pt x="49" y="28"/>
                    <a:pt x="25" y="66"/>
                  </a:cubicBezTo>
                  <a:lnTo>
                    <a:pt x="25" y="66"/>
                  </a:lnTo>
                  <a:cubicBezTo>
                    <a:pt x="51" y="29"/>
                    <a:pt x="94" y="1"/>
                    <a:pt x="144" y="1"/>
                  </a:cubicBezTo>
                  <a:close/>
                  <a:moveTo>
                    <a:pt x="25" y="66"/>
                  </a:moveTo>
                  <a:cubicBezTo>
                    <a:pt x="13" y="83"/>
                    <a:pt x="4" y="101"/>
                    <a:pt x="1" y="120"/>
                  </a:cubicBezTo>
                  <a:lnTo>
                    <a:pt x="1" y="144"/>
                  </a:lnTo>
                  <a:cubicBezTo>
                    <a:pt x="1" y="117"/>
                    <a:pt x="9" y="89"/>
                    <a:pt x="25" y="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3023575" y="2269450"/>
              <a:ext cx="3600" cy="6900"/>
            </a:xfrm>
            <a:custGeom>
              <a:avLst/>
              <a:gdLst/>
              <a:ahLst/>
              <a:cxnLst/>
              <a:rect l="l" t="t" r="r" b="b"/>
              <a:pathLst>
                <a:path w="144" h="276" extrusionOk="0">
                  <a:moveTo>
                    <a:pt x="72" y="1"/>
                  </a:moveTo>
                  <a:lnTo>
                    <a:pt x="72" y="1"/>
                  </a:lnTo>
                  <a:cubicBezTo>
                    <a:pt x="25" y="13"/>
                    <a:pt x="1" y="60"/>
                    <a:pt x="1" y="120"/>
                  </a:cubicBezTo>
                  <a:cubicBezTo>
                    <a:pt x="1" y="72"/>
                    <a:pt x="25" y="36"/>
                    <a:pt x="72" y="1"/>
                  </a:cubicBezTo>
                  <a:close/>
                  <a:moveTo>
                    <a:pt x="1" y="120"/>
                  </a:moveTo>
                  <a:cubicBezTo>
                    <a:pt x="1" y="208"/>
                    <a:pt x="52" y="276"/>
                    <a:pt x="126" y="276"/>
                  </a:cubicBezTo>
                  <a:cubicBezTo>
                    <a:pt x="131" y="276"/>
                    <a:pt x="137" y="275"/>
                    <a:pt x="144" y="275"/>
                  </a:cubicBezTo>
                  <a:cubicBezTo>
                    <a:pt x="72" y="275"/>
                    <a:pt x="1" y="215"/>
                    <a:pt x="1" y="1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3048875" y="23447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44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71"/>
                    <a:pt x="60" y="0"/>
                    <a:pt x="144" y="0"/>
                  </a:cubicBezTo>
                  <a:cubicBezTo>
                    <a:pt x="239" y="0"/>
                    <a:pt x="298" y="71"/>
                    <a:pt x="298" y="143"/>
                  </a:cubicBezTo>
                  <a:cubicBezTo>
                    <a:pt x="298" y="71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1"/>
            <p:cNvSpPr/>
            <p:nvPr/>
          </p:nvSpPr>
          <p:spPr>
            <a:xfrm>
              <a:off x="3048875" y="2319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298" y="71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1"/>
            <p:cNvSpPr/>
            <p:nvPr/>
          </p:nvSpPr>
          <p:spPr>
            <a:xfrm>
              <a:off x="3036075" y="2331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2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1"/>
            <p:cNvSpPr/>
            <p:nvPr/>
          </p:nvSpPr>
          <p:spPr>
            <a:xfrm>
              <a:off x="3061375" y="2333750"/>
              <a:ext cx="3000" cy="5675"/>
            </a:xfrm>
            <a:custGeom>
              <a:avLst/>
              <a:gdLst/>
              <a:ahLst/>
              <a:cxnLst/>
              <a:rect l="l" t="t" r="r" b="b"/>
              <a:pathLst>
                <a:path w="120" h="227" extrusionOk="0">
                  <a:moveTo>
                    <a:pt x="37" y="1"/>
                  </a:moveTo>
                  <a:cubicBezTo>
                    <a:pt x="13" y="36"/>
                    <a:pt x="1" y="60"/>
                    <a:pt x="1" y="96"/>
                  </a:cubicBezTo>
                  <a:cubicBezTo>
                    <a:pt x="1" y="155"/>
                    <a:pt x="48" y="215"/>
                    <a:pt x="120" y="227"/>
                  </a:cubicBezTo>
                  <a:lnTo>
                    <a:pt x="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1"/>
            <p:cNvSpPr/>
            <p:nvPr/>
          </p:nvSpPr>
          <p:spPr>
            <a:xfrm>
              <a:off x="3036075" y="2306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71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1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1"/>
            <p:cNvSpPr/>
            <p:nvPr/>
          </p:nvSpPr>
          <p:spPr>
            <a:xfrm>
              <a:off x="3023575" y="2344775"/>
              <a:ext cx="3600" cy="3575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144" y="0"/>
                  </a:moveTo>
                  <a:cubicBezTo>
                    <a:pt x="92" y="0"/>
                    <a:pt x="49" y="27"/>
                    <a:pt x="25" y="65"/>
                  </a:cubicBezTo>
                  <a:lnTo>
                    <a:pt x="25" y="65"/>
                  </a:lnTo>
                  <a:cubicBezTo>
                    <a:pt x="51" y="28"/>
                    <a:pt x="94" y="0"/>
                    <a:pt x="144" y="0"/>
                  </a:cubicBezTo>
                  <a:close/>
                  <a:moveTo>
                    <a:pt x="25" y="65"/>
                  </a:moveTo>
                  <a:lnTo>
                    <a:pt x="25" y="65"/>
                  </a:lnTo>
                  <a:cubicBezTo>
                    <a:pt x="13" y="82"/>
                    <a:pt x="4" y="101"/>
                    <a:pt x="1" y="119"/>
                  </a:cubicBezTo>
                  <a:lnTo>
                    <a:pt x="1" y="143"/>
                  </a:lnTo>
                  <a:cubicBezTo>
                    <a:pt x="1" y="116"/>
                    <a:pt x="9" y="88"/>
                    <a:pt x="25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1"/>
            <p:cNvSpPr/>
            <p:nvPr/>
          </p:nvSpPr>
          <p:spPr>
            <a:xfrm>
              <a:off x="3023575" y="2319725"/>
              <a:ext cx="3600" cy="7500"/>
            </a:xfrm>
            <a:custGeom>
              <a:avLst/>
              <a:gdLst/>
              <a:ahLst/>
              <a:cxnLst/>
              <a:rect l="l" t="t" r="r" b="b"/>
              <a:pathLst>
                <a:path w="144" h="300" extrusionOk="0">
                  <a:moveTo>
                    <a:pt x="126" y="1"/>
                  </a:moveTo>
                  <a:cubicBezTo>
                    <a:pt x="52" y="1"/>
                    <a:pt x="1" y="68"/>
                    <a:pt x="1" y="145"/>
                  </a:cubicBezTo>
                  <a:cubicBezTo>
                    <a:pt x="1" y="61"/>
                    <a:pt x="72" y="2"/>
                    <a:pt x="144" y="2"/>
                  </a:cubicBezTo>
                  <a:cubicBezTo>
                    <a:pt x="137" y="1"/>
                    <a:pt x="131" y="1"/>
                    <a:pt x="126" y="1"/>
                  </a:cubicBezTo>
                  <a:close/>
                  <a:moveTo>
                    <a:pt x="1" y="145"/>
                  </a:moveTo>
                  <a:cubicBezTo>
                    <a:pt x="1" y="185"/>
                    <a:pt x="14" y="219"/>
                    <a:pt x="34" y="245"/>
                  </a:cubicBezTo>
                  <a:lnTo>
                    <a:pt x="34" y="245"/>
                  </a:lnTo>
                  <a:cubicBezTo>
                    <a:pt x="13" y="218"/>
                    <a:pt x="1" y="182"/>
                    <a:pt x="1" y="145"/>
                  </a:cubicBezTo>
                  <a:close/>
                  <a:moveTo>
                    <a:pt x="34" y="245"/>
                  </a:moveTo>
                  <a:cubicBezTo>
                    <a:pt x="59" y="278"/>
                    <a:pt x="98" y="300"/>
                    <a:pt x="144" y="300"/>
                  </a:cubicBezTo>
                  <a:cubicBezTo>
                    <a:pt x="102" y="300"/>
                    <a:pt x="61" y="280"/>
                    <a:pt x="34" y="2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1"/>
            <p:cNvSpPr/>
            <p:nvPr/>
          </p:nvSpPr>
          <p:spPr>
            <a:xfrm>
              <a:off x="3023575" y="2298025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1" y="1"/>
                  </a:moveTo>
                  <a:cubicBezTo>
                    <a:pt x="1" y="41"/>
                    <a:pt x="14" y="75"/>
                    <a:pt x="34" y="101"/>
                  </a:cubicBezTo>
                  <a:lnTo>
                    <a:pt x="34" y="101"/>
                  </a:lnTo>
                  <a:cubicBezTo>
                    <a:pt x="13" y="74"/>
                    <a:pt x="1" y="38"/>
                    <a:pt x="1" y="1"/>
                  </a:cubicBezTo>
                  <a:close/>
                  <a:moveTo>
                    <a:pt x="34" y="101"/>
                  </a:moveTo>
                  <a:cubicBezTo>
                    <a:pt x="59" y="134"/>
                    <a:pt x="98" y="156"/>
                    <a:pt x="144" y="156"/>
                  </a:cubicBezTo>
                  <a:cubicBezTo>
                    <a:pt x="102" y="156"/>
                    <a:pt x="61" y="136"/>
                    <a:pt x="34" y="1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1"/>
            <p:cNvSpPr/>
            <p:nvPr/>
          </p:nvSpPr>
          <p:spPr>
            <a:xfrm>
              <a:off x="3074175" y="2395650"/>
              <a:ext cx="5975" cy="3600"/>
            </a:xfrm>
            <a:custGeom>
              <a:avLst/>
              <a:gdLst/>
              <a:ahLst/>
              <a:cxnLst/>
              <a:rect l="l" t="t" r="r" b="b"/>
              <a:pathLst>
                <a:path w="239" h="144" extrusionOk="0">
                  <a:moveTo>
                    <a:pt x="144" y="1"/>
                  </a:moveTo>
                  <a:cubicBezTo>
                    <a:pt x="179" y="1"/>
                    <a:pt x="203" y="13"/>
                    <a:pt x="239" y="25"/>
                  </a:cubicBezTo>
                  <a:cubicBezTo>
                    <a:pt x="215" y="13"/>
                    <a:pt x="179" y="1"/>
                    <a:pt x="144" y="1"/>
                  </a:cubicBezTo>
                  <a:close/>
                  <a:moveTo>
                    <a:pt x="144" y="1"/>
                  </a:moveTo>
                  <a:lnTo>
                    <a:pt x="144" y="1"/>
                  </a:lnTo>
                  <a:cubicBezTo>
                    <a:pt x="60" y="1"/>
                    <a:pt x="1" y="61"/>
                    <a:pt x="1" y="144"/>
                  </a:cubicBezTo>
                  <a:cubicBezTo>
                    <a:pt x="1" y="61"/>
                    <a:pt x="72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3048875" y="2395650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44" y="1"/>
                  </a:moveTo>
                  <a:cubicBezTo>
                    <a:pt x="60" y="1"/>
                    <a:pt x="1" y="61"/>
                    <a:pt x="1" y="144"/>
                  </a:cubicBezTo>
                  <a:cubicBezTo>
                    <a:pt x="1" y="72"/>
                    <a:pt x="60" y="1"/>
                    <a:pt x="144" y="1"/>
                  </a:cubicBezTo>
                  <a:close/>
                  <a:moveTo>
                    <a:pt x="144" y="1"/>
                  </a:moveTo>
                  <a:cubicBezTo>
                    <a:pt x="239" y="1"/>
                    <a:pt x="298" y="72"/>
                    <a:pt x="298" y="144"/>
                  </a:cubicBezTo>
                  <a:cubicBezTo>
                    <a:pt x="298" y="61"/>
                    <a:pt x="239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1"/>
            <p:cNvSpPr/>
            <p:nvPr/>
          </p:nvSpPr>
          <p:spPr>
            <a:xfrm>
              <a:off x="3074175" y="2371850"/>
              <a:ext cx="2125" cy="5675"/>
            </a:xfrm>
            <a:custGeom>
              <a:avLst/>
              <a:gdLst/>
              <a:ahLst/>
              <a:cxnLst/>
              <a:rect l="l" t="t" r="r" b="b"/>
              <a:pathLst>
                <a:path w="85" h="227" extrusionOk="0">
                  <a:moveTo>
                    <a:pt x="25" y="0"/>
                  </a:moveTo>
                  <a:cubicBezTo>
                    <a:pt x="13" y="24"/>
                    <a:pt x="1" y="60"/>
                    <a:pt x="1" y="84"/>
                  </a:cubicBezTo>
                  <a:cubicBezTo>
                    <a:pt x="1" y="143"/>
                    <a:pt x="25" y="191"/>
                    <a:pt x="84" y="227"/>
                  </a:cubicBezTo>
                  <a:cubicBezTo>
                    <a:pt x="72" y="143"/>
                    <a:pt x="48" y="72"/>
                    <a:pt x="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1"/>
            <p:cNvSpPr/>
            <p:nvPr/>
          </p:nvSpPr>
          <p:spPr>
            <a:xfrm>
              <a:off x="3048875" y="23703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4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72" y="299"/>
                    <a:pt x="144" y="299"/>
                  </a:cubicBezTo>
                  <a:cubicBezTo>
                    <a:pt x="239" y="299"/>
                    <a:pt x="298" y="227"/>
                    <a:pt x="298" y="144"/>
                  </a:cubicBezTo>
                  <a:cubicBezTo>
                    <a:pt x="298" y="60"/>
                    <a:pt x="239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1"/>
            <p:cNvSpPr/>
            <p:nvPr/>
          </p:nvSpPr>
          <p:spPr>
            <a:xfrm>
              <a:off x="3036075" y="2382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1"/>
            <p:cNvSpPr/>
            <p:nvPr/>
          </p:nvSpPr>
          <p:spPr>
            <a:xfrm>
              <a:off x="3061375" y="2382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1"/>
            <p:cNvSpPr/>
            <p:nvPr/>
          </p:nvSpPr>
          <p:spPr>
            <a:xfrm>
              <a:off x="3036075" y="23575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6" y="1"/>
                  </a:moveTo>
                  <a:cubicBezTo>
                    <a:pt x="60" y="1"/>
                    <a:pt x="1" y="84"/>
                    <a:pt x="1" y="156"/>
                  </a:cubicBezTo>
                  <a:cubicBezTo>
                    <a:pt x="1" y="239"/>
                    <a:pt x="72" y="299"/>
                    <a:pt x="156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61"/>
                    <a:pt x="239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1"/>
            <p:cNvSpPr/>
            <p:nvPr/>
          </p:nvSpPr>
          <p:spPr>
            <a:xfrm>
              <a:off x="3061375" y="23575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6" y="1"/>
                  </a:moveTo>
                  <a:cubicBezTo>
                    <a:pt x="60" y="1"/>
                    <a:pt x="1" y="84"/>
                    <a:pt x="1" y="156"/>
                  </a:cubicBezTo>
                  <a:cubicBezTo>
                    <a:pt x="1" y="239"/>
                    <a:pt x="72" y="299"/>
                    <a:pt x="156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61"/>
                    <a:pt x="239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1"/>
            <p:cNvSpPr/>
            <p:nvPr/>
          </p:nvSpPr>
          <p:spPr>
            <a:xfrm>
              <a:off x="3023575" y="2395650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144" y="1"/>
                  </a:moveTo>
                  <a:cubicBezTo>
                    <a:pt x="72" y="1"/>
                    <a:pt x="13" y="49"/>
                    <a:pt x="1" y="120"/>
                  </a:cubicBezTo>
                  <a:lnTo>
                    <a:pt x="1" y="144"/>
                  </a:lnTo>
                  <a:cubicBezTo>
                    <a:pt x="1" y="72"/>
                    <a:pt x="60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1"/>
            <p:cNvSpPr/>
            <p:nvPr/>
          </p:nvSpPr>
          <p:spPr>
            <a:xfrm>
              <a:off x="3023575" y="2370350"/>
              <a:ext cx="3600" cy="7475"/>
            </a:xfrm>
            <a:custGeom>
              <a:avLst/>
              <a:gdLst/>
              <a:ahLst/>
              <a:cxnLst/>
              <a:rect l="l" t="t" r="r" b="b"/>
              <a:pathLst>
                <a:path w="144" h="299" extrusionOk="0">
                  <a:moveTo>
                    <a:pt x="144" y="1"/>
                  </a:moveTo>
                  <a:cubicBezTo>
                    <a:pt x="60" y="1"/>
                    <a:pt x="1" y="60"/>
                    <a:pt x="1" y="144"/>
                  </a:cubicBezTo>
                  <a:cubicBezTo>
                    <a:pt x="1" y="60"/>
                    <a:pt x="72" y="1"/>
                    <a:pt x="144" y="1"/>
                  </a:cubicBezTo>
                  <a:close/>
                  <a:moveTo>
                    <a:pt x="1" y="144"/>
                  </a:moveTo>
                  <a:cubicBezTo>
                    <a:pt x="1" y="184"/>
                    <a:pt x="14" y="218"/>
                    <a:pt x="34" y="244"/>
                  </a:cubicBezTo>
                  <a:lnTo>
                    <a:pt x="34" y="244"/>
                  </a:lnTo>
                  <a:cubicBezTo>
                    <a:pt x="13" y="217"/>
                    <a:pt x="1" y="182"/>
                    <a:pt x="1" y="144"/>
                  </a:cubicBezTo>
                  <a:close/>
                  <a:moveTo>
                    <a:pt x="34" y="244"/>
                  </a:moveTo>
                  <a:cubicBezTo>
                    <a:pt x="59" y="277"/>
                    <a:pt x="98" y="299"/>
                    <a:pt x="144" y="299"/>
                  </a:cubicBezTo>
                  <a:cubicBezTo>
                    <a:pt x="102" y="299"/>
                    <a:pt x="61" y="279"/>
                    <a:pt x="34" y="2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1"/>
            <p:cNvSpPr/>
            <p:nvPr/>
          </p:nvSpPr>
          <p:spPr>
            <a:xfrm>
              <a:off x="3048875" y="2344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298" y="71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1"/>
            <p:cNvSpPr/>
            <p:nvPr/>
          </p:nvSpPr>
          <p:spPr>
            <a:xfrm>
              <a:off x="3023575" y="2348650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1" y="0"/>
                  </a:moveTo>
                  <a:cubicBezTo>
                    <a:pt x="1" y="40"/>
                    <a:pt x="14" y="74"/>
                    <a:pt x="34" y="100"/>
                  </a:cubicBezTo>
                  <a:lnTo>
                    <a:pt x="34" y="100"/>
                  </a:lnTo>
                  <a:cubicBezTo>
                    <a:pt x="13" y="73"/>
                    <a:pt x="1" y="38"/>
                    <a:pt x="1" y="0"/>
                  </a:cubicBezTo>
                  <a:close/>
                  <a:moveTo>
                    <a:pt x="34" y="100"/>
                  </a:moveTo>
                  <a:cubicBezTo>
                    <a:pt x="59" y="133"/>
                    <a:pt x="98" y="155"/>
                    <a:pt x="144" y="155"/>
                  </a:cubicBezTo>
                  <a:cubicBezTo>
                    <a:pt x="102" y="155"/>
                    <a:pt x="61" y="135"/>
                    <a:pt x="34" y="1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1"/>
            <p:cNvSpPr/>
            <p:nvPr/>
          </p:nvSpPr>
          <p:spPr>
            <a:xfrm>
              <a:off x="3074175" y="2446275"/>
              <a:ext cx="3600" cy="3575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144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71"/>
                    <a:pt x="60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>
              <a:off x="3048875" y="24462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44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71"/>
                    <a:pt x="60" y="0"/>
                    <a:pt x="144" y="0"/>
                  </a:cubicBezTo>
                  <a:close/>
                  <a:moveTo>
                    <a:pt x="144" y="0"/>
                  </a:moveTo>
                  <a:cubicBezTo>
                    <a:pt x="239" y="0"/>
                    <a:pt x="298" y="71"/>
                    <a:pt x="298" y="143"/>
                  </a:cubicBezTo>
                  <a:cubicBezTo>
                    <a:pt x="298" y="60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>
              <a:off x="3074175" y="2420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26"/>
                    <a:pt x="72" y="298"/>
                    <a:pt x="144" y="298"/>
                  </a:cubicBezTo>
                  <a:cubicBezTo>
                    <a:pt x="191" y="298"/>
                    <a:pt x="215" y="286"/>
                    <a:pt x="251" y="250"/>
                  </a:cubicBezTo>
                  <a:cubicBezTo>
                    <a:pt x="275" y="226"/>
                    <a:pt x="298" y="191"/>
                    <a:pt x="298" y="143"/>
                  </a:cubicBezTo>
                  <a:cubicBezTo>
                    <a:pt x="298" y="107"/>
                    <a:pt x="275" y="71"/>
                    <a:pt x="251" y="48"/>
                  </a:cubicBezTo>
                  <a:cubicBezTo>
                    <a:pt x="215" y="12"/>
                    <a:pt x="191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>
              <a:off x="3048875" y="2420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226"/>
                    <a:pt x="60" y="298"/>
                    <a:pt x="144" y="298"/>
                  </a:cubicBezTo>
                  <a:cubicBezTo>
                    <a:pt x="227" y="298"/>
                    <a:pt x="298" y="226"/>
                    <a:pt x="298" y="143"/>
                  </a:cubicBezTo>
                  <a:cubicBezTo>
                    <a:pt x="298" y="60"/>
                    <a:pt x="227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>
              <a:off x="3036075" y="2433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>
              <a:off x="3061375" y="2433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3036075" y="2408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3061375" y="2408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>
              <a:off x="3023575" y="2446275"/>
              <a:ext cx="3600" cy="3575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144" y="0"/>
                  </a:moveTo>
                  <a:cubicBezTo>
                    <a:pt x="72" y="0"/>
                    <a:pt x="13" y="48"/>
                    <a:pt x="1" y="119"/>
                  </a:cubicBezTo>
                  <a:lnTo>
                    <a:pt x="1" y="143"/>
                  </a:lnTo>
                  <a:cubicBezTo>
                    <a:pt x="1" y="71"/>
                    <a:pt x="60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>
              <a:off x="3023575" y="2420975"/>
              <a:ext cx="3600" cy="7450"/>
            </a:xfrm>
            <a:custGeom>
              <a:avLst/>
              <a:gdLst/>
              <a:ahLst/>
              <a:cxnLst/>
              <a:rect l="l" t="t" r="r" b="b"/>
              <a:pathLst>
                <a:path w="144" h="298" extrusionOk="0">
                  <a:moveTo>
                    <a:pt x="144" y="0"/>
                  </a:moveTo>
                  <a:lnTo>
                    <a:pt x="144" y="0"/>
                  </a:lnTo>
                  <a:cubicBezTo>
                    <a:pt x="60" y="0"/>
                    <a:pt x="1" y="60"/>
                    <a:pt x="1" y="143"/>
                  </a:cubicBezTo>
                  <a:cubicBezTo>
                    <a:pt x="1" y="60"/>
                    <a:pt x="72" y="0"/>
                    <a:pt x="144" y="0"/>
                  </a:cubicBezTo>
                  <a:close/>
                  <a:moveTo>
                    <a:pt x="1" y="143"/>
                  </a:moveTo>
                  <a:cubicBezTo>
                    <a:pt x="1" y="238"/>
                    <a:pt x="60" y="298"/>
                    <a:pt x="144" y="298"/>
                  </a:cubicBezTo>
                  <a:cubicBezTo>
                    <a:pt x="72" y="298"/>
                    <a:pt x="1" y="238"/>
                    <a:pt x="1" y="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3074175" y="2395650"/>
              <a:ext cx="6575" cy="7475"/>
            </a:xfrm>
            <a:custGeom>
              <a:avLst/>
              <a:gdLst/>
              <a:ahLst/>
              <a:cxnLst/>
              <a:rect l="l" t="t" r="r" b="b"/>
              <a:pathLst>
                <a:path w="263" h="299" extrusionOk="0">
                  <a:moveTo>
                    <a:pt x="144" y="1"/>
                  </a:moveTo>
                  <a:cubicBezTo>
                    <a:pt x="60" y="1"/>
                    <a:pt x="1" y="61"/>
                    <a:pt x="1" y="144"/>
                  </a:cubicBezTo>
                  <a:cubicBezTo>
                    <a:pt x="1" y="168"/>
                    <a:pt x="1" y="191"/>
                    <a:pt x="13" y="203"/>
                  </a:cubicBezTo>
                  <a:cubicBezTo>
                    <a:pt x="36" y="263"/>
                    <a:pt x="84" y="299"/>
                    <a:pt x="144" y="299"/>
                  </a:cubicBezTo>
                  <a:cubicBezTo>
                    <a:pt x="191" y="299"/>
                    <a:pt x="215" y="287"/>
                    <a:pt x="251" y="251"/>
                  </a:cubicBezTo>
                  <a:cubicBezTo>
                    <a:pt x="263" y="239"/>
                    <a:pt x="263" y="239"/>
                    <a:pt x="263" y="227"/>
                  </a:cubicBezTo>
                  <a:cubicBezTo>
                    <a:pt x="251" y="168"/>
                    <a:pt x="239" y="84"/>
                    <a:pt x="239" y="25"/>
                  </a:cubicBezTo>
                  <a:cubicBezTo>
                    <a:pt x="203" y="13"/>
                    <a:pt x="179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3048875" y="23956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4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168"/>
                    <a:pt x="1" y="191"/>
                    <a:pt x="13" y="203"/>
                  </a:cubicBezTo>
                  <a:cubicBezTo>
                    <a:pt x="36" y="263"/>
                    <a:pt x="84" y="299"/>
                    <a:pt x="144" y="299"/>
                  </a:cubicBezTo>
                  <a:cubicBezTo>
                    <a:pt x="203" y="299"/>
                    <a:pt x="263" y="251"/>
                    <a:pt x="275" y="203"/>
                  </a:cubicBezTo>
                  <a:cubicBezTo>
                    <a:pt x="298" y="191"/>
                    <a:pt x="298" y="168"/>
                    <a:pt x="298" y="144"/>
                  </a:cubicBezTo>
                  <a:cubicBezTo>
                    <a:pt x="298" y="61"/>
                    <a:pt x="239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>
              <a:off x="3022975" y="2399225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1" y="1"/>
                  </a:moveTo>
                  <a:cubicBezTo>
                    <a:pt x="1" y="25"/>
                    <a:pt x="1" y="48"/>
                    <a:pt x="25" y="60"/>
                  </a:cubicBezTo>
                  <a:cubicBezTo>
                    <a:pt x="25" y="48"/>
                    <a:pt x="25" y="25"/>
                    <a:pt x="1" y="1"/>
                  </a:cubicBezTo>
                  <a:close/>
                  <a:moveTo>
                    <a:pt x="25" y="60"/>
                  </a:moveTo>
                  <a:lnTo>
                    <a:pt x="25" y="60"/>
                  </a:lnTo>
                  <a:cubicBezTo>
                    <a:pt x="49" y="120"/>
                    <a:pt x="96" y="156"/>
                    <a:pt x="156" y="156"/>
                  </a:cubicBezTo>
                  <a:cubicBezTo>
                    <a:pt x="108" y="156"/>
                    <a:pt x="49" y="108"/>
                    <a:pt x="25" y="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>
              <a:off x="3074175" y="2496875"/>
              <a:ext cx="3600" cy="3575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144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60"/>
                    <a:pt x="72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>
              <a:off x="3048875" y="24968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44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72"/>
                    <a:pt x="60" y="0"/>
                    <a:pt x="144" y="0"/>
                  </a:cubicBezTo>
                  <a:close/>
                  <a:moveTo>
                    <a:pt x="144" y="0"/>
                  </a:moveTo>
                  <a:cubicBezTo>
                    <a:pt x="239" y="0"/>
                    <a:pt x="298" y="72"/>
                    <a:pt x="298" y="143"/>
                  </a:cubicBezTo>
                  <a:cubicBezTo>
                    <a:pt x="298" y="60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>
              <a:off x="3074175" y="2471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191" y="298"/>
                    <a:pt x="215" y="286"/>
                    <a:pt x="251" y="250"/>
                  </a:cubicBezTo>
                  <a:cubicBezTo>
                    <a:pt x="275" y="226"/>
                    <a:pt x="298" y="191"/>
                    <a:pt x="298" y="143"/>
                  </a:cubicBezTo>
                  <a:cubicBezTo>
                    <a:pt x="298" y="107"/>
                    <a:pt x="275" y="72"/>
                    <a:pt x="251" y="48"/>
                  </a:cubicBezTo>
                  <a:cubicBezTo>
                    <a:pt x="215" y="12"/>
                    <a:pt x="191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>
              <a:off x="3048875" y="2471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>
              <a:off x="3036075" y="2484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>
              <a:off x="3061375" y="2484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>
              <a:off x="3036075" y="2458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>
              <a:off x="3061375" y="2458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>
              <a:off x="3023575" y="2496875"/>
              <a:ext cx="3600" cy="3575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144" y="0"/>
                  </a:moveTo>
                  <a:cubicBezTo>
                    <a:pt x="72" y="0"/>
                    <a:pt x="13" y="48"/>
                    <a:pt x="1" y="119"/>
                  </a:cubicBezTo>
                  <a:lnTo>
                    <a:pt x="1" y="143"/>
                  </a:lnTo>
                  <a:cubicBezTo>
                    <a:pt x="1" y="72"/>
                    <a:pt x="60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>
              <a:off x="3023575" y="2471575"/>
              <a:ext cx="3600" cy="7450"/>
            </a:xfrm>
            <a:custGeom>
              <a:avLst/>
              <a:gdLst/>
              <a:ahLst/>
              <a:cxnLst/>
              <a:rect l="l" t="t" r="r" b="b"/>
              <a:pathLst>
                <a:path w="144" h="298" extrusionOk="0">
                  <a:moveTo>
                    <a:pt x="144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60"/>
                    <a:pt x="72" y="0"/>
                    <a:pt x="144" y="0"/>
                  </a:cubicBezTo>
                  <a:close/>
                  <a:moveTo>
                    <a:pt x="1" y="143"/>
                  </a:moveTo>
                  <a:lnTo>
                    <a:pt x="1" y="143"/>
                  </a:lnTo>
                  <a:cubicBezTo>
                    <a:pt x="1" y="238"/>
                    <a:pt x="60" y="298"/>
                    <a:pt x="144" y="298"/>
                  </a:cubicBezTo>
                  <a:cubicBezTo>
                    <a:pt x="72" y="298"/>
                    <a:pt x="1" y="238"/>
                    <a:pt x="1" y="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1"/>
            <p:cNvSpPr/>
            <p:nvPr/>
          </p:nvSpPr>
          <p:spPr>
            <a:xfrm>
              <a:off x="3074175" y="2446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191" y="298"/>
                    <a:pt x="215" y="274"/>
                    <a:pt x="251" y="250"/>
                  </a:cubicBezTo>
                  <a:cubicBezTo>
                    <a:pt x="275" y="226"/>
                    <a:pt x="298" y="191"/>
                    <a:pt x="298" y="143"/>
                  </a:cubicBezTo>
                  <a:cubicBezTo>
                    <a:pt x="298" y="107"/>
                    <a:pt x="275" y="71"/>
                    <a:pt x="251" y="48"/>
                  </a:cubicBezTo>
                  <a:cubicBezTo>
                    <a:pt x="215" y="12"/>
                    <a:pt x="191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1"/>
            <p:cNvSpPr/>
            <p:nvPr/>
          </p:nvSpPr>
          <p:spPr>
            <a:xfrm>
              <a:off x="3048875" y="2446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1"/>
            <p:cNvSpPr/>
            <p:nvPr/>
          </p:nvSpPr>
          <p:spPr>
            <a:xfrm>
              <a:off x="3023575" y="2449850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95"/>
                    <a:pt x="60" y="155"/>
                    <a:pt x="144" y="155"/>
                  </a:cubicBezTo>
                  <a:cubicBezTo>
                    <a:pt x="72" y="155"/>
                    <a:pt x="1" y="9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1"/>
            <p:cNvSpPr/>
            <p:nvPr/>
          </p:nvSpPr>
          <p:spPr>
            <a:xfrm>
              <a:off x="3048875" y="2547475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72"/>
                    <a:pt x="60" y="0"/>
                    <a:pt x="144" y="0"/>
                  </a:cubicBezTo>
                  <a:cubicBezTo>
                    <a:pt x="239" y="0"/>
                    <a:pt x="298" y="72"/>
                    <a:pt x="298" y="143"/>
                  </a:cubicBezTo>
                  <a:cubicBezTo>
                    <a:pt x="298" y="72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1"/>
            <p:cNvSpPr/>
            <p:nvPr/>
          </p:nvSpPr>
          <p:spPr>
            <a:xfrm>
              <a:off x="3048875" y="2522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1"/>
            <p:cNvSpPr/>
            <p:nvPr/>
          </p:nvSpPr>
          <p:spPr>
            <a:xfrm>
              <a:off x="3036075" y="2534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1"/>
            <p:cNvSpPr/>
            <p:nvPr/>
          </p:nvSpPr>
          <p:spPr>
            <a:xfrm>
              <a:off x="3061375" y="2534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1"/>
            <p:cNvSpPr/>
            <p:nvPr/>
          </p:nvSpPr>
          <p:spPr>
            <a:xfrm>
              <a:off x="3036075" y="2509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>
              <a:off x="3061375" y="2509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1"/>
            <p:cNvSpPr/>
            <p:nvPr/>
          </p:nvSpPr>
          <p:spPr>
            <a:xfrm>
              <a:off x="3023575" y="2547475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144" y="0"/>
                  </a:moveTo>
                  <a:cubicBezTo>
                    <a:pt x="92" y="0"/>
                    <a:pt x="49" y="28"/>
                    <a:pt x="25" y="65"/>
                  </a:cubicBezTo>
                  <a:lnTo>
                    <a:pt x="25" y="65"/>
                  </a:lnTo>
                  <a:cubicBezTo>
                    <a:pt x="51" y="28"/>
                    <a:pt x="94" y="0"/>
                    <a:pt x="144" y="0"/>
                  </a:cubicBezTo>
                  <a:close/>
                  <a:moveTo>
                    <a:pt x="25" y="65"/>
                  </a:moveTo>
                  <a:cubicBezTo>
                    <a:pt x="13" y="82"/>
                    <a:pt x="4" y="101"/>
                    <a:pt x="1" y="119"/>
                  </a:cubicBezTo>
                  <a:lnTo>
                    <a:pt x="1" y="143"/>
                  </a:lnTo>
                  <a:cubicBezTo>
                    <a:pt x="1" y="116"/>
                    <a:pt x="9" y="89"/>
                    <a:pt x="25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1"/>
            <p:cNvSpPr/>
            <p:nvPr/>
          </p:nvSpPr>
          <p:spPr>
            <a:xfrm>
              <a:off x="3023575" y="2522175"/>
              <a:ext cx="3600" cy="7450"/>
            </a:xfrm>
            <a:custGeom>
              <a:avLst/>
              <a:gdLst/>
              <a:ahLst/>
              <a:cxnLst/>
              <a:rect l="l" t="t" r="r" b="b"/>
              <a:pathLst>
                <a:path w="144" h="298" extrusionOk="0">
                  <a:moveTo>
                    <a:pt x="144" y="0"/>
                  </a:moveTo>
                  <a:cubicBezTo>
                    <a:pt x="103" y="0"/>
                    <a:pt x="68" y="17"/>
                    <a:pt x="43" y="43"/>
                  </a:cubicBezTo>
                  <a:lnTo>
                    <a:pt x="43" y="43"/>
                  </a:lnTo>
                  <a:cubicBezTo>
                    <a:pt x="70" y="16"/>
                    <a:pt x="107" y="0"/>
                    <a:pt x="144" y="0"/>
                  </a:cubicBezTo>
                  <a:close/>
                  <a:moveTo>
                    <a:pt x="43" y="43"/>
                  </a:moveTo>
                  <a:cubicBezTo>
                    <a:pt x="18" y="68"/>
                    <a:pt x="1" y="103"/>
                    <a:pt x="1" y="143"/>
                  </a:cubicBezTo>
                  <a:cubicBezTo>
                    <a:pt x="1" y="106"/>
                    <a:pt x="16" y="70"/>
                    <a:pt x="43" y="43"/>
                  </a:cubicBezTo>
                  <a:close/>
                  <a:moveTo>
                    <a:pt x="1" y="143"/>
                  </a:moveTo>
                  <a:cubicBezTo>
                    <a:pt x="1" y="238"/>
                    <a:pt x="60" y="298"/>
                    <a:pt x="144" y="298"/>
                  </a:cubicBezTo>
                  <a:cubicBezTo>
                    <a:pt x="72" y="298"/>
                    <a:pt x="1" y="238"/>
                    <a:pt x="1" y="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1"/>
            <p:cNvSpPr/>
            <p:nvPr/>
          </p:nvSpPr>
          <p:spPr>
            <a:xfrm>
              <a:off x="3074175" y="2496575"/>
              <a:ext cx="5975" cy="7750"/>
            </a:xfrm>
            <a:custGeom>
              <a:avLst/>
              <a:gdLst/>
              <a:ahLst/>
              <a:cxnLst/>
              <a:rect l="l" t="t" r="r" b="b"/>
              <a:pathLst>
                <a:path w="239" h="310" extrusionOk="0">
                  <a:moveTo>
                    <a:pt x="144" y="0"/>
                  </a:moveTo>
                  <a:cubicBezTo>
                    <a:pt x="60" y="12"/>
                    <a:pt x="1" y="72"/>
                    <a:pt x="1" y="155"/>
                  </a:cubicBezTo>
                  <a:cubicBezTo>
                    <a:pt x="1" y="250"/>
                    <a:pt x="72" y="310"/>
                    <a:pt x="144" y="310"/>
                  </a:cubicBezTo>
                  <a:cubicBezTo>
                    <a:pt x="156" y="310"/>
                    <a:pt x="179" y="310"/>
                    <a:pt x="191" y="298"/>
                  </a:cubicBezTo>
                  <a:lnTo>
                    <a:pt x="239" y="24"/>
                  </a:lnTo>
                  <a:cubicBezTo>
                    <a:pt x="203" y="12"/>
                    <a:pt x="17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>
              <a:off x="3048875" y="2496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3023575" y="2500450"/>
              <a:ext cx="3600" cy="3875"/>
            </a:xfrm>
            <a:custGeom>
              <a:avLst/>
              <a:gdLst/>
              <a:ahLst/>
              <a:cxnLst/>
              <a:rect l="l" t="t" r="r" b="b"/>
              <a:pathLst>
                <a:path w="144" h="155" extrusionOk="0">
                  <a:moveTo>
                    <a:pt x="1" y="0"/>
                  </a:moveTo>
                  <a:cubicBezTo>
                    <a:pt x="1" y="95"/>
                    <a:pt x="60" y="155"/>
                    <a:pt x="144" y="155"/>
                  </a:cubicBezTo>
                  <a:cubicBezTo>
                    <a:pt x="72" y="155"/>
                    <a:pt x="1" y="9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3048875" y="2572775"/>
              <a:ext cx="6575" cy="7450"/>
            </a:xfrm>
            <a:custGeom>
              <a:avLst/>
              <a:gdLst/>
              <a:ahLst/>
              <a:cxnLst/>
              <a:rect l="l" t="t" r="r" b="b"/>
              <a:pathLst>
                <a:path w="263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26"/>
                    <a:pt x="60" y="298"/>
                    <a:pt x="144" y="298"/>
                  </a:cubicBezTo>
                  <a:cubicBezTo>
                    <a:pt x="191" y="226"/>
                    <a:pt x="239" y="131"/>
                    <a:pt x="263" y="60"/>
                  </a:cubicBezTo>
                  <a:cubicBezTo>
                    <a:pt x="239" y="24"/>
                    <a:pt x="191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>
              <a:off x="3036075" y="2585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>
              <a:off x="3036075" y="2559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>
              <a:off x="3023575" y="2598075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144" y="0"/>
                  </a:moveTo>
                  <a:cubicBezTo>
                    <a:pt x="92" y="0"/>
                    <a:pt x="49" y="28"/>
                    <a:pt x="25" y="65"/>
                  </a:cubicBezTo>
                  <a:lnTo>
                    <a:pt x="25" y="65"/>
                  </a:lnTo>
                  <a:cubicBezTo>
                    <a:pt x="51" y="28"/>
                    <a:pt x="94" y="0"/>
                    <a:pt x="144" y="0"/>
                  </a:cubicBezTo>
                  <a:close/>
                  <a:moveTo>
                    <a:pt x="25" y="65"/>
                  </a:moveTo>
                  <a:cubicBezTo>
                    <a:pt x="13" y="82"/>
                    <a:pt x="4" y="101"/>
                    <a:pt x="1" y="119"/>
                  </a:cubicBezTo>
                  <a:lnTo>
                    <a:pt x="1" y="143"/>
                  </a:lnTo>
                  <a:cubicBezTo>
                    <a:pt x="1" y="116"/>
                    <a:pt x="9" y="89"/>
                    <a:pt x="25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>
              <a:off x="3023575" y="2572775"/>
              <a:ext cx="3600" cy="7500"/>
            </a:xfrm>
            <a:custGeom>
              <a:avLst/>
              <a:gdLst/>
              <a:ahLst/>
              <a:cxnLst/>
              <a:rect l="l" t="t" r="r" b="b"/>
              <a:pathLst>
                <a:path w="144" h="300" extrusionOk="0">
                  <a:moveTo>
                    <a:pt x="144" y="0"/>
                  </a:moveTo>
                  <a:cubicBezTo>
                    <a:pt x="103" y="0"/>
                    <a:pt x="68" y="17"/>
                    <a:pt x="43" y="43"/>
                  </a:cubicBezTo>
                  <a:lnTo>
                    <a:pt x="43" y="43"/>
                  </a:lnTo>
                  <a:cubicBezTo>
                    <a:pt x="70" y="16"/>
                    <a:pt x="107" y="0"/>
                    <a:pt x="144" y="0"/>
                  </a:cubicBezTo>
                  <a:close/>
                  <a:moveTo>
                    <a:pt x="43" y="43"/>
                  </a:moveTo>
                  <a:cubicBezTo>
                    <a:pt x="18" y="68"/>
                    <a:pt x="1" y="103"/>
                    <a:pt x="1" y="143"/>
                  </a:cubicBezTo>
                  <a:cubicBezTo>
                    <a:pt x="1" y="106"/>
                    <a:pt x="16" y="70"/>
                    <a:pt x="43" y="43"/>
                  </a:cubicBezTo>
                  <a:close/>
                  <a:moveTo>
                    <a:pt x="1" y="143"/>
                  </a:moveTo>
                  <a:lnTo>
                    <a:pt x="1" y="143"/>
                  </a:lnTo>
                  <a:cubicBezTo>
                    <a:pt x="1" y="231"/>
                    <a:pt x="52" y="299"/>
                    <a:pt x="126" y="299"/>
                  </a:cubicBezTo>
                  <a:cubicBezTo>
                    <a:pt x="131" y="299"/>
                    <a:pt x="137" y="299"/>
                    <a:pt x="144" y="298"/>
                  </a:cubicBezTo>
                  <a:cubicBezTo>
                    <a:pt x="72" y="298"/>
                    <a:pt x="1" y="238"/>
                    <a:pt x="1" y="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>
              <a:off x="3048875" y="2547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167"/>
                    <a:pt x="1" y="191"/>
                    <a:pt x="13" y="203"/>
                  </a:cubicBezTo>
                  <a:cubicBezTo>
                    <a:pt x="36" y="262"/>
                    <a:pt x="84" y="298"/>
                    <a:pt x="144" y="298"/>
                  </a:cubicBezTo>
                  <a:cubicBezTo>
                    <a:pt x="203" y="298"/>
                    <a:pt x="263" y="250"/>
                    <a:pt x="275" y="203"/>
                  </a:cubicBezTo>
                  <a:cubicBezTo>
                    <a:pt x="298" y="191"/>
                    <a:pt x="298" y="167"/>
                    <a:pt x="298" y="143"/>
                  </a:cubicBezTo>
                  <a:cubicBezTo>
                    <a:pt x="298" y="72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>
              <a:off x="3022975" y="2551050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1" y="0"/>
                  </a:moveTo>
                  <a:cubicBezTo>
                    <a:pt x="1" y="24"/>
                    <a:pt x="1" y="48"/>
                    <a:pt x="25" y="60"/>
                  </a:cubicBezTo>
                  <a:cubicBezTo>
                    <a:pt x="25" y="48"/>
                    <a:pt x="25" y="36"/>
                    <a:pt x="1" y="0"/>
                  </a:cubicBezTo>
                  <a:close/>
                  <a:moveTo>
                    <a:pt x="25" y="60"/>
                  </a:moveTo>
                  <a:lnTo>
                    <a:pt x="25" y="60"/>
                  </a:lnTo>
                  <a:cubicBezTo>
                    <a:pt x="49" y="119"/>
                    <a:pt x="96" y="155"/>
                    <a:pt x="156" y="155"/>
                  </a:cubicBezTo>
                  <a:cubicBezTo>
                    <a:pt x="108" y="155"/>
                    <a:pt x="49" y="119"/>
                    <a:pt x="25" y="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>
              <a:off x="3024475" y="2624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>
              <a:off x="3023575" y="2601650"/>
              <a:ext cx="3600" cy="3925"/>
            </a:xfrm>
            <a:custGeom>
              <a:avLst/>
              <a:gdLst/>
              <a:ahLst/>
              <a:cxnLst/>
              <a:rect l="l" t="t" r="r" b="b"/>
              <a:pathLst>
                <a:path w="144" h="157" extrusionOk="0">
                  <a:moveTo>
                    <a:pt x="1" y="0"/>
                  </a:moveTo>
                  <a:cubicBezTo>
                    <a:pt x="1" y="88"/>
                    <a:pt x="52" y="156"/>
                    <a:pt x="126" y="156"/>
                  </a:cubicBezTo>
                  <a:cubicBezTo>
                    <a:pt x="131" y="156"/>
                    <a:pt x="137" y="156"/>
                    <a:pt x="144" y="155"/>
                  </a:cubicBezTo>
                  <a:cubicBezTo>
                    <a:pt x="72" y="155"/>
                    <a:pt x="1" y="9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>
              <a:off x="2998275" y="2243550"/>
              <a:ext cx="5100" cy="3600"/>
            </a:xfrm>
            <a:custGeom>
              <a:avLst/>
              <a:gdLst/>
              <a:ahLst/>
              <a:cxnLst/>
              <a:rect l="l" t="t" r="r" b="b"/>
              <a:pathLst>
                <a:path w="204" h="144" extrusionOk="0">
                  <a:moveTo>
                    <a:pt x="144" y="1"/>
                  </a:moveTo>
                  <a:cubicBezTo>
                    <a:pt x="167" y="1"/>
                    <a:pt x="191" y="13"/>
                    <a:pt x="203" y="13"/>
                  </a:cubicBezTo>
                  <a:cubicBezTo>
                    <a:pt x="191" y="1"/>
                    <a:pt x="155" y="1"/>
                    <a:pt x="144" y="1"/>
                  </a:cubicBezTo>
                  <a:close/>
                  <a:moveTo>
                    <a:pt x="144" y="1"/>
                  </a:moveTo>
                  <a:cubicBezTo>
                    <a:pt x="72" y="1"/>
                    <a:pt x="1" y="49"/>
                    <a:pt x="1" y="144"/>
                  </a:cubicBezTo>
                  <a:cubicBezTo>
                    <a:pt x="1" y="72"/>
                    <a:pt x="60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>
              <a:off x="3005125" y="2245950"/>
              <a:ext cx="625" cy="1200"/>
            </a:xfrm>
            <a:custGeom>
              <a:avLst/>
              <a:gdLst/>
              <a:ahLst/>
              <a:cxnLst/>
              <a:rect l="l" t="t" r="r" b="b"/>
              <a:pathLst>
                <a:path w="25" h="48" extrusionOk="0">
                  <a:moveTo>
                    <a:pt x="1" y="0"/>
                  </a:moveTo>
                  <a:cubicBezTo>
                    <a:pt x="1" y="24"/>
                    <a:pt x="24" y="36"/>
                    <a:pt x="24" y="48"/>
                  </a:cubicBezTo>
                  <a:cubicBezTo>
                    <a:pt x="24" y="36"/>
                    <a:pt x="24" y="24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>
              <a:off x="2985475" y="2230475"/>
              <a:ext cx="7475" cy="7750"/>
            </a:xfrm>
            <a:custGeom>
              <a:avLst/>
              <a:gdLst/>
              <a:ahLst/>
              <a:cxnLst/>
              <a:rect l="l" t="t" r="r" b="b"/>
              <a:pathLst>
                <a:path w="299" h="310" extrusionOk="0">
                  <a:moveTo>
                    <a:pt x="155" y="0"/>
                  </a:moveTo>
                  <a:cubicBezTo>
                    <a:pt x="60" y="12"/>
                    <a:pt x="1" y="83"/>
                    <a:pt x="1" y="167"/>
                  </a:cubicBezTo>
                  <a:cubicBezTo>
                    <a:pt x="1" y="250"/>
                    <a:pt x="72" y="310"/>
                    <a:pt x="155" y="310"/>
                  </a:cubicBezTo>
                  <a:cubicBezTo>
                    <a:pt x="239" y="310"/>
                    <a:pt x="298" y="238"/>
                    <a:pt x="298" y="167"/>
                  </a:cubicBezTo>
                  <a:cubicBezTo>
                    <a:pt x="298" y="143"/>
                    <a:pt x="298" y="131"/>
                    <a:pt x="286" y="107"/>
                  </a:cubicBezTo>
                  <a:lnTo>
                    <a:pt x="191" y="12"/>
                  </a:lnTo>
                  <a:cubicBezTo>
                    <a:pt x="179" y="12"/>
                    <a:pt x="16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>
              <a:off x="3023575" y="2294150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44" y="1"/>
                  </a:moveTo>
                  <a:cubicBezTo>
                    <a:pt x="72" y="1"/>
                    <a:pt x="13" y="37"/>
                    <a:pt x="1" y="120"/>
                  </a:cubicBezTo>
                  <a:lnTo>
                    <a:pt x="1" y="144"/>
                  </a:lnTo>
                  <a:cubicBezTo>
                    <a:pt x="1" y="72"/>
                    <a:pt x="60" y="1"/>
                    <a:pt x="144" y="1"/>
                  </a:cubicBezTo>
                  <a:close/>
                  <a:moveTo>
                    <a:pt x="144" y="1"/>
                  </a:moveTo>
                  <a:cubicBezTo>
                    <a:pt x="215" y="1"/>
                    <a:pt x="298" y="72"/>
                    <a:pt x="298" y="144"/>
                  </a:cubicBezTo>
                  <a:cubicBezTo>
                    <a:pt x="298" y="72"/>
                    <a:pt x="239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>
              <a:off x="3001850" y="2294150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" y="1"/>
                  </a:moveTo>
                  <a:cubicBezTo>
                    <a:pt x="72" y="1"/>
                    <a:pt x="155" y="72"/>
                    <a:pt x="155" y="144"/>
                  </a:cubicBezTo>
                  <a:cubicBezTo>
                    <a:pt x="155" y="72"/>
                    <a:pt x="96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>
              <a:off x="3023575" y="2269450"/>
              <a:ext cx="5975" cy="6875"/>
            </a:xfrm>
            <a:custGeom>
              <a:avLst/>
              <a:gdLst/>
              <a:ahLst/>
              <a:cxnLst/>
              <a:rect l="l" t="t" r="r" b="b"/>
              <a:pathLst>
                <a:path w="239" h="275" extrusionOk="0">
                  <a:moveTo>
                    <a:pt x="60" y="1"/>
                  </a:moveTo>
                  <a:cubicBezTo>
                    <a:pt x="25" y="36"/>
                    <a:pt x="1" y="72"/>
                    <a:pt x="1" y="120"/>
                  </a:cubicBezTo>
                  <a:cubicBezTo>
                    <a:pt x="1" y="215"/>
                    <a:pt x="72" y="275"/>
                    <a:pt x="144" y="275"/>
                  </a:cubicBezTo>
                  <a:cubicBezTo>
                    <a:pt x="179" y="275"/>
                    <a:pt x="215" y="251"/>
                    <a:pt x="239" y="239"/>
                  </a:cubicBezTo>
                  <a:cubicBezTo>
                    <a:pt x="179" y="167"/>
                    <a:pt x="120" y="72"/>
                    <a:pt x="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1"/>
            <p:cNvSpPr/>
            <p:nvPr/>
          </p:nvSpPr>
          <p:spPr>
            <a:xfrm>
              <a:off x="2998275" y="22688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4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15"/>
                    <a:pt x="72" y="299"/>
                    <a:pt x="144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15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1"/>
            <p:cNvSpPr/>
            <p:nvPr/>
          </p:nvSpPr>
          <p:spPr>
            <a:xfrm>
              <a:off x="2985475" y="2281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1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1"/>
            <p:cNvSpPr/>
            <p:nvPr/>
          </p:nvSpPr>
          <p:spPr>
            <a:xfrm>
              <a:off x="3010775" y="2281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71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1"/>
                    <a:pt x="227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1"/>
            <p:cNvSpPr/>
            <p:nvPr/>
          </p:nvSpPr>
          <p:spPr>
            <a:xfrm>
              <a:off x="2985475" y="22560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55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1"/>
            <p:cNvSpPr/>
            <p:nvPr/>
          </p:nvSpPr>
          <p:spPr>
            <a:xfrm>
              <a:off x="3010775" y="22560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6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56" y="299"/>
                  </a:cubicBezTo>
                  <a:cubicBezTo>
                    <a:pt x="227" y="299"/>
                    <a:pt x="286" y="239"/>
                    <a:pt x="298" y="180"/>
                  </a:cubicBezTo>
                  <a:cubicBezTo>
                    <a:pt x="251" y="120"/>
                    <a:pt x="191" y="6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1"/>
            <p:cNvSpPr/>
            <p:nvPr/>
          </p:nvSpPr>
          <p:spPr>
            <a:xfrm>
              <a:off x="2998275" y="2243275"/>
              <a:ext cx="7475" cy="7750"/>
            </a:xfrm>
            <a:custGeom>
              <a:avLst/>
              <a:gdLst/>
              <a:ahLst/>
              <a:cxnLst/>
              <a:rect l="l" t="t" r="r" b="b"/>
              <a:pathLst>
                <a:path w="299" h="310" extrusionOk="0">
                  <a:moveTo>
                    <a:pt x="132" y="0"/>
                  </a:moveTo>
                  <a:cubicBezTo>
                    <a:pt x="60" y="12"/>
                    <a:pt x="1" y="83"/>
                    <a:pt x="1" y="155"/>
                  </a:cubicBezTo>
                  <a:cubicBezTo>
                    <a:pt x="1" y="167"/>
                    <a:pt x="1" y="202"/>
                    <a:pt x="13" y="214"/>
                  </a:cubicBezTo>
                  <a:cubicBezTo>
                    <a:pt x="36" y="274"/>
                    <a:pt x="84" y="310"/>
                    <a:pt x="144" y="310"/>
                  </a:cubicBezTo>
                  <a:cubicBezTo>
                    <a:pt x="203" y="310"/>
                    <a:pt x="263" y="262"/>
                    <a:pt x="275" y="214"/>
                  </a:cubicBezTo>
                  <a:cubicBezTo>
                    <a:pt x="298" y="202"/>
                    <a:pt x="298" y="167"/>
                    <a:pt x="298" y="155"/>
                  </a:cubicBezTo>
                  <a:cubicBezTo>
                    <a:pt x="298" y="143"/>
                    <a:pt x="298" y="131"/>
                    <a:pt x="275" y="107"/>
                  </a:cubicBezTo>
                  <a:lnTo>
                    <a:pt x="191" y="24"/>
                  </a:lnTo>
                  <a:cubicBezTo>
                    <a:pt x="167" y="24"/>
                    <a:pt x="155" y="0"/>
                    <a:pt x="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1"/>
            <p:cNvSpPr/>
            <p:nvPr/>
          </p:nvSpPr>
          <p:spPr>
            <a:xfrm>
              <a:off x="3023575" y="23447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44" y="0"/>
                  </a:moveTo>
                  <a:cubicBezTo>
                    <a:pt x="72" y="0"/>
                    <a:pt x="13" y="36"/>
                    <a:pt x="1" y="119"/>
                  </a:cubicBezTo>
                  <a:lnTo>
                    <a:pt x="1" y="143"/>
                  </a:lnTo>
                  <a:cubicBezTo>
                    <a:pt x="1" y="71"/>
                    <a:pt x="60" y="0"/>
                    <a:pt x="144" y="0"/>
                  </a:cubicBezTo>
                  <a:close/>
                  <a:moveTo>
                    <a:pt x="144" y="0"/>
                  </a:moveTo>
                  <a:cubicBezTo>
                    <a:pt x="215" y="0"/>
                    <a:pt x="298" y="71"/>
                    <a:pt x="298" y="143"/>
                  </a:cubicBezTo>
                  <a:cubicBezTo>
                    <a:pt x="298" y="71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1"/>
            <p:cNvSpPr/>
            <p:nvPr/>
          </p:nvSpPr>
          <p:spPr>
            <a:xfrm>
              <a:off x="3001850" y="2344775"/>
              <a:ext cx="3900" cy="3575"/>
            </a:xfrm>
            <a:custGeom>
              <a:avLst/>
              <a:gdLst/>
              <a:ahLst/>
              <a:cxnLst/>
              <a:rect l="l" t="t" r="r" b="b"/>
              <a:pathLst>
                <a:path w="156" h="143" extrusionOk="0">
                  <a:moveTo>
                    <a:pt x="1" y="0"/>
                  </a:moveTo>
                  <a:cubicBezTo>
                    <a:pt x="72" y="0"/>
                    <a:pt x="155" y="71"/>
                    <a:pt x="155" y="143"/>
                  </a:cubicBezTo>
                  <a:cubicBezTo>
                    <a:pt x="155" y="71"/>
                    <a:pt x="96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1"/>
            <p:cNvSpPr/>
            <p:nvPr/>
          </p:nvSpPr>
          <p:spPr>
            <a:xfrm>
              <a:off x="3023575" y="2319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298" y="71"/>
                    <a:pt x="215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1"/>
            <p:cNvSpPr/>
            <p:nvPr/>
          </p:nvSpPr>
          <p:spPr>
            <a:xfrm>
              <a:off x="2998275" y="2319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298" y="71"/>
                    <a:pt x="215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1"/>
            <p:cNvSpPr/>
            <p:nvPr/>
          </p:nvSpPr>
          <p:spPr>
            <a:xfrm>
              <a:off x="2985475" y="2331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3010775" y="2331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2"/>
                    <a:pt x="227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1"/>
            <p:cNvSpPr/>
            <p:nvPr/>
          </p:nvSpPr>
          <p:spPr>
            <a:xfrm>
              <a:off x="2985475" y="2306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1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1"/>
            <p:cNvSpPr/>
            <p:nvPr/>
          </p:nvSpPr>
          <p:spPr>
            <a:xfrm>
              <a:off x="3010775" y="2306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71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1"/>
                    <a:pt x="227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1"/>
            <p:cNvSpPr/>
            <p:nvPr/>
          </p:nvSpPr>
          <p:spPr>
            <a:xfrm>
              <a:off x="3023575" y="22941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4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72" y="299"/>
                    <a:pt x="144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15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1"/>
            <p:cNvSpPr/>
            <p:nvPr/>
          </p:nvSpPr>
          <p:spPr>
            <a:xfrm>
              <a:off x="2998275" y="22941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4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72" y="299"/>
                    <a:pt x="144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15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3023575" y="2395650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44" y="1"/>
                  </a:moveTo>
                  <a:lnTo>
                    <a:pt x="144" y="1"/>
                  </a:lnTo>
                  <a:cubicBezTo>
                    <a:pt x="93" y="1"/>
                    <a:pt x="50" y="23"/>
                    <a:pt x="25" y="60"/>
                  </a:cubicBezTo>
                  <a:lnTo>
                    <a:pt x="25" y="60"/>
                  </a:lnTo>
                  <a:cubicBezTo>
                    <a:pt x="52" y="23"/>
                    <a:pt x="95" y="1"/>
                    <a:pt x="144" y="1"/>
                  </a:cubicBezTo>
                  <a:close/>
                  <a:moveTo>
                    <a:pt x="25" y="60"/>
                  </a:moveTo>
                  <a:cubicBezTo>
                    <a:pt x="13" y="77"/>
                    <a:pt x="4" y="97"/>
                    <a:pt x="1" y="120"/>
                  </a:cubicBezTo>
                  <a:lnTo>
                    <a:pt x="1" y="144"/>
                  </a:lnTo>
                  <a:cubicBezTo>
                    <a:pt x="1" y="112"/>
                    <a:pt x="10" y="83"/>
                    <a:pt x="25" y="60"/>
                  </a:cubicBezTo>
                  <a:close/>
                  <a:moveTo>
                    <a:pt x="144" y="1"/>
                  </a:moveTo>
                  <a:lnTo>
                    <a:pt x="144" y="1"/>
                  </a:lnTo>
                  <a:cubicBezTo>
                    <a:pt x="215" y="1"/>
                    <a:pt x="298" y="61"/>
                    <a:pt x="298" y="144"/>
                  </a:cubicBezTo>
                  <a:cubicBezTo>
                    <a:pt x="298" y="72"/>
                    <a:pt x="239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1"/>
            <p:cNvSpPr/>
            <p:nvPr/>
          </p:nvSpPr>
          <p:spPr>
            <a:xfrm>
              <a:off x="2998275" y="2395650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44" y="1"/>
                  </a:moveTo>
                  <a:cubicBezTo>
                    <a:pt x="60" y="1"/>
                    <a:pt x="1" y="61"/>
                    <a:pt x="1" y="144"/>
                  </a:cubicBezTo>
                  <a:cubicBezTo>
                    <a:pt x="1" y="72"/>
                    <a:pt x="60" y="1"/>
                    <a:pt x="144" y="1"/>
                  </a:cubicBezTo>
                  <a:close/>
                  <a:moveTo>
                    <a:pt x="144" y="1"/>
                  </a:moveTo>
                  <a:cubicBezTo>
                    <a:pt x="215" y="1"/>
                    <a:pt x="298" y="61"/>
                    <a:pt x="298" y="144"/>
                  </a:cubicBezTo>
                  <a:cubicBezTo>
                    <a:pt x="298" y="72"/>
                    <a:pt x="239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1"/>
            <p:cNvSpPr/>
            <p:nvPr/>
          </p:nvSpPr>
          <p:spPr>
            <a:xfrm>
              <a:off x="3023575" y="23703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4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72" y="299"/>
                    <a:pt x="144" y="299"/>
                  </a:cubicBezTo>
                  <a:cubicBezTo>
                    <a:pt x="239" y="299"/>
                    <a:pt x="298" y="227"/>
                    <a:pt x="298" y="144"/>
                  </a:cubicBezTo>
                  <a:cubicBezTo>
                    <a:pt x="298" y="60"/>
                    <a:pt x="215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2998275" y="23703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4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72" y="299"/>
                    <a:pt x="144" y="299"/>
                  </a:cubicBezTo>
                  <a:cubicBezTo>
                    <a:pt x="239" y="299"/>
                    <a:pt x="298" y="227"/>
                    <a:pt x="298" y="144"/>
                  </a:cubicBezTo>
                  <a:cubicBezTo>
                    <a:pt x="298" y="60"/>
                    <a:pt x="215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2985475" y="2382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3010775" y="2382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2985475" y="23575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84"/>
                    <a:pt x="1" y="156"/>
                  </a:cubicBezTo>
                  <a:cubicBezTo>
                    <a:pt x="1" y="239"/>
                    <a:pt x="72" y="299"/>
                    <a:pt x="155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61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3010775" y="23575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6" y="1"/>
                  </a:moveTo>
                  <a:cubicBezTo>
                    <a:pt x="60" y="1"/>
                    <a:pt x="1" y="84"/>
                    <a:pt x="1" y="156"/>
                  </a:cubicBezTo>
                  <a:cubicBezTo>
                    <a:pt x="1" y="239"/>
                    <a:pt x="72" y="299"/>
                    <a:pt x="156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61"/>
                    <a:pt x="227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3023575" y="2344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298" y="71"/>
                    <a:pt x="215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2998275" y="2344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298" y="71"/>
                    <a:pt x="215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3023575" y="24462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44" y="0"/>
                  </a:moveTo>
                  <a:cubicBezTo>
                    <a:pt x="93" y="0"/>
                    <a:pt x="50" y="22"/>
                    <a:pt x="25" y="59"/>
                  </a:cubicBezTo>
                  <a:lnTo>
                    <a:pt x="25" y="59"/>
                  </a:lnTo>
                  <a:cubicBezTo>
                    <a:pt x="52" y="22"/>
                    <a:pt x="95" y="0"/>
                    <a:pt x="144" y="0"/>
                  </a:cubicBezTo>
                  <a:close/>
                  <a:moveTo>
                    <a:pt x="25" y="59"/>
                  </a:moveTo>
                  <a:cubicBezTo>
                    <a:pt x="13" y="76"/>
                    <a:pt x="4" y="96"/>
                    <a:pt x="1" y="119"/>
                  </a:cubicBezTo>
                  <a:lnTo>
                    <a:pt x="1" y="143"/>
                  </a:lnTo>
                  <a:cubicBezTo>
                    <a:pt x="1" y="111"/>
                    <a:pt x="10" y="82"/>
                    <a:pt x="25" y="59"/>
                  </a:cubicBezTo>
                  <a:close/>
                  <a:moveTo>
                    <a:pt x="144" y="0"/>
                  </a:moveTo>
                  <a:lnTo>
                    <a:pt x="144" y="0"/>
                  </a:lnTo>
                  <a:cubicBezTo>
                    <a:pt x="215" y="0"/>
                    <a:pt x="298" y="60"/>
                    <a:pt x="298" y="143"/>
                  </a:cubicBezTo>
                  <a:cubicBezTo>
                    <a:pt x="298" y="71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2998275" y="24462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44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71"/>
                    <a:pt x="60" y="0"/>
                    <a:pt x="144" y="0"/>
                  </a:cubicBezTo>
                  <a:close/>
                  <a:moveTo>
                    <a:pt x="144" y="0"/>
                  </a:moveTo>
                  <a:cubicBezTo>
                    <a:pt x="215" y="0"/>
                    <a:pt x="298" y="60"/>
                    <a:pt x="298" y="143"/>
                  </a:cubicBezTo>
                  <a:cubicBezTo>
                    <a:pt x="298" y="71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3023575" y="2420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26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1"/>
                    <a:pt x="215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2998275" y="2420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26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1"/>
                    <a:pt x="215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2985475" y="2433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3010775" y="2433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2985475" y="2408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3010775" y="2408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3023575" y="23956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4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168"/>
                    <a:pt x="1" y="191"/>
                    <a:pt x="13" y="203"/>
                  </a:cubicBezTo>
                  <a:cubicBezTo>
                    <a:pt x="36" y="263"/>
                    <a:pt x="84" y="299"/>
                    <a:pt x="144" y="299"/>
                  </a:cubicBezTo>
                  <a:cubicBezTo>
                    <a:pt x="203" y="299"/>
                    <a:pt x="263" y="251"/>
                    <a:pt x="275" y="203"/>
                  </a:cubicBezTo>
                  <a:cubicBezTo>
                    <a:pt x="298" y="191"/>
                    <a:pt x="298" y="168"/>
                    <a:pt x="298" y="144"/>
                  </a:cubicBezTo>
                  <a:cubicBezTo>
                    <a:pt x="298" y="61"/>
                    <a:pt x="215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2998275" y="23956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4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168"/>
                    <a:pt x="1" y="191"/>
                    <a:pt x="13" y="203"/>
                  </a:cubicBezTo>
                  <a:cubicBezTo>
                    <a:pt x="36" y="263"/>
                    <a:pt x="84" y="299"/>
                    <a:pt x="144" y="299"/>
                  </a:cubicBezTo>
                  <a:cubicBezTo>
                    <a:pt x="203" y="299"/>
                    <a:pt x="263" y="251"/>
                    <a:pt x="275" y="203"/>
                  </a:cubicBezTo>
                  <a:cubicBezTo>
                    <a:pt x="298" y="191"/>
                    <a:pt x="298" y="168"/>
                    <a:pt x="298" y="144"/>
                  </a:cubicBezTo>
                  <a:cubicBezTo>
                    <a:pt x="298" y="61"/>
                    <a:pt x="215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1"/>
            <p:cNvSpPr/>
            <p:nvPr/>
          </p:nvSpPr>
          <p:spPr>
            <a:xfrm>
              <a:off x="3023575" y="24968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44" y="0"/>
                  </a:moveTo>
                  <a:cubicBezTo>
                    <a:pt x="93" y="0"/>
                    <a:pt x="50" y="22"/>
                    <a:pt x="25" y="59"/>
                  </a:cubicBezTo>
                  <a:lnTo>
                    <a:pt x="25" y="59"/>
                  </a:lnTo>
                  <a:cubicBezTo>
                    <a:pt x="52" y="22"/>
                    <a:pt x="95" y="0"/>
                    <a:pt x="144" y="0"/>
                  </a:cubicBezTo>
                  <a:close/>
                  <a:moveTo>
                    <a:pt x="25" y="59"/>
                  </a:moveTo>
                  <a:lnTo>
                    <a:pt x="25" y="59"/>
                  </a:lnTo>
                  <a:cubicBezTo>
                    <a:pt x="13" y="76"/>
                    <a:pt x="4" y="96"/>
                    <a:pt x="1" y="119"/>
                  </a:cubicBezTo>
                  <a:lnTo>
                    <a:pt x="1" y="143"/>
                  </a:lnTo>
                  <a:cubicBezTo>
                    <a:pt x="1" y="111"/>
                    <a:pt x="10" y="82"/>
                    <a:pt x="25" y="59"/>
                  </a:cubicBezTo>
                  <a:close/>
                  <a:moveTo>
                    <a:pt x="144" y="0"/>
                  </a:moveTo>
                  <a:lnTo>
                    <a:pt x="144" y="0"/>
                  </a:lnTo>
                  <a:cubicBezTo>
                    <a:pt x="215" y="0"/>
                    <a:pt x="298" y="60"/>
                    <a:pt x="298" y="143"/>
                  </a:cubicBezTo>
                  <a:cubicBezTo>
                    <a:pt x="298" y="72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1"/>
            <p:cNvSpPr/>
            <p:nvPr/>
          </p:nvSpPr>
          <p:spPr>
            <a:xfrm>
              <a:off x="2998275" y="24968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44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72"/>
                    <a:pt x="60" y="0"/>
                    <a:pt x="144" y="0"/>
                  </a:cubicBezTo>
                  <a:close/>
                  <a:moveTo>
                    <a:pt x="144" y="0"/>
                  </a:moveTo>
                  <a:cubicBezTo>
                    <a:pt x="215" y="0"/>
                    <a:pt x="298" y="60"/>
                    <a:pt x="298" y="143"/>
                  </a:cubicBezTo>
                  <a:cubicBezTo>
                    <a:pt x="298" y="72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1"/>
            <p:cNvSpPr/>
            <p:nvPr/>
          </p:nvSpPr>
          <p:spPr>
            <a:xfrm>
              <a:off x="3023575" y="2471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15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1"/>
            <p:cNvSpPr/>
            <p:nvPr/>
          </p:nvSpPr>
          <p:spPr>
            <a:xfrm>
              <a:off x="2998275" y="2471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15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1"/>
            <p:cNvSpPr/>
            <p:nvPr/>
          </p:nvSpPr>
          <p:spPr>
            <a:xfrm>
              <a:off x="2985475" y="2484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1"/>
            <p:cNvSpPr/>
            <p:nvPr/>
          </p:nvSpPr>
          <p:spPr>
            <a:xfrm>
              <a:off x="3010775" y="2484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1"/>
            <p:cNvSpPr/>
            <p:nvPr/>
          </p:nvSpPr>
          <p:spPr>
            <a:xfrm>
              <a:off x="2985475" y="2458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1"/>
            <p:cNvSpPr/>
            <p:nvPr/>
          </p:nvSpPr>
          <p:spPr>
            <a:xfrm>
              <a:off x="3010775" y="2458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1"/>
            <p:cNvSpPr/>
            <p:nvPr/>
          </p:nvSpPr>
          <p:spPr>
            <a:xfrm>
              <a:off x="3023575" y="2446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15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1"/>
            <p:cNvSpPr/>
            <p:nvPr/>
          </p:nvSpPr>
          <p:spPr>
            <a:xfrm>
              <a:off x="2998275" y="2446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15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1"/>
            <p:cNvSpPr/>
            <p:nvPr/>
          </p:nvSpPr>
          <p:spPr>
            <a:xfrm>
              <a:off x="3023575" y="2547475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44" y="0"/>
                  </a:moveTo>
                  <a:cubicBezTo>
                    <a:pt x="72" y="0"/>
                    <a:pt x="13" y="48"/>
                    <a:pt x="1" y="119"/>
                  </a:cubicBezTo>
                  <a:lnTo>
                    <a:pt x="1" y="143"/>
                  </a:lnTo>
                  <a:cubicBezTo>
                    <a:pt x="1" y="72"/>
                    <a:pt x="60" y="0"/>
                    <a:pt x="144" y="0"/>
                  </a:cubicBezTo>
                  <a:close/>
                  <a:moveTo>
                    <a:pt x="144" y="0"/>
                  </a:moveTo>
                  <a:cubicBezTo>
                    <a:pt x="215" y="0"/>
                    <a:pt x="298" y="72"/>
                    <a:pt x="298" y="143"/>
                  </a:cubicBezTo>
                  <a:cubicBezTo>
                    <a:pt x="298" y="72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1"/>
            <p:cNvSpPr/>
            <p:nvPr/>
          </p:nvSpPr>
          <p:spPr>
            <a:xfrm>
              <a:off x="3001850" y="2547475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" y="0"/>
                  </a:moveTo>
                  <a:cubicBezTo>
                    <a:pt x="72" y="0"/>
                    <a:pt x="155" y="72"/>
                    <a:pt x="155" y="143"/>
                  </a:cubicBezTo>
                  <a:cubicBezTo>
                    <a:pt x="155" y="72"/>
                    <a:pt x="96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1"/>
            <p:cNvSpPr/>
            <p:nvPr/>
          </p:nvSpPr>
          <p:spPr>
            <a:xfrm>
              <a:off x="3023575" y="2522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15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1"/>
            <p:cNvSpPr/>
            <p:nvPr/>
          </p:nvSpPr>
          <p:spPr>
            <a:xfrm>
              <a:off x="2998275" y="2522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15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1"/>
            <p:cNvSpPr/>
            <p:nvPr/>
          </p:nvSpPr>
          <p:spPr>
            <a:xfrm>
              <a:off x="2985475" y="2534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1"/>
            <p:cNvSpPr/>
            <p:nvPr/>
          </p:nvSpPr>
          <p:spPr>
            <a:xfrm>
              <a:off x="3010775" y="2534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1"/>
            <p:cNvSpPr/>
            <p:nvPr/>
          </p:nvSpPr>
          <p:spPr>
            <a:xfrm>
              <a:off x="2985475" y="2509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1"/>
            <p:cNvSpPr/>
            <p:nvPr/>
          </p:nvSpPr>
          <p:spPr>
            <a:xfrm>
              <a:off x="3010775" y="2509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1"/>
            <p:cNvSpPr/>
            <p:nvPr/>
          </p:nvSpPr>
          <p:spPr>
            <a:xfrm>
              <a:off x="3023575" y="2496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15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1"/>
            <p:cNvSpPr/>
            <p:nvPr/>
          </p:nvSpPr>
          <p:spPr>
            <a:xfrm>
              <a:off x="2998275" y="2496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15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1"/>
            <p:cNvSpPr/>
            <p:nvPr/>
          </p:nvSpPr>
          <p:spPr>
            <a:xfrm>
              <a:off x="3023575" y="2598075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44" y="0"/>
                  </a:moveTo>
                  <a:cubicBezTo>
                    <a:pt x="72" y="0"/>
                    <a:pt x="13" y="48"/>
                    <a:pt x="1" y="119"/>
                  </a:cubicBezTo>
                  <a:lnTo>
                    <a:pt x="1" y="143"/>
                  </a:lnTo>
                  <a:cubicBezTo>
                    <a:pt x="1" y="72"/>
                    <a:pt x="60" y="0"/>
                    <a:pt x="144" y="0"/>
                  </a:cubicBezTo>
                  <a:close/>
                  <a:moveTo>
                    <a:pt x="144" y="0"/>
                  </a:moveTo>
                  <a:cubicBezTo>
                    <a:pt x="215" y="0"/>
                    <a:pt x="298" y="72"/>
                    <a:pt x="298" y="143"/>
                  </a:cubicBezTo>
                  <a:cubicBezTo>
                    <a:pt x="298" y="72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1"/>
            <p:cNvSpPr/>
            <p:nvPr/>
          </p:nvSpPr>
          <p:spPr>
            <a:xfrm>
              <a:off x="3001850" y="2598075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" y="0"/>
                  </a:moveTo>
                  <a:cubicBezTo>
                    <a:pt x="72" y="0"/>
                    <a:pt x="155" y="72"/>
                    <a:pt x="155" y="143"/>
                  </a:cubicBezTo>
                  <a:cubicBezTo>
                    <a:pt x="155" y="72"/>
                    <a:pt x="96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1"/>
            <p:cNvSpPr/>
            <p:nvPr/>
          </p:nvSpPr>
          <p:spPr>
            <a:xfrm>
              <a:off x="3023575" y="2572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26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15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1"/>
            <p:cNvSpPr/>
            <p:nvPr/>
          </p:nvSpPr>
          <p:spPr>
            <a:xfrm>
              <a:off x="2998275" y="2572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26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15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1"/>
            <p:cNvSpPr/>
            <p:nvPr/>
          </p:nvSpPr>
          <p:spPr>
            <a:xfrm>
              <a:off x="2985475" y="2585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1"/>
            <p:cNvSpPr/>
            <p:nvPr/>
          </p:nvSpPr>
          <p:spPr>
            <a:xfrm>
              <a:off x="3010775" y="2585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1"/>
            <p:cNvSpPr/>
            <p:nvPr/>
          </p:nvSpPr>
          <p:spPr>
            <a:xfrm>
              <a:off x="2985475" y="2559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1"/>
            <p:cNvSpPr/>
            <p:nvPr/>
          </p:nvSpPr>
          <p:spPr>
            <a:xfrm>
              <a:off x="3010775" y="2559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1"/>
            <p:cNvSpPr/>
            <p:nvPr/>
          </p:nvSpPr>
          <p:spPr>
            <a:xfrm>
              <a:off x="3023575" y="2547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167"/>
                    <a:pt x="1" y="191"/>
                    <a:pt x="13" y="203"/>
                  </a:cubicBezTo>
                  <a:cubicBezTo>
                    <a:pt x="36" y="262"/>
                    <a:pt x="84" y="298"/>
                    <a:pt x="144" y="298"/>
                  </a:cubicBezTo>
                  <a:cubicBezTo>
                    <a:pt x="203" y="298"/>
                    <a:pt x="263" y="250"/>
                    <a:pt x="275" y="203"/>
                  </a:cubicBezTo>
                  <a:cubicBezTo>
                    <a:pt x="298" y="191"/>
                    <a:pt x="298" y="167"/>
                    <a:pt x="298" y="143"/>
                  </a:cubicBezTo>
                  <a:cubicBezTo>
                    <a:pt x="298" y="72"/>
                    <a:pt x="215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1"/>
            <p:cNvSpPr/>
            <p:nvPr/>
          </p:nvSpPr>
          <p:spPr>
            <a:xfrm>
              <a:off x="2998275" y="2547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167"/>
                    <a:pt x="1" y="191"/>
                    <a:pt x="13" y="203"/>
                  </a:cubicBezTo>
                  <a:cubicBezTo>
                    <a:pt x="36" y="262"/>
                    <a:pt x="84" y="298"/>
                    <a:pt x="144" y="298"/>
                  </a:cubicBezTo>
                  <a:cubicBezTo>
                    <a:pt x="203" y="298"/>
                    <a:pt x="263" y="250"/>
                    <a:pt x="275" y="203"/>
                  </a:cubicBezTo>
                  <a:cubicBezTo>
                    <a:pt x="298" y="191"/>
                    <a:pt x="298" y="167"/>
                    <a:pt x="298" y="143"/>
                  </a:cubicBezTo>
                  <a:cubicBezTo>
                    <a:pt x="298" y="72"/>
                    <a:pt x="215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1"/>
            <p:cNvSpPr/>
            <p:nvPr/>
          </p:nvSpPr>
          <p:spPr>
            <a:xfrm>
              <a:off x="2998275" y="2648925"/>
              <a:ext cx="5100" cy="3925"/>
            </a:xfrm>
            <a:custGeom>
              <a:avLst/>
              <a:gdLst/>
              <a:ahLst/>
              <a:cxnLst/>
              <a:rect l="l" t="t" r="r" b="b"/>
              <a:pathLst>
                <a:path w="204" h="157" extrusionOk="0">
                  <a:moveTo>
                    <a:pt x="144" y="2"/>
                  </a:moveTo>
                  <a:cubicBezTo>
                    <a:pt x="155" y="2"/>
                    <a:pt x="191" y="2"/>
                    <a:pt x="203" y="14"/>
                  </a:cubicBezTo>
                  <a:cubicBezTo>
                    <a:pt x="191" y="2"/>
                    <a:pt x="179" y="2"/>
                    <a:pt x="144" y="2"/>
                  </a:cubicBezTo>
                  <a:close/>
                  <a:moveTo>
                    <a:pt x="126" y="1"/>
                  </a:moveTo>
                  <a:cubicBezTo>
                    <a:pt x="52" y="1"/>
                    <a:pt x="1" y="69"/>
                    <a:pt x="1" y="157"/>
                  </a:cubicBezTo>
                  <a:cubicBezTo>
                    <a:pt x="1" y="62"/>
                    <a:pt x="72" y="2"/>
                    <a:pt x="144" y="2"/>
                  </a:cubicBezTo>
                  <a:cubicBezTo>
                    <a:pt x="137" y="1"/>
                    <a:pt x="131" y="1"/>
                    <a:pt x="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1"/>
            <p:cNvSpPr/>
            <p:nvPr/>
          </p:nvSpPr>
          <p:spPr>
            <a:xfrm>
              <a:off x="3024475" y="26245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1"/>
            <p:cNvSpPr/>
            <p:nvPr/>
          </p:nvSpPr>
          <p:spPr>
            <a:xfrm>
              <a:off x="2998275" y="2623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15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1"/>
            <p:cNvSpPr/>
            <p:nvPr/>
          </p:nvSpPr>
          <p:spPr>
            <a:xfrm>
              <a:off x="2985475" y="2635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1"/>
            <p:cNvSpPr/>
            <p:nvPr/>
          </p:nvSpPr>
          <p:spPr>
            <a:xfrm>
              <a:off x="3010775" y="2636375"/>
              <a:ext cx="4500" cy="4875"/>
            </a:xfrm>
            <a:custGeom>
              <a:avLst/>
              <a:gdLst/>
              <a:ahLst/>
              <a:cxnLst/>
              <a:rect l="l" t="t" r="r" b="b"/>
              <a:pathLst>
                <a:path w="180" h="195" extrusionOk="0">
                  <a:moveTo>
                    <a:pt x="123" y="0"/>
                  </a:moveTo>
                  <a:cubicBezTo>
                    <a:pt x="47" y="0"/>
                    <a:pt x="1" y="74"/>
                    <a:pt x="1" y="147"/>
                  </a:cubicBezTo>
                  <a:cubicBezTo>
                    <a:pt x="1" y="159"/>
                    <a:pt x="1" y="183"/>
                    <a:pt x="13" y="195"/>
                  </a:cubicBezTo>
                  <a:cubicBezTo>
                    <a:pt x="72" y="135"/>
                    <a:pt x="132" y="64"/>
                    <a:pt x="179" y="4"/>
                  </a:cubicBezTo>
                  <a:lnTo>
                    <a:pt x="156" y="4"/>
                  </a:lnTo>
                  <a:cubicBezTo>
                    <a:pt x="144" y="1"/>
                    <a:pt x="134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1"/>
            <p:cNvSpPr/>
            <p:nvPr/>
          </p:nvSpPr>
          <p:spPr>
            <a:xfrm>
              <a:off x="2985475" y="2610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1"/>
            <p:cNvSpPr/>
            <p:nvPr/>
          </p:nvSpPr>
          <p:spPr>
            <a:xfrm>
              <a:off x="3010775" y="2610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6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27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1"/>
            <p:cNvSpPr/>
            <p:nvPr/>
          </p:nvSpPr>
          <p:spPr>
            <a:xfrm>
              <a:off x="3023575" y="2598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15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1"/>
            <p:cNvSpPr/>
            <p:nvPr/>
          </p:nvSpPr>
          <p:spPr>
            <a:xfrm>
              <a:off x="2998275" y="2598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15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1"/>
            <p:cNvSpPr/>
            <p:nvPr/>
          </p:nvSpPr>
          <p:spPr>
            <a:xfrm>
              <a:off x="2985475" y="2661675"/>
              <a:ext cx="5675" cy="4875"/>
            </a:xfrm>
            <a:custGeom>
              <a:avLst/>
              <a:gdLst/>
              <a:ahLst/>
              <a:cxnLst/>
              <a:rect l="l" t="t" r="r" b="b"/>
              <a:pathLst>
                <a:path w="227" h="195" extrusionOk="0">
                  <a:moveTo>
                    <a:pt x="131" y="0"/>
                  </a:moveTo>
                  <a:cubicBezTo>
                    <a:pt x="47" y="0"/>
                    <a:pt x="1" y="74"/>
                    <a:pt x="1" y="147"/>
                  </a:cubicBezTo>
                  <a:cubicBezTo>
                    <a:pt x="1" y="159"/>
                    <a:pt x="1" y="183"/>
                    <a:pt x="13" y="195"/>
                  </a:cubicBezTo>
                  <a:cubicBezTo>
                    <a:pt x="96" y="135"/>
                    <a:pt x="155" y="76"/>
                    <a:pt x="227" y="16"/>
                  </a:cubicBezTo>
                  <a:cubicBezTo>
                    <a:pt x="215" y="4"/>
                    <a:pt x="179" y="4"/>
                    <a:pt x="167" y="4"/>
                  </a:cubicBezTo>
                  <a:cubicBezTo>
                    <a:pt x="155" y="1"/>
                    <a:pt x="143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1"/>
            <p:cNvSpPr/>
            <p:nvPr/>
          </p:nvSpPr>
          <p:spPr>
            <a:xfrm>
              <a:off x="2998275" y="2648925"/>
              <a:ext cx="5100" cy="5725"/>
            </a:xfrm>
            <a:custGeom>
              <a:avLst/>
              <a:gdLst/>
              <a:ahLst/>
              <a:cxnLst/>
              <a:rect l="l" t="t" r="r" b="b"/>
              <a:pathLst>
                <a:path w="204" h="229" extrusionOk="0">
                  <a:moveTo>
                    <a:pt x="126" y="1"/>
                  </a:moveTo>
                  <a:cubicBezTo>
                    <a:pt x="52" y="1"/>
                    <a:pt x="1" y="69"/>
                    <a:pt x="1" y="157"/>
                  </a:cubicBezTo>
                  <a:cubicBezTo>
                    <a:pt x="1" y="181"/>
                    <a:pt x="13" y="193"/>
                    <a:pt x="13" y="228"/>
                  </a:cubicBezTo>
                  <a:cubicBezTo>
                    <a:pt x="84" y="157"/>
                    <a:pt x="144" y="97"/>
                    <a:pt x="203" y="14"/>
                  </a:cubicBezTo>
                  <a:cubicBezTo>
                    <a:pt x="191" y="2"/>
                    <a:pt x="155" y="2"/>
                    <a:pt x="144" y="2"/>
                  </a:cubicBezTo>
                  <a:cubicBezTo>
                    <a:pt x="137" y="1"/>
                    <a:pt x="131" y="1"/>
                    <a:pt x="1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1"/>
            <p:cNvSpPr/>
            <p:nvPr/>
          </p:nvSpPr>
          <p:spPr>
            <a:xfrm>
              <a:off x="2922375" y="2192950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143" y="1"/>
                  </a:moveTo>
                  <a:cubicBezTo>
                    <a:pt x="72" y="1"/>
                    <a:pt x="12" y="37"/>
                    <a:pt x="1" y="120"/>
                  </a:cubicBezTo>
                  <a:lnTo>
                    <a:pt x="1" y="144"/>
                  </a:lnTo>
                  <a:cubicBezTo>
                    <a:pt x="1" y="72"/>
                    <a:pt x="60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1"/>
            <p:cNvSpPr/>
            <p:nvPr/>
          </p:nvSpPr>
          <p:spPr>
            <a:xfrm>
              <a:off x="2972975" y="2243550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44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72"/>
                    <a:pt x="60" y="1"/>
                    <a:pt x="144" y="1"/>
                  </a:cubicBezTo>
                  <a:cubicBezTo>
                    <a:pt x="191" y="1"/>
                    <a:pt x="215" y="13"/>
                    <a:pt x="251" y="37"/>
                  </a:cubicBezTo>
                  <a:cubicBezTo>
                    <a:pt x="274" y="72"/>
                    <a:pt x="298" y="96"/>
                    <a:pt x="298" y="144"/>
                  </a:cubicBezTo>
                  <a:cubicBezTo>
                    <a:pt x="298" y="96"/>
                    <a:pt x="274" y="72"/>
                    <a:pt x="251" y="37"/>
                  </a:cubicBezTo>
                  <a:cubicBezTo>
                    <a:pt x="215" y="13"/>
                    <a:pt x="191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1"/>
            <p:cNvSpPr/>
            <p:nvPr/>
          </p:nvSpPr>
          <p:spPr>
            <a:xfrm>
              <a:off x="2947075" y="2243550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67" y="1"/>
                  </a:moveTo>
                  <a:lnTo>
                    <a:pt x="167" y="1"/>
                  </a:lnTo>
                  <a:cubicBezTo>
                    <a:pt x="84" y="1"/>
                    <a:pt x="1" y="72"/>
                    <a:pt x="25" y="144"/>
                  </a:cubicBezTo>
                  <a:cubicBezTo>
                    <a:pt x="25" y="72"/>
                    <a:pt x="84" y="1"/>
                    <a:pt x="167" y="1"/>
                  </a:cubicBezTo>
                  <a:close/>
                  <a:moveTo>
                    <a:pt x="167" y="1"/>
                  </a:moveTo>
                  <a:cubicBezTo>
                    <a:pt x="239" y="1"/>
                    <a:pt x="322" y="72"/>
                    <a:pt x="322" y="144"/>
                  </a:cubicBezTo>
                  <a:cubicBezTo>
                    <a:pt x="322" y="72"/>
                    <a:pt x="263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1"/>
            <p:cNvSpPr/>
            <p:nvPr/>
          </p:nvSpPr>
          <p:spPr>
            <a:xfrm>
              <a:off x="2972975" y="22182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20" y="1"/>
                  </a:moveTo>
                  <a:cubicBezTo>
                    <a:pt x="36" y="25"/>
                    <a:pt x="1" y="72"/>
                    <a:pt x="1" y="144"/>
                  </a:cubicBezTo>
                  <a:cubicBezTo>
                    <a:pt x="1" y="239"/>
                    <a:pt x="72" y="299"/>
                    <a:pt x="144" y="299"/>
                  </a:cubicBezTo>
                  <a:cubicBezTo>
                    <a:pt x="191" y="299"/>
                    <a:pt x="215" y="275"/>
                    <a:pt x="251" y="251"/>
                  </a:cubicBezTo>
                  <a:cubicBezTo>
                    <a:pt x="274" y="215"/>
                    <a:pt x="298" y="191"/>
                    <a:pt x="298" y="144"/>
                  </a:cubicBezTo>
                  <a:cubicBezTo>
                    <a:pt x="239" y="96"/>
                    <a:pt x="179" y="37"/>
                    <a:pt x="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2947675" y="22182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2934875" y="22307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55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2960175" y="22307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55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2934875" y="22054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55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2959875" y="2206650"/>
              <a:ext cx="7175" cy="6275"/>
            </a:xfrm>
            <a:custGeom>
              <a:avLst/>
              <a:gdLst/>
              <a:ahLst/>
              <a:cxnLst/>
              <a:rect l="l" t="t" r="r" b="b"/>
              <a:pathLst>
                <a:path w="287" h="251" extrusionOk="0">
                  <a:moveTo>
                    <a:pt x="48" y="1"/>
                  </a:moveTo>
                  <a:cubicBezTo>
                    <a:pt x="25" y="24"/>
                    <a:pt x="13" y="60"/>
                    <a:pt x="13" y="84"/>
                  </a:cubicBezTo>
                  <a:cubicBezTo>
                    <a:pt x="1" y="191"/>
                    <a:pt x="72" y="251"/>
                    <a:pt x="167" y="251"/>
                  </a:cubicBezTo>
                  <a:cubicBezTo>
                    <a:pt x="203" y="251"/>
                    <a:pt x="251" y="227"/>
                    <a:pt x="287" y="179"/>
                  </a:cubicBezTo>
                  <a:cubicBezTo>
                    <a:pt x="203" y="120"/>
                    <a:pt x="120" y="60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2922375" y="2243550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143" y="1"/>
                  </a:moveTo>
                  <a:lnTo>
                    <a:pt x="143" y="1"/>
                  </a:lnTo>
                  <a:cubicBezTo>
                    <a:pt x="92" y="1"/>
                    <a:pt x="49" y="28"/>
                    <a:pt x="24" y="66"/>
                  </a:cubicBezTo>
                  <a:lnTo>
                    <a:pt x="24" y="66"/>
                  </a:lnTo>
                  <a:cubicBezTo>
                    <a:pt x="51" y="29"/>
                    <a:pt x="94" y="1"/>
                    <a:pt x="143" y="1"/>
                  </a:cubicBezTo>
                  <a:close/>
                  <a:moveTo>
                    <a:pt x="24" y="66"/>
                  </a:moveTo>
                  <a:cubicBezTo>
                    <a:pt x="13" y="83"/>
                    <a:pt x="4" y="101"/>
                    <a:pt x="1" y="120"/>
                  </a:cubicBezTo>
                  <a:lnTo>
                    <a:pt x="1" y="144"/>
                  </a:lnTo>
                  <a:cubicBezTo>
                    <a:pt x="1" y="117"/>
                    <a:pt x="9" y="89"/>
                    <a:pt x="24" y="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1"/>
            <p:cNvSpPr/>
            <p:nvPr/>
          </p:nvSpPr>
          <p:spPr>
            <a:xfrm>
              <a:off x="2921775" y="2218250"/>
              <a:ext cx="3900" cy="7500"/>
            </a:xfrm>
            <a:custGeom>
              <a:avLst/>
              <a:gdLst/>
              <a:ahLst/>
              <a:cxnLst/>
              <a:rect l="l" t="t" r="r" b="b"/>
              <a:pathLst>
                <a:path w="156" h="300" extrusionOk="0">
                  <a:moveTo>
                    <a:pt x="156" y="1"/>
                  </a:moveTo>
                  <a:cubicBezTo>
                    <a:pt x="84" y="1"/>
                    <a:pt x="1" y="60"/>
                    <a:pt x="1" y="144"/>
                  </a:cubicBezTo>
                  <a:cubicBezTo>
                    <a:pt x="1" y="72"/>
                    <a:pt x="84" y="1"/>
                    <a:pt x="156" y="1"/>
                  </a:cubicBezTo>
                  <a:close/>
                  <a:moveTo>
                    <a:pt x="1" y="145"/>
                  </a:moveTo>
                  <a:lnTo>
                    <a:pt x="1" y="145"/>
                  </a:lnTo>
                  <a:cubicBezTo>
                    <a:pt x="2" y="233"/>
                    <a:pt x="73" y="300"/>
                    <a:pt x="140" y="300"/>
                  </a:cubicBezTo>
                  <a:cubicBezTo>
                    <a:pt x="145" y="300"/>
                    <a:pt x="150" y="299"/>
                    <a:pt x="156" y="299"/>
                  </a:cubicBezTo>
                  <a:cubicBezTo>
                    <a:pt x="85" y="299"/>
                    <a:pt x="2" y="240"/>
                    <a:pt x="1" y="1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2947975" y="2198025"/>
              <a:ext cx="3300" cy="2400"/>
            </a:xfrm>
            <a:custGeom>
              <a:avLst/>
              <a:gdLst/>
              <a:ahLst/>
              <a:cxnLst/>
              <a:rect l="l" t="t" r="r" b="b"/>
              <a:pathLst>
                <a:path w="132" h="96" extrusionOk="0">
                  <a:moveTo>
                    <a:pt x="1" y="0"/>
                  </a:moveTo>
                  <a:cubicBezTo>
                    <a:pt x="12" y="60"/>
                    <a:pt x="72" y="96"/>
                    <a:pt x="131" y="96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2921775" y="2195925"/>
              <a:ext cx="625" cy="625"/>
            </a:xfrm>
            <a:custGeom>
              <a:avLst/>
              <a:gdLst/>
              <a:ahLst/>
              <a:cxnLst/>
              <a:rect l="l" t="t" r="r" b="b"/>
              <a:pathLst>
                <a:path w="25" h="25" extrusionOk="0">
                  <a:moveTo>
                    <a:pt x="1" y="1"/>
                  </a:moveTo>
                  <a:lnTo>
                    <a:pt x="1" y="25"/>
                  </a:lnTo>
                  <a:cubicBezTo>
                    <a:pt x="1" y="13"/>
                    <a:pt x="25" y="13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2972975" y="2294150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44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72"/>
                    <a:pt x="60" y="1"/>
                    <a:pt x="144" y="1"/>
                  </a:cubicBezTo>
                  <a:cubicBezTo>
                    <a:pt x="191" y="1"/>
                    <a:pt x="215" y="13"/>
                    <a:pt x="251" y="37"/>
                  </a:cubicBezTo>
                  <a:cubicBezTo>
                    <a:pt x="274" y="72"/>
                    <a:pt x="298" y="96"/>
                    <a:pt x="298" y="144"/>
                  </a:cubicBezTo>
                  <a:cubicBezTo>
                    <a:pt x="298" y="96"/>
                    <a:pt x="274" y="72"/>
                    <a:pt x="251" y="37"/>
                  </a:cubicBezTo>
                  <a:cubicBezTo>
                    <a:pt x="215" y="13"/>
                    <a:pt x="191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1"/>
            <p:cNvSpPr/>
            <p:nvPr/>
          </p:nvSpPr>
          <p:spPr>
            <a:xfrm>
              <a:off x="2947075" y="2294150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67" y="1"/>
                  </a:moveTo>
                  <a:cubicBezTo>
                    <a:pt x="84" y="1"/>
                    <a:pt x="1" y="72"/>
                    <a:pt x="25" y="144"/>
                  </a:cubicBezTo>
                  <a:cubicBezTo>
                    <a:pt x="25" y="72"/>
                    <a:pt x="84" y="1"/>
                    <a:pt x="167" y="1"/>
                  </a:cubicBezTo>
                  <a:close/>
                  <a:moveTo>
                    <a:pt x="167" y="1"/>
                  </a:moveTo>
                  <a:cubicBezTo>
                    <a:pt x="239" y="1"/>
                    <a:pt x="322" y="72"/>
                    <a:pt x="322" y="144"/>
                  </a:cubicBezTo>
                  <a:cubicBezTo>
                    <a:pt x="322" y="72"/>
                    <a:pt x="263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1"/>
            <p:cNvSpPr/>
            <p:nvPr/>
          </p:nvSpPr>
          <p:spPr>
            <a:xfrm>
              <a:off x="2972975" y="22688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4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15"/>
                    <a:pt x="72" y="299"/>
                    <a:pt x="144" y="299"/>
                  </a:cubicBezTo>
                  <a:cubicBezTo>
                    <a:pt x="191" y="299"/>
                    <a:pt x="215" y="275"/>
                    <a:pt x="251" y="251"/>
                  </a:cubicBezTo>
                  <a:cubicBezTo>
                    <a:pt x="274" y="215"/>
                    <a:pt x="298" y="191"/>
                    <a:pt x="298" y="144"/>
                  </a:cubicBezTo>
                  <a:cubicBezTo>
                    <a:pt x="298" y="96"/>
                    <a:pt x="274" y="72"/>
                    <a:pt x="251" y="37"/>
                  </a:cubicBezTo>
                  <a:cubicBezTo>
                    <a:pt x="215" y="13"/>
                    <a:pt x="191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1"/>
            <p:cNvSpPr/>
            <p:nvPr/>
          </p:nvSpPr>
          <p:spPr>
            <a:xfrm>
              <a:off x="2947675" y="22688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15"/>
                    <a:pt x="72" y="299"/>
                    <a:pt x="143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1"/>
            <p:cNvSpPr/>
            <p:nvPr/>
          </p:nvSpPr>
          <p:spPr>
            <a:xfrm>
              <a:off x="2934875" y="2281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1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1"/>
            <p:cNvSpPr/>
            <p:nvPr/>
          </p:nvSpPr>
          <p:spPr>
            <a:xfrm>
              <a:off x="2960175" y="2281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1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1"/>
            <p:cNvSpPr/>
            <p:nvPr/>
          </p:nvSpPr>
          <p:spPr>
            <a:xfrm>
              <a:off x="2934875" y="22560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55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2960175" y="22560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55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1"/>
            <p:cNvSpPr/>
            <p:nvPr/>
          </p:nvSpPr>
          <p:spPr>
            <a:xfrm>
              <a:off x="2922375" y="2294150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143" y="1"/>
                  </a:moveTo>
                  <a:cubicBezTo>
                    <a:pt x="92" y="1"/>
                    <a:pt x="49" y="28"/>
                    <a:pt x="24" y="66"/>
                  </a:cubicBezTo>
                  <a:lnTo>
                    <a:pt x="24" y="66"/>
                  </a:lnTo>
                  <a:cubicBezTo>
                    <a:pt x="51" y="29"/>
                    <a:pt x="94" y="1"/>
                    <a:pt x="143" y="1"/>
                  </a:cubicBezTo>
                  <a:close/>
                  <a:moveTo>
                    <a:pt x="24" y="66"/>
                  </a:moveTo>
                  <a:cubicBezTo>
                    <a:pt x="13" y="83"/>
                    <a:pt x="4" y="101"/>
                    <a:pt x="1" y="120"/>
                  </a:cubicBezTo>
                  <a:lnTo>
                    <a:pt x="1" y="144"/>
                  </a:lnTo>
                  <a:cubicBezTo>
                    <a:pt x="1" y="117"/>
                    <a:pt x="9" y="89"/>
                    <a:pt x="24" y="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1"/>
            <p:cNvSpPr/>
            <p:nvPr/>
          </p:nvSpPr>
          <p:spPr>
            <a:xfrm>
              <a:off x="2921775" y="2268850"/>
              <a:ext cx="3900" cy="7500"/>
            </a:xfrm>
            <a:custGeom>
              <a:avLst/>
              <a:gdLst/>
              <a:ahLst/>
              <a:cxnLst/>
              <a:rect l="l" t="t" r="r" b="b"/>
              <a:pathLst>
                <a:path w="156" h="300" extrusionOk="0">
                  <a:moveTo>
                    <a:pt x="156" y="1"/>
                  </a:moveTo>
                  <a:lnTo>
                    <a:pt x="156" y="1"/>
                  </a:lnTo>
                  <a:cubicBezTo>
                    <a:pt x="84" y="1"/>
                    <a:pt x="1" y="60"/>
                    <a:pt x="1" y="144"/>
                  </a:cubicBezTo>
                  <a:cubicBezTo>
                    <a:pt x="1" y="72"/>
                    <a:pt x="84" y="1"/>
                    <a:pt x="156" y="1"/>
                  </a:cubicBezTo>
                  <a:close/>
                  <a:moveTo>
                    <a:pt x="1" y="144"/>
                  </a:moveTo>
                  <a:cubicBezTo>
                    <a:pt x="1" y="232"/>
                    <a:pt x="72" y="300"/>
                    <a:pt x="140" y="300"/>
                  </a:cubicBezTo>
                  <a:cubicBezTo>
                    <a:pt x="145" y="300"/>
                    <a:pt x="150" y="299"/>
                    <a:pt x="156" y="299"/>
                  </a:cubicBezTo>
                  <a:cubicBezTo>
                    <a:pt x="84" y="299"/>
                    <a:pt x="1" y="215"/>
                    <a:pt x="1" y="1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1"/>
            <p:cNvSpPr/>
            <p:nvPr/>
          </p:nvSpPr>
          <p:spPr>
            <a:xfrm>
              <a:off x="2972975" y="22435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4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156"/>
                    <a:pt x="1" y="191"/>
                    <a:pt x="13" y="203"/>
                  </a:cubicBezTo>
                  <a:cubicBezTo>
                    <a:pt x="36" y="263"/>
                    <a:pt x="84" y="299"/>
                    <a:pt x="144" y="299"/>
                  </a:cubicBezTo>
                  <a:cubicBezTo>
                    <a:pt x="191" y="299"/>
                    <a:pt x="215" y="275"/>
                    <a:pt x="251" y="251"/>
                  </a:cubicBezTo>
                  <a:cubicBezTo>
                    <a:pt x="263" y="227"/>
                    <a:pt x="274" y="215"/>
                    <a:pt x="274" y="203"/>
                  </a:cubicBezTo>
                  <a:cubicBezTo>
                    <a:pt x="298" y="191"/>
                    <a:pt x="298" y="156"/>
                    <a:pt x="298" y="144"/>
                  </a:cubicBezTo>
                  <a:cubicBezTo>
                    <a:pt x="298" y="96"/>
                    <a:pt x="274" y="72"/>
                    <a:pt x="251" y="37"/>
                  </a:cubicBezTo>
                  <a:cubicBezTo>
                    <a:pt x="215" y="13"/>
                    <a:pt x="191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1"/>
            <p:cNvSpPr/>
            <p:nvPr/>
          </p:nvSpPr>
          <p:spPr>
            <a:xfrm>
              <a:off x="2947675" y="22435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156"/>
                    <a:pt x="1" y="191"/>
                    <a:pt x="13" y="203"/>
                  </a:cubicBezTo>
                  <a:cubicBezTo>
                    <a:pt x="36" y="263"/>
                    <a:pt x="84" y="299"/>
                    <a:pt x="143" y="299"/>
                  </a:cubicBezTo>
                  <a:cubicBezTo>
                    <a:pt x="203" y="299"/>
                    <a:pt x="263" y="251"/>
                    <a:pt x="274" y="203"/>
                  </a:cubicBezTo>
                  <a:cubicBezTo>
                    <a:pt x="298" y="191"/>
                    <a:pt x="298" y="156"/>
                    <a:pt x="298" y="144"/>
                  </a:cubicBezTo>
                  <a:cubicBezTo>
                    <a:pt x="298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2921775" y="2247125"/>
              <a:ext cx="3900" cy="3950"/>
            </a:xfrm>
            <a:custGeom>
              <a:avLst/>
              <a:gdLst/>
              <a:ahLst/>
              <a:cxnLst/>
              <a:rect l="l" t="t" r="r" b="b"/>
              <a:pathLst>
                <a:path w="156" h="158" extrusionOk="0">
                  <a:moveTo>
                    <a:pt x="1" y="1"/>
                  </a:moveTo>
                  <a:cubicBezTo>
                    <a:pt x="1" y="13"/>
                    <a:pt x="1" y="48"/>
                    <a:pt x="25" y="60"/>
                  </a:cubicBezTo>
                  <a:cubicBezTo>
                    <a:pt x="25" y="48"/>
                    <a:pt x="1" y="37"/>
                    <a:pt x="1" y="1"/>
                  </a:cubicBezTo>
                  <a:close/>
                  <a:moveTo>
                    <a:pt x="25" y="60"/>
                  </a:moveTo>
                  <a:cubicBezTo>
                    <a:pt x="46" y="114"/>
                    <a:pt x="86" y="157"/>
                    <a:pt x="137" y="157"/>
                  </a:cubicBezTo>
                  <a:cubicBezTo>
                    <a:pt x="143" y="157"/>
                    <a:pt x="149" y="157"/>
                    <a:pt x="156" y="156"/>
                  </a:cubicBezTo>
                  <a:cubicBezTo>
                    <a:pt x="96" y="156"/>
                    <a:pt x="48" y="120"/>
                    <a:pt x="25" y="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1"/>
            <p:cNvSpPr/>
            <p:nvPr/>
          </p:nvSpPr>
          <p:spPr>
            <a:xfrm>
              <a:off x="2972975" y="23447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44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71"/>
                    <a:pt x="60" y="0"/>
                    <a:pt x="144" y="0"/>
                  </a:cubicBezTo>
                  <a:cubicBezTo>
                    <a:pt x="191" y="0"/>
                    <a:pt x="215" y="12"/>
                    <a:pt x="251" y="36"/>
                  </a:cubicBezTo>
                  <a:cubicBezTo>
                    <a:pt x="274" y="71"/>
                    <a:pt x="298" y="95"/>
                    <a:pt x="298" y="143"/>
                  </a:cubicBezTo>
                  <a:cubicBezTo>
                    <a:pt x="298" y="95"/>
                    <a:pt x="274" y="71"/>
                    <a:pt x="251" y="36"/>
                  </a:cubicBezTo>
                  <a:cubicBezTo>
                    <a:pt x="215" y="12"/>
                    <a:pt x="191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1"/>
            <p:cNvSpPr/>
            <p:nvPr/>
          </p:nvSpPr>
          <p:spPr>
            <a:xfrm>
              <a:off x="2947075" y="2344775"/>
              <a:ext cx="8075" cy="3575"/>
            </a:xfrm>
            <a:custGeom>
              <a:avLst/>
              <a:gdLst/>
              <a:ahLst/>
              <a:cxnLst/>
              <a:rect l="l" t="t" r="r" b="b"/>
              <a:pathLst>
                <a:path w="323" h="143" extrusionOk="0">
                  <a:moveTo>
                    <a:pt x="167" y="0"/>
                  </a:moveTo>
                  <a:cubicBezTo>
                    <a:pt x="84" y="0"/>
                    <a:pt x="1" y="71"/>
                    <a:pt x="25" y="143"/>
                  </a:cubicBezTo>
                  <a:cubicBezTo>
                    <a:pt x="25" y="71"/>
                    <a:pt x="84" y="0"/>
                    <a:pt x="167" y="0"/>
                  </a:cubicBezTo>
                  <a:close/>
                  <a:moveTo>
                    <a:pt x="167" y="0"/>
                  </a:moveTo>
                  <a:cubicBezTo>
                    <a:pt x="239" y="0"/>
                    <a:pt x="322" y="71"/>
                    <a:pt x="322" y="143"/>
                  </a:cubicBezTo>
                  <a:cubicBezTo>
                    <a:pt x="322" y="71"/>
                    <a:pt x="263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1"/>
            <p:cNvSpPr/>
            <p:nvPr/>
          </p:nvSpPr>
          <p:spPr>
            <a:xfrm>
              <a:off x="2972975" y="2319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191" y="298"/>
                    <a:pt x="215" y="274"/>
                    <a:pt x="251" y="250"/>
                  </a:cubicBezTo>
                  <a:cubicBezTo>
                    <a:pt x="274" y="214"/>
                    <a:pt x="298" y="191"/>
                    <a:pt x="298" y="143"/>
                  </a:cubicBezTo>
                  <a:cubicBezTo>
                    <a:pt x="298" y="95"/>
                    <a:pt x="274" y="71"/>
                    <a:pt x="251" y="36"/>
                  </a:cubicBezTo>
                  <a:cubicBezTo>
                    <a:pt x="215" y="12"/>
                    <a:pt x="191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2947675" y="2319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298" y="71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1"/>
            <p:cNvSpPr/>
            <p:nvPr/>
          </p:nvSpPr>
          <p:spPr>
            <a:xfrm>
              <a:off x="2934875" y="2331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2960175" y="2331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2934875" y="2306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1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2960175" y="2306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1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2922375" y="2344775"/>
              <a:ext cx="3600" cy="3575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143" y="0"/>
                  </a:moveTo>
                  <a:cubicBezTo>
                    <a:pt x="92" y="0"/>
                    <a:pt x="49" y="27"/>
                    <a:pt x="24" y="65"/>
                  </a:cubicBezTo>
                  <a:lnTo>
                    <a:pt x="24" y="65"/>
                  </a:lnTo>
                  <a:cubicBezTo>
                    <a:pt x="51" y="28"/>
                    <a:pt x="94" y="0"/>
                    <a:pt x="143" y="0"/>
                  </a:cubicBezTo>
                  <a:close/>
                  <a:moveTo>
                    <a:pt x="24" y="65"/>
                  </a:moveTo>
                  <a:lnTo>
                    <a:pt x="24" y="65"/>
                  </a:lnTo>
                  <a:cubicBezTo>
                    <a:pt x="13" y="82"/>
                    <a:pt x="4" y="101"/>
                    <a:pt x="1" y="119"/>
                  </a:cubicBezTo>
                  <a:lnTo>
                    <a:pt x="1" y="143"/>
                  </a:lnTo>
                  <a:cubicBezTo>
                    <a:pt x="1" y="116"/>
                    <a:pt x="9" y="88"/>
                    <a:pt x="24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1"/>
            <p:cNvSpPr/>
            <p:nvPr/>
          </p:nvSpPr>
          <p:spPr>
            <a:xfrm>
              <a:off x="2921775" y="2319725"/>
              <a:ext cx="3900" cy="7500"/>
            </a:xfrm>
            <a:custGeom>
              <a:avLst/>
              <a:gdLst/>
              <a:ahLst/>
              <a:cxnLst/>
              <a:rect l="l" t="t" r="r" b="b"/>
              <a:pathLst>
                <a:path w="156" h="300" extrusionOk="0">
                  <a:moveTo>
                    <a:pt x="140" y="1"/>
                  </a:moveTo>
                  <a:cubicBezTo>
                    <a:pt x="72" y="1"/>
                    <a:pt x="1" y="67"/>
                    <a:pt x="1" y="145"/>
                  </a:cubicBezTo>
                  <a:lnTo>
                    <a:pt x="1" y="145"/>
                  </a:lnTo>
                  <a:cubicBezTo>
                    <a:pt x="1" y="61"/>
                    <a:pt x="84" y="2"/>
                    <a:pt x="156" y="2"/>
                  </a:cubicBezTo>
                  <a:cubicBezTo>
                    <a:pt x="150" y="1"/>
                    <a:pt x="145" y="1"/>
                    <a:pt x="140" y="1"/>
                  </a:cubicBezTo>
                  <a:close/>
                  <a:moveTo>
                    <a:pt x="1" y="145"/>
                  </a:moveTo>
                  <a:cubicBezTo>
                    <a:pt x="1" y="240"/>
                    <a:pt x="84" y="300"/>
                    <a:pt x="156" y="300"/>
                  </a:cubicBezTo>
                  <a:cubicBezTo>
                    <a:pt x="84" y="300"/>
                    <a:pt x="1" y="228"/>
                    <a:pt x="1" y="1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1"/>
            <p:cNvSpPr/>
            <p:nvPr/>
          </p:nvSpPr>
          <p:spPr>
            <a:xfrm>
              <a:off x="2972975" y="22941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4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72" y="299"/>
                    <a:pt x="144" y="299"/>
                  </a:cubicBezTo>
                  <a:cubicBezTo>
                    <a:pt x="191" y="299"/>
                    <a:pt x="215" y="275"/>
                    <a:pt x="251" y="251"/>
                  </a:cubicBezTo>
                  <a:cubicBezTo>
                    <a:pt x="274" y="215"/>
                    <a:pt x="298" y="191"/>
                    <a:pt x="298" y="144"/>
                  </a:cubicBezTo>
                  <a:cubicBezTo>
                    <a:pt x="298" y="96"/>
                    <a:pt x="274" y="72"/>
                    <a:pt x="251" y="37"/>
                  </a:cubicBezTo>
                  <a:cubicBezTo>
                    <a:pt x="215" y="13"/>
                    <a:pt x="191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2947675" y="22941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2921775" y="2297425"/>
              <a:ext cx="3900" cy="4500"/>
            </a:xfrm>
            <a:custGeom>
              <a:avLst/>
              <a:gdLst/>
              <a:ahLst/>
              <a:cxnLst/>
              <a:rect l="l" t="t" r="r" b="b"/>
              <a:pathLst>
                <a:path w="156" h="180" extrusionOk="0">
                  <a:moveTo>
                    <a:pt x="1" y="1"/>
                  </a:moveTo>
                  <a:lnTo>
                    <a:pt x="1" y="25"/>
                  </a:lnTo>
                  <a:cubicBezTo>
                    <a:pt x="1" y="13"/>
                    <a:pt x="25" y="1"/>
                    <a:pt x="1" y="1"/>
                  </a:cubicBezTo>
                  <a:close/>
                  <a:moveTo>
                    <a:pt x="1" y="25"/>
                  </a:moveTo>
                  <a:cubicBezTo>
                    <a:pt x="1" y="120"/>
                    <a:pt x="84" y="180"/>
                    <a:pt x="156" y="180"/>
                  </a:cubicBezTo>
                  <a:cubicBezTo>
                    <a:pt x="84" y="180"/>
                    <a:pt x="1" y="108"/>
                    <a:pt x="1" y="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2972975" y="2395650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144" y="1"/>
                  </a:moveTo>
                  <a:cubicBezTo>
                    <a:pt x="60" y="1"/>
                    <a:pt x="1" y="61"/>
                    <a:pt x="1" y="144"/>
                  </a:cubicBezTo>
                  <a:cubicBezTo>
                    <a:pt x="1" y="72"/>
                    <a:pt x="60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2947075" y="2395650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67" y="1"/>
                  </a:moveTo>
                  <a:lnTo>
                    <a:pt x="167" y="1"/>
                  </a:lnTo>
                  <a:cubicBezTo>
                    <a:pt x="84" y="1"/>
                    <a:pt x="1" y="61"/>
                    <a:pt x="25" y="144"/>
                  </a:cubicBezTo>
                  <a:cubicBezTo>
                    <a:pt x="25" y="72"/>
                    <a:pt x="84" y="1"/>
                    <a:pt x="167" y="1"/>
                  </a:cubicBezTo>
                  <a:close/>
                  <a:moveTo>
                    <a:pt x="167" y="1"/>
                  </a:moveTo>
                  <a:cubicBezTo>
                    <a:pt x="239" y="1"/>
                    <a:pt x="322" y="61"/>
                    <a:pt x="322" y="144"/>
                  </a:cubicBezTo>
                  <a:cubicBezTo>
                    <a:pt x="322" y="72"/>
                    <a:pt x="263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1"/>
            <p:cNvSpPr/>
            <p:nvPr/>
          </p:nvSpPr>
          <p:spPr>
            <a:xfrm>
              <a:off x="2972975" y="23703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4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72" y="299"/>
                    <a:pt x="144" y="299"/>
                  </a:cubicBezTo>
                  <a:cubicBezTo>
                    <a:pt x="191" y="299"/>
                    <a:pt x="215" y="287"/>
                    <a:pt x="251" y="251"/>
                  </a:cubicBezTo>
                  <a:cubicBezTo>
                    <a:pt x="274" y="227"/>
                    <a:pt x="298" y="191"/>
                    <a:pt x="298" y="144"/>
                  </a:cubicBezTo>
                  <a:cubicBezTo>
                    <a:pt x="298" y="108"/>
                    <a:pt x="274" y="72"/>
                    <a:pt x="251" y="49"/>
                  </a:cubicBezTo>
                  <a:cubicBezTo>
                    <a:pt x="215" y="13"/>
                    <a:pt x="191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1"/>
            <p:cNvSpPr/>
            <p:nvPr/>
          </p:nvSpPr>
          <p:spPr>
            <a:xfrm>
              <a:off x="2947675" y="23703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44"/>
                  </a:cubicBezTo>
                  <a:cubicBezTo>
                    <a:pt x="298" y="60"/>
                    <a:pt x="215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1"/>
            <p:cNvSpPr/>
            <p:nvPr/>
          </p:nvSpPr>
          <p:spPr>
            <a:xfrm>
              <a:off x="2934875" y="2382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1"/>
            <p:cNvSpPr/>
            <p:nvPr/>
          </p:nvSpPr>
          <p:spPr>
            <a:xfrm>
              <a:off x="2960175" y="2382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1"/>
            <p:cNvSpPr/>
            <p:nvPr/>
          </p:nvSpPr>
          <p:spPr>
            <a:xfrm>
              <a:off x="2934875" y="23575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84"/>
                    <a:pt x="1" y="156"/>
                  </a:cubicBezTo>
                  <a:cubicBezTo>
                    <a:pt x="1" y="239"/>
                    <a:pt x="72" y="299"/>
                    <a:pt x="155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61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1"/>
            <p:cNvSpPr/>
            <p:nvPr/>
          </p:nvSpPr>
          <p:spPr>
            <a:xfrm>
              <a:off x="2960175" y="23575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84"/>
                    <a:pt x="1" y="156"/>
                  </a:cubicBezTo>
                  <a:cubicBezTo>
                    <a:pt x="1" y="239"/>
                    <a:pt x="72" y="299"/>
                    <a:pt x="155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61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1"/>
            <p:cNvSpPr/>
            <p:nvPr/>
          </p:nvSpPr>
          <p:spPr>
            <a:xfrm>
              <a:off x="2922375" y="2395650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143" y="1"/>
                  </a:moveTo>
                  <a:cubicBezTo>
                    <a:pt x="72" y="1"/>
                    <a:pt x="12" y="49"/>
                    <a:pt x="1" y="120"/>
                  </a:cubicBezTo>
                  <a:lnTo>
                    <a:pt x="1" y="144"/>
                  </a:lnTo>
                  <a:cubicBezTo>
                    <a:pt x="1" y="72"/>
                    <a:pt x="60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1"/>
            <p:cNvSpPr/>
            <p:nvPr/>
          </p:nvSpPr>
          <p:spPr>
            <a:xfrm>
              <a:off x="2921775" y="2373925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1" y="1"/>
                  </a:moveTo>
                  <a:cubicBezTo>
                    <a:pt x="1" y="96"/>
                    <a:pt x="84" y="156"/>
                    <a:pt x="156" y="156"/>
                  </a:cubicBezTo>
                  <a:cubicBezTo>
                    <a:pt x="84" y="156"/>
                    <a:pt x="1" y="8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1"/>
            <p:cNvSpPr/>
            <p:nvPr/>
          </p:nvSpPr>
          <p:spPr>
            <a:xfrm>
              <a:off x="2972975" y="2344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191" y="298"/>
                    <a:pt x="215" y="274"/>
                    <a:pt x="251" y="250"/>
                  </a:cubicBezTo>
                  <a:cubicBezTo>
                    <a:pt x="274" y="214"/>
                    <a:pt x="298" y="191"/>
                    <a:pt x="298" y="143"/>
                  </a:cubicBezTo>
                  <a:cubicBezTo>
                    <a:pt x="298" y="95"/>
                    <a:pt x="274" y="71"/>
                    <a:pt x="251" y="36"/>
                  </a:cubicBezTo>
                  <a:cubicBezTo>
                    <a:pt x="215" y="24"/>
                    <a:pt x="191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11"/>
            <p:cNvSpPr/>
            <p:nvPr/>
          </p:nvSpPr>
          <p:spPr>
            <a:xfrm>
              <a:off x="2947675" y="2344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298" y="71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11"/>
            <p:cNvSpPr/>
            <p:nvPr/>
          </p:nvSpPr>
          <p:spPr>
            <a:xfrm>
              <a:off x="2921775" y="2348050"/>
              <a:ext cx="3900" cy="4475"/>
            </a:xfrm>
            <a:custGeom>
              <a:avLst/>
              <a:gdLst/>
              <a:ahLst/>
              <a:cxnLst/>
              <a:rect l="l" t="t" r="r" b="b"/>
              <a:pathLst>
                <a:path w="156" h="179" extrusionOk="0">
                  <a:moveTo>
                    <a:pt x="1" y="0"/>
                  </a:moveTo>
                  <a:lnTo>
                    <a:pt x="1" y="24"/>
                  </a:lnTo>
                  <a:cubicBezTo>
                    <a:pt x="1" y="12"/>
                    <a:pt x="25" y="0"/>
                    <a:pt x="1" y="0"/>
                  </a:cubicBezTo>
                  <a:close/>
                  <a:moveTo>
                    <a:pt x="1" y="24"/>
                  </a:moveTo>
                  <a:cubicBezTo>
                    <a:pt x="1" y="119"/>
                    <a:pt x="84" y="179"/>
                    <a:pt x="156" y="179"/>
                  </a:cubicBezTo>
                  <a:cubicBezTo>
                    <a:pt x="84" y="179"/>
                    <a:pt x="1" y="107"/>
                    <a:pt x="1" y="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11"/>
            <p:cNvSpPr/>
            <p:nvPr/>
          </p:nvSpPr>
          <p:spPr>
            <a:xfrm>
              <a:off x="2972975" y="2446275"/>
              <a:ext cx="3600" cy="3575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144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71"/>
                    <a:pt x="60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1"/>
            <p:cNvSpPr/>
            <p:nvPr/>
          </p:nvSpPr>
          <p:spPr>
            <a:xfrm>
              <a:off x="2947075" y="2446275"/>
              <a:ext cx="8075" cy="3575"/>
            </a:xfrm>
            <a:custGeom>
              <a:avLst/>
              <a:gdLst/>
              <a:ahLst/>
              <a:cxnLst/>
              <a:rect l="l" t="t" r="r" b="b"/>
              <a:pathLst>
                <a:path w="323" h="143" extrusionOk="0">
                  <a:moveTo>
                    <a:pt x="167" y="0"/>
                  </a:moveTo>
                  <a:lnTo>
                    <a:pt x="167" y="0"/>
                  </a:lnTo>
                  <a:cubicBezTo>
                    <a:pt x="84" y="0"/>
                    <a:pt x="1" y="60"/>
                    <a:pt x="25" y="143"/>
                  </a:cubicBezTo>
                  <a:cubicBezTo>
                    <a:pt x="25" y="71"/>
                    <a:pt x="84" y="0"/>
                    <a:pt x="167" y="0"/>
                  </a:cubicBezTo>
                  <a:close/>
                  <a:moveTo>
                    <a:pt x="167" y="0"/>
                  </a:moveTo>
                  <a:cubicBezTo>
                    <a:pt x="239" y="0"/>
                    <a:pt x="322" y="60"/>
                    <a:pt x="322" y="143"/>
                  </a:cubicBezTo>
                  <a:cubicBezTo>
                    <a:pt x="322" y="71"/>
                    <a:pt x="263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1"/>
            <p:cNvSpPr/>
            <p:nvPr/>
          </p:nvSpPr>
          <p:spPr>
            <a:xfrm>
              <a:off x="2972975" y="2420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26"/>
                    <a:pt x="72" y="298"/>
                    <a:pt x="144" y="298"/>
                  </a:cubicBezTo>
                  <a:cubicBezTo>
                    <a:pt x="191" y="298"/>
                    <a:pt x="215" y="286"/>
                    <a:pt x="251" y="250"/>
                  </a:cubicBezTo>
                  <a:cubicBezTo>
                    <a:pt x="274" y="226"/>
                    <a:pt x="298" y="191"/>
                    <a:pt x="298" y="143"/>
                  </a:cubicBezTo>
                  <a:cubicBezTo>
                    <a:pt x="298" y="107"/>
                    <a:pt x="274" y="71"/>
                    <a:pt x="251" y="48"/>
                  </a:cubicBezTo>
                  <a:cubicBezTo>
                    <a:pt x="215" y="12"/>
                    <a:pt x="191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>
              <a:off x="2947675" y="2420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26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1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1"/>
            <p:cNvSpPr/>
            <p:nvPr/>
          </p:nvSpPr>
          <p:spPr>
            <a:xfrm>
              <a:off x="2934875" y="2433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1"/>
            <p:cNvSpPr/>
            <p:nvPr/>
          </p:nvSpPr>
          <p:spPr>
            <a:xfrm>
              <a:off x="2960175" y="2433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1"/>
            <p:cNvSpPr/>
            <p:nvPr/>
          </p:nvSpPr>
          <p:spPr>
            <a:xfrm>
              <a:off x="2934875" y="2408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1"/>
            <p:cNvSpPr/>
            <p:nvPr/>
          </p:nvSpPr>
          <p:spPr>
            <a:xfrm>
              <a:off x="2960175" y="2408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11"/>
            <p:cNvSpPr/>
            <p:nvPr/>
          </p:nvSpPr>
          <p:spPr>
            <a:xfrm>
              <a:off x="2922375" y="2446275"/>
              <a:ext cx="3600" cy="3575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143" y="0"/>
                  </a:moveTo>
                  <a:cubicBezTo>
                    <a:pt x="72" y="0"/>
                    <a:pt x="12" y="48"/>
                    <a:pt x="1" y="119"/>
                  </a:cubicBezTo>
                  <a:lnTo>
                    <a:pt x="1" y="143"/>
                  </a:lnTo>
                  <a:cubicBezTo>
                    <a:pt x="1" y="71"/>
                    <a:pt x="60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11"/>
            <p:cNvSpPr/>
            <p:nvPr/>
          </p:nvSpPr>
          <p:spPr>
            <a:xfrm>
              <a:off x="2921775" y="2420975"/>
              <a:ext cx="3900" cy="7450"/>
            </a:xfrm>
            <a:custGeom>
              <a:avLst/>
              <a:gdLst/>
              <a:ahLst/>
              <a:cxnLst/>
              <a:rect l="l" t="t" r="r" b="b"/>
              <a:pathLst>
                <a:path w="156" h="298" extrusionOk="0">
                  <a:moveTo>
                    <a:pt x="1" y="143"/>
                  </a:moveTo>
                  <a:cubicBezTo>
                    <a:pt x="1" y="60"/>
                    <a:pt x="84" y="0"/>
                    <a:pt x="156" y="0"/>
                  </a:cubicBezTo>
                  <a:cubicBezTo>
                    <a:pt x="84" y="0"/>
                    <a:pt x="1" y="60"/>
                    <a:pt x="1" y="143"/>
                  </a:cubicBezTo>
                  <a:cubicBezTo>
                    <a:pt x="1" y="238"/>
                    <a:pt x="84" y="298"/>
                    <a:pt x="156" y="298"/>
                  </a:cubicBezTo>
                  <a:cubicBezTo>
                    <a:pt x="84" y="298"/>
                    <a:pt x="1" y="238"/>
                    <a:pt x="1" y="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1"/>
            <p:cNvSpPr/>
            <p:nvPr/>
          </p:nvSpPr>
          <p:spPr>
            <a:xfrm>
              <a:off x="2972975" y="23956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4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168"/>
                    <a:pt x="1" y="191"/>
                    <a:pt x="13" y="203"/>
                  </a:cubicBezTo>
                  <a:cubicBezTo>
                    <a:pt x="36" y="263"/>
                    <a:pt x="84" y="299"/>
                    <a:pt x="144" y="299"/>
                  </a:cubicBezTo>
                  <a:cubicBezTo>
                    <a:pt x="191" y="299"/>
                    <a:pt x="215" y="287"/>
                    <a:pt x="251" y="251"/>
                  </a:cubicBezTo>
                  <a:cubicBezTo>
                    <a:pt x="263" y="239"/>
                    <a:pt x="274" y="227"/>
                    <a:pt x="274" y="203"/>
                  </a:cubicBezTo>
                  <a:cubicBezTo>
                    <a:pt x="298" y="191"/>
                    <a:pt x="298" y="168"/>
                    <a:pt x="298" y="144"/>
                  </a:cubicBezTo>
                  <a:cubicBezTo>
                    <a:pt x="298" y="108"/>
                    <a:pt x="274" y="72"/>
                    <a:pt x="251" y="49"/>
                  </a:cubicBezTo>
                  <a:cubicBezTo>
                    <a:pt x="215" y="13"/>
                    <a:pt x="191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1"/>
            <p:cNvSpPr/>
            <p:nvPr/>
          </p:nvSpPr>
          <p:spPr>
            <a:xfrm>
              <a:off x="2947675" y="23956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168"/>
                    <a:pt x="1" y="191"/>
                    <a:pt x="13" y="203"/>
                  </a:cubicBezTo>
                  <a:cubicBezTo>
                    <a:pt x="36" y="263"/>
                    <a:pt x="84" y="299"/>
                    <a:pt x="143" y="299"/>
                  </a:cubicBezTo>
                  <a:cubicBezTo>
                    <a:pt x="203" y="299"/>
                    <a:pt x="263" y="251"/>
                    <a:pt x="274" y="203"/>
                  </a:cubicBezTo>
                  <a:cubicBezTo>
                    <a:pt x="298" y="191"/>
                    <a:pt x="298" y="168"/>
                    <a:pt x="298" y="144"/>
                  </a:cubicBezTo>
                  <a:cubicBezTo>
                    <a:pt x="298" y="61"/>
                    <a:pt x="215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1"/>
            <p:cNvSpPr/>
            <p:nvPr/>
          </p:nvSpPr>
          <p:spPr>
            <a:xfrm>
              <a:off x="2921775" y="2399225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1" y="1"/>
                  </a:moveTo>
                  <a:cubicBezTo>
                    <a:pt x="1" y="25"/>
                    <a:pt x="1" y="49"/>
                    <a:pt x="25" y="60"/>
                  </a:cubicBezTo>
                  <a:cubicBezTo>
                    <a:pt x="25" y="49"/>
                    <a:pt x="1" y="25"/>
                    <a:pt x="1" y="1"/>
                  </a:cubicBezTo>
                  <a:close/>
                  <a:moveTo>
                    <a:pt x="25" y="60"/>
                  </a:moveTo>
                  <a:lnTo>
                    <a:pt x="25" y="60"/>
                  </a:lnTo>
                  <a:cubicBezTo>
                    <a:pt x="48" y="120"/>
                    <a:pt x="96" y="156"/>
                    <a:pt x="156" y="156"/>
                  </a:cubicBezTo>
                  <a:cubicBezTo>
                    <a:pt x="96" y="156"/>
                    <a:pt x="48" y="108"/>
                    <a:pt x="25" y="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1"/>
            <p:cNvSpPr/>
            <p:nvPr/>
          </p:nvSpPr>
          <p:spPr>
            <a:xfrm>
              <a:off x="2972975" y="2496875"/>
              <a:ext cx="3600" cy="3575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144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72"/>
                    <a:pt x="60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1"/>
            <p:cNvSpPr/>
            <p:nvPr/>
          </p:nvSpPr>
          <p:spPr>
            <a:xfrm>
              <a:off x="2947075" y="2496875"/>
              <a:ext cx="8075" cy="3575"/>
            </a:xfrm>
            <a:custGeom>
              <a:avLst/>
              <a:gdLst/>
              <a:ahLst/>
              <a:cxnLst/>
              <a:rect l="l" t="t" r="r" b="b"/>
              <a:pathLst>
                <a:path w="323" h="143" extrusionOk="0">
                  <a:moveTo>
                    <a:pt x="167" y="0"/>
                  </a:moveTo>
                  <a:lnTo>
                    <a:pt x="167" y="0"/>
                  </a:lnTo>
                  <a:cubicBezTo>
                    <a:pt x="84" y="0"/>
                    <a:pt x="1" y="60"/>
                    <a:pt x="25" y="143"/>
                  </a:cubicBezTo>
                  <a:cubicBezTo>
                    <a:pt x="25" y="72"/>
                    <a:pt x="84" y="0"/>
                    <a:pt x="167" y="0"/>
                  </a:cubicBezTo>
                  <a:close/>
                  <a:moveTo>
                    <a:pt x="167" y="0"/>
                  </a:moveTo>
                  <a:cubicBezTo>
                    <a:pt x="239" y="0"/>
                    <a:pt x="322" y="60"/>
                    <a:pt x="322" y="143"/>
                  </a:cubicBezTo>
                  <a:cubicBezTo>
                    <a:pt x="322" y="72"/>
                    <a:pt x="263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1"/>
            <p:cNvSpPr/>
            <p:nvPr/>
          </p:nvSpPr>
          <p:spPr>
            <a:xfrm>
              <a:off x="2972975" y="2471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191" y="298"/>
                    <a:pt x="215" y="286"/>
                    <a:pt x="251" y="250"/>
                  </a:cubicBezTo>
                  <a:cubicBezTo>
                    <a:pt x="274" y="226"/>
                    <a:pt x="298" y="191"/>
                    <a:pt x="298" y="143"/>
                  </a:cubicBezTo>
                  <a:cubicBezTo>
                    <a:pt x="298" y="107"/>
                    <a:pt x="274" y="72"/>
                    <a:pt x="251" y="48"/>
                  </a:cubicBezTo>
                  <a:cubicBezTo>
                    <a:pt x="215" y="12"/>
                    <a:pt x="191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2947675" y="2471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1"/>
            <p:cNvSpPr/>
            <p:nvPr/>
          </p:nvSpPr>
          <p:spPr>
            <a:xfrm>
              <a:off x="2934875" y="2484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1"/>
            <p:cNvSpPr/>
            <p:nvPr/>
          </p:nvSpPr>
          <p:spPr>
            <a:xfrm>
              <a:off x="2960175" y="2484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1"/>
            <p:cNvSpPr/>
            <p:nvPr/>
          </p:nvSpPr>
          <p:spPr>
            <a:xfrm>
              <a:off x="2934875" y="2458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1"/>
            <p:cNvSpPr/>
            <p:nvPr/>
          </p:nvSpPr>
          <p:spPr>
            <a:xfrm>
              <a:off x="2960175" y="2458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2922375" y="2496875"/>
              <a:ext cx="3600" cy="3575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143" y="0"/>
                  </a:moveTo>
                  <a:cubicBezTo>
                    <a:pt x="72" y="0"/>
                    <a:pt x="12" y="48"/>
                    <a:pt x="1" y="119"/>
                  </a:cubicBezTo>
                  <a:lnTo>
                    <a:pt x="1" y="143"/>
                  </a:lnTo>
                  <a:cubicBezTo>
                    <a:pt x="1" y="72"/>
                    <a:pt x="60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1"/>
            <p:cNvSpPr/>
            <p:nvPr/>
          </p:nvSpPr>
          <p:spPr>
            <a:xfrm>
              <a:off x="2921775" y="2471575"/>
              <a:ext cx="3900" cy="7450"/>
            </a:xfrm>
            <a:custGeom>
              <a:avLst/>
              <a:gdLst/>
              <a:ahLst/>
              <a:cxnLst/>
              <a:rect l="l" t="t" r="r" b="b"/>
              <a:pathLst>
                <a:path w="156" h="298" extrusionOk="0">
                  <a:moveTo>
                    <a:pt x="1" y="143"/>
                  </a:moveTo>
                  <a:cubicBezTo>
                    <a:pt x="1" y="60"/>
                    <a:pt x="84" y="0"/>
                    <a:pt x="156" y="0"/>
                  </a:cubicBezTo>
                  <a:cubicBezTo>
                    <a:pt x="84" y="0"/>
                    <a:pt x="1" y="60"/>
                    <a:pt x="1" y="143"/>
                  </a:cubicBezTo>
                  <a:cubicBezTo>
                    <a:pt x="1" y="238"/>
                    <a:pt x="84" y="298"/>
                    <a:pt x="156" y="298"/>
                  </a:cubicBezTo>
                  <a:cubicBezTo>
                    <a:pt x="84" y="298"/>
                    <a:pt x="1" y="238"/>
                    <a:pt x="1" y="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1"/>
            <p:cNvSpPr/>
            <p:nvPr/>
          </p:nvSpPr>
          <p:spPr>
            <a:xfrm>
              <a:off x="2972975" y="2446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191" y="298"/>
                    <a:pt x="215" y="274"/>
                    <a:pt x="251" y="250"/>
                  </a:cubicBezTo>
                  <a:cubicBezTo>
                    <a:pt x="274" y="226"/>
                    <a:pt x="298" y="191"/>
                    <a:pt x="298" y="143"/>
                  </a:cubicBezTo>
                  <a:cubicBezTo>
                    <a:pt x="298" y="107"/>
                    <a:pt x="274" y="71"/>
                    <a:pt x="251" y="48"/>
                  </a:cubicBezTo>
                  <a:cubicBezTo>
                    <a:pt x="215" y="12"/>
                    <a:pt x="191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1"/>
            <p:cNvSpPr/>
            <p:nvPr/>
          </p:nvSpPr>
          <p:spPr>
            <a:xfrm>
              <a:off x="2947675" y="2446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1"/>
            <p:cNvSpPr/>
            <p:nvPr/>
          </p:nvSpPr>
          <p:spPr>
            <a:xfrm>
              <a:off x="2921775" y="2449250"/>
              <a:ext cx="625" cy="600"/>
            </a:xfrm>
            <a:custGeom>
              <a:avLst/>
              <a:gdLst/>
              <a:ahLst/>
              <a:cxnLst/>
              <a:rect l="l" t="t" r="r" b="b"/>
              <a:pathLst>
                <a:path w="25" h="24" extrusionOk="0">
                  <a:moveTo>
                    <a:pt x="1" y="0"/>
                  </a:moveTo>
                  <a:lnTo>
                    <a:pt x="1" y="24"/>
                  </a:lnTo>
                  <a:cubicBezTo>
                    <a:pt x="1" y="12"/>
                    <a:pt x="25" y="12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2972975" y="2547475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72"/>
                    <a:pt x="60" y="0"/>
                    <a:pt x="144" y="0"/>
                  </a:cubicBezTo>
                  <a:cubicBezTo>
                    <a:pt x="191" y="0"/>
                    <a:pt x="215" y="12"/>
                    <a:pt x="251" y="48"/>
                  </a:cubicBezTo>
                  <a:cubicBezTo>
                    <a:pt x="274" y="72"/>
                    <a:pt x="298" y="107"/>
                    <a:pt x="298" y="143"/>
                  </a:cubicBezTo>
                  <a:cubicBezTo>
                    <a:pt x="298" y="107"/>
                    <a:pt x="274" y="72"/>
                    <a:pt x="251" y="48"/>
                  </a:cubicBezTo>
                  <a:cubicBezTo>
                    <a:pt x="215" y="12"/>
                    <a:pt x="191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1"/>
            <p:cNvSpPr/>
            <p:nvPr/>
          </p:nvSpPr>
          <p:spPr>
            <a:xfrm>
              <a:off x="2947075" y="2547475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67" y="0"/>
                  </a:moveTo>
                  <a:cubicBezTo>
                    <a:pt x="84" y="0"/>
                    <a:pt x="1" y="72"/>
                    <a:pt x="25" y="143"/>
                  </a:cubicBezTo>
                  <a:cubicBezTo>
                    <a:pt x="25" y="72"/>
                    <a:pt x="84" y="0"/>
                    <a:pt x="167" y="0"/>
                  </a:cubicBezTo>
                  <a:close/>
                  <a:moveTo>
                    <a:pt x="167" y="0"/>
                  </a:moveTo>
                  <a:cubicBezTo>
                    <a:pt x="239" y="0"/>
                    <a:pt x="322" y="72"/>
                    <a:pt x="322" y="143"/>
                  </a:cubicBezTo>
                  <a:cubicBezTo>
                    <a:pt x="322" y="72"/>
                    <a:pt x="263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1"/>
            <p:cNvSpPr/>
            <p:nvPr/>
          </p:nvSpPr>
          <p:spPr>
            <a:xfrm>
              <a:off x="2972975" y="2522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191" y="298"/>
                    <a:pt x="215" y="286"/>
                    <a:pt x="251" y="250"/>
                  </a:cubicBezTo>
                  <a:cubicBezTo>
                    <a:pt x="274" y="226"/>
                    <a:pt x="298" y="191"/>
                    <a:pt x="298" y="143"/>
                  </a:cubicBezTo>
                  <a:cubicBezTo>
                    <a:pt x="298" y="107"/>
                    <a:pt x="274" y="72"/>
                    <a:pt x="251" y="48"/>
                  </a:cubicBezTo>
                  <a:cubicBezTo>
                    <a:pt x="215" y="12"/>
                    <a:pt x="191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11"/>
            <p:cNvSpPr/>
            <p:nvPr/>
          </p:nvSpPr>
          <p:spPr>
            <a:xfrm>
              <a:off x="2947675" y="2522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1"/>
            <p:cNvSpPr/>
            <p:nvPr/>
          </p:nvSpPr>
          <p:spPr>
            <a:xfrm>
              <a:off x="2934875" y="2534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1"/>
            <p:cNvSpPr/>
            <p:nvPr/>
          </p:nvSpPr>
          <p:spPr>
            <a:xfrm>
              <a:off x="2960175" y="2534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1"/>
            <p:cNvSpPr/>
            <p:nvPr/>
          </p:nvSpPr>
          <p:spPr>
            <a:xfrm>
              <a:off x="2934875" y="2509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1"/>
            <p:cNvSpPr/>
            <p:nvPr/>
          </p:nvSpPr>
          <p:spPr>
            <a:xfrm>
              <a:off x="2960175" y="2509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11"/>
            <p:cNvSpPr/>
            <p:nvPr/>
          </p:nvSpPr>
          <p:spPr>
            <a:xfrm>
              <a:off x="2922375" y="2547475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143" y="0"/>
                  </a:moveTo>
                  <a:cubicBezTo>
                    <a:pt x="92" y="0"/>
                    <a:pt x="49" y="28"/>
                    <a:pt x="24" y="65"/>
                  </a:cubicBezTo>
                  <a:lnTo>
                    <a:pt x="24" y="65"/>
                  </a:lnTo>
                  <a:cubicBezTo>
                    <a:pt x="51" y="28"/>
                    <a:pt x="94" y="0"/>
                    <a:pt x="143" y="0"/>
                  </a:cubicBezTo>
                  <a:close/>
                  <a:moveTo>
                    <a:pt x="24" y="65"/>
                  </a:moveTo>
                  <a:cubicBezTo>
                    <a:pt x="13" y="82"/>
                    <a:pt x="4" y="101"/>
                    <a:pt x="1" y="119"/>
                  </a:cubicBezTo>
                  <a:lnTo>
                    <a:pt x="1" y="143"/>
                  </a:lnTo>
                  <a:cubicBezTo>
                    <a:pt x="1" y="116"/>
                    <a:pt x="9" y="89"/>
                    <a:pt x="24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11"/>
            <p:cNvSpPr/>
            <p:nvPr/>
          </p:nvSpPr>
          <p:spPr>
            <a:xfrm>
              <a:off x="2921775" y="2522175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6" y="0"/>
                  </a:moveTo>
                  <a:lnTo>
                    <a:pt x="156" y="0"/>
                  </a:lnTo>
                  <a:cubicBezTo>
                    <a:pt x="84" y="0"/>
                    <a:pt x="1" y="60"/>
                    <a:pt x="1" y="143"/>
                  </a:cubicBezTo>
                  <a:cubicBezTo>
                    <a:pt x="1" y="72"/>
                    <a:pt x="84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11"/>
            <p:cNvSpPr/>
            <p:nvPr/>
          </p:nvSpPr>
          <p:spPr>
            <a:xfrm>
              <a:off x="2972975" y="2496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191" y="298"/>
                    <a:pt x="215" y="286"/>
                    <a:pt x="251" y="250"/>
                  </a:cubicBezTo>
                  <a:cubicBezTo>
                    <a:pt x="274" y="226"/>
                    <a:pt x="298" y="191"/>
                    <a:pt x="298" y="143"/>
                  </a:cubicBezTo>
                  <a:cubicBezTo>
                    <a:pt x="298" y="107"/>
                    <a:pt x="274" y="72"/>
                    <a:pt x="251" y="48"/>
                  </a:cubicBezTo>
                  <a:cubicBezTo>
                    <a:pt x="215" y="12"/>
                    <a:pt x="191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1"/>
            <p:cNvSpPr/>
            <p:nvPr/>
          </p:nvSpPr>
          <p:spPr>
            <a:xfrm>
              <a:off x="2947675" y="2496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1"/>
            <p:cNvSpPr/>
            <p:nvPr/>
          </p:nvSpPr>
          <p:spPr>
            <a:xfrm>
              <a:off x="2921775" y="2499850"/>
              <a:ext cx="625" cy="600"/>
            </a:xfrm>
            <a:custGeom>
              <a:avLst/>
              <a:gdLst/>
              <a:ahLst/>
              <a:cxnLst/>
              <a:rect l="l" t="t" r="r" b="b"/>
              <a:pathLst>
                <a:path w="25" h="24" extrusionOk="0">
                  <a:moveTo>
                    <a:pt x="1" y="0"/>
                  </a:moveTo>
                  <a:lnTo>
                    <a:pt x="1" y="24"/>
                  </a:lnTo>
                  <a:cubicBezTo>
                    <a:pt x="1" y="12"/>
                    <a:pt x="25" y="12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1"/>
            <p:cNvSpPr/>
            <p:nvPr/>
          </p:nvSpPr>
          <p:spPr>
            <a:xfrm>
              <a:off x="2972975" y="2598075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72"/>
                    <a:pt x="60" y="0"/>
                    <a:pt x="144" y="0"/>
                  </a:cubicBezTo>
                  <a:cubicBezTo>
                    <a:pt x="191" y="0"/>
                    <a:pt x="215" y="12"/>
                    <a:pt x="251" y="48"/>
                  </a:cubicBezTo>
                  <a:cubicBezTo>
                    <a:pt x="274" y="72"/>
                    <a:pt x="298" y="107"/>
                    <a:pt x="298" y="143"/>
                  </a:cubicBezTo>
                  <a:cubicBezTo>
                    <a:pt x="298" y="107"/>
                    <a:pt x="274" y="72"/>
                    <a:pt x="251" y="48"/>
                  </a:cubicBezTo>
                  <a:cubicBezTo>
                    <a:pt x="215" y="12"/>
                    <a:pt x="191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1"/>
            <p:cNvSpPr/>
            <p:nvPr/>
          </p:nvSpPr>
          <p:spPr>
            <a:xfrm>
              <a:off x="2947075" y="2598075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67" y="0"/>
                  </a:moveTo>
                  <a:cubicBezTo>
                    <a:pt x="84" y="0"/>
                    <a:pt x="1" y="72"/>
                    <a:pt x="25" y="143"/>
                  </a:cubicBezTo>
                  <a:cubicBezTo>
                    <a:pt x="25" y="72"/>
                    <a:pt x="84" y="0"/>
                    <a:pt x="167" y="0"/>
                  </a:cubicBezTo>
                  <a:close/>
                  <a:moveTo>
                    <a:pt x="167" y="0"/>
                  </a:moveTo>
                  <a:cubicBezTo>
                    <a:pt x="239" y="0"/>
                    <a:pt x="322" y="72"/>
                    <a:pt x="322" y="143"/>
                  </a:cubicBezTo>
                  <a:cubicBezTo>
                    <a:pt x="322" y="72"/>
                    <a:pt x="263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1"/>
            <p:cNvSpPr/>
            <p:nvPr/>
          </p:nvSpPr>
          <p:spPr>
            <a:xfrm>
              <a:off x="2972975" y="2572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26"/>
                    <a:pt x="72" y="298"/>
                    <a:pt x="144" y="298"/>
                  </a:cubicBezTo>
                  <a:cubicBezTo>
                    <a:pt x="191" y="298"/>
                    <a:pt x="215" y="274"/>
                    <a:pt x="251" y="250"/>
                  </a:cubicBezTo>
                  <a:cubicBezTo>
                    <a:pt x="274" y="226"/>
                    <a:pt x="298" y="191"/>
                    <a:pt x="298" y="143"/>
                  </a:cubicBezTo>
                  <a:cubicBezTo>
                    <a:pt x="298" y="107"/>
                    <a:pt x="274" y="72"/>
                    <a:pt x="251" y="48"/>
                  </a:cubicBezTo>
                  <a:cubicBezTo>
                    <a:pt x="215" y="12"/>
                    <a:pt x="191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1"/>
            <p:cNvSpPr/>
            <p:nvPr/>
          </p:nvSpPr>
          <p:spPr>
            <a:xfrm>
              <a:off x="2947675" y="2572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26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1"/>
            <p:cNvSpPr/>
            <p:nvPr/>
          </p:nvSpPr>
          <p:spPr>
            <a:xfrm>
              <a:off x="2934875" y="2585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1"/>
            <p:cNvSpPr/>
            <p:nvPr/>
          </p:nvSpPr>
          <p:spPr>
            <a:xfrm>
              <a:off x="2960175" y="2585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1"/>
            <p:cNvSpPr/>
            <p:nvPr/>
          </p:nvSpPr>
          <p:spPr>
            <a:xfrm>
              <a:off x="2934875" y="2559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1"/>
            <p:cNvSpPr/>
            <p:nvPr/>
          </p:nvSpPr>
          <p:spPr>
            <a:xfrm>
              <a:off x="2960175" y="2559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1"/>
            <p:cNvSpPr/>
            <p:nvPr/>
          </p:nvSpPr>
          <p:spPr>
            <a:xfrm>
              <a:off x="2922375" y="2598075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143" y="0"/>
                  </a:moveTo>
                  <a:cubicBezTo>
                    <a:pt x="92" y="0"/>
                    <a:pt x="49" y="28"/>
                    <a:pt x="24" y="65"/>
                  </a:cubicBezTo>
                  <a:lnTo>
                    <a:pt x="24" y="65"/>
                  </a:lnTo>
                  <a:cubicBezTo>
                    <a:pt x="51" y="28"/>
                    <a:pt x="94" y="0"/>
                    <a:pt x="143" y="0"/>
                  </a:cubicBezTo>
                  <a:close/>
                  <a:moveTo>
                    <a:pt x="24" y="65"/>
                  </a:moveTo>
                  <a:cubicBezTo>
                    <a:pt x="13" y="82"/>
                    <a:pt x="4" y="101"/>
                    <a:pt x="1" y="119"/>
                  </a:cubicBezTo>
                  <a:lnTo>
                    <a:pt x="1" y="143"/>
                  </a:lnTo>
                  <a:cubicBezTo>
                    <a:pt x="1" y="116"/>
                    <a:pt x="9" y="89"/>
                    <a:pt x="24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1"/>
            <p:cNvSpPr/>
            <p:nvPr/>
          </p:nvSpPr>
          <p:spPr>
            <a:xfrm>
              <a:off x="2921775" y="2572775"/>
              <a:ext cx="3900" cy="7500"/>
            </a:xfrm>
            <a:custGeom>
              <a:avLst/>
              <a:gdLst/>
              <a:ahLst/>
              <a:cxnLst/>
              <a:rect l="l" t="t" r="r" b="b"/>
              <a:pathLst>
                <a:path w="156" h="300" extrusionOk="0">
                  <a:moveTo>
                    <a:pt x="156" y="0"/>
                  </a:moveTo>
                  <a:lnTo>
                    <a:pt x="156" y="0"/>
                  </a:lnTo>
                  <a:cubicBezTo>
                    <a:pt x="84" y="0"/>
                    <a:pt x="1" y="60"/>
                    <a:pt x="1" y="143"/>
                  </a:cubicBezTo>
                  <a:cubicBezTo>
                    <a:pt x="1" y="72"/>
                    <a:pt x="84" y="0"/>
                    <a:pt x="156" y="0"/>
                  </a:cubicBezTo>
                  <a:close/>
                  <a:moveTo>
                    <a:pt x="1" y="143"/>
                  </a:moveTo>
                  <a:lnTo>
                    <a:pt x="1" y="143"/>
                  </a:lnTo>
                  <a:cubicBezTo>
                    <a:pt x="1" y="231"/>
                    <a:pt x="72" y="299"/>
                    <a:pt x="140" y="299"/>
                  </a:cubicBezTo>
                  <a:cubicBezTo>
                    <a:pt x="145" y="299"/>
                    <a:pt x="150" y="299"/>
                    <a:pt x="156" y="298"/>
                  </a:cubicBezTo>
                  <a:cubicBezTo>
                    <a:pt x="84" y="298"/>
                    <a:pt x="1" y="226"/>
                    <a:pt x="1" y="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1"/>
            <p:cNvSpPr/>
            <p:nvPr/>
          </p:nvSpPr>
          <p:spPr>
            <a:xfrm>
              <a:off x="2972975" y="2547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167"/>
                    <a:pt x="1" y="191"/>
                    <a:pt x="13" y="203"/>
                  </a:cubicBezTo>
                  <a:cubicBezTo>
                    <a:pt x="36" y="262"/>
                    <a:pt x="84" y="298"/>
                    <a:pt x="144" y="298"/>
                  </a:cubicBezTo>
                  <a:cubicBezTo>
                    <a:pt x="191" y="298"/>
                    <a:pt x="215" y="286"/>
                    <a:pt x="251" y="250"/>
                  </a:cubicBezTo>
                  <a:cubicBezTo>
                    <a:pt x="263" y="238"/>
                    <a:pt x="274" y="226"/>
                    <a:pt x="274" y="203"/>
                  </a:cubicBezTo>
                  <a:cubicBezTo>
                    <a:pt x="298" y="191"/>
                    <a:pt x="298" y="167"/>
                    <a:pt x="298" y="143"/>
                  </a:cubicBezTo>
                  <a:cubicBezTo>
                    <a:pt x="298" y="107"/>
                    <a:pt x="274" y="72"/>
                    <a:pt x="251" y="48"/>
                  </a:cubicBezTo>
                  <a:cubicBezTo>
                    <a:pt x="215" y="12"/>
                    <a:pt x="191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1"/>
            <p:cNvSpPr/>
            <p:nvPr/>
          </p:nvSpPr>
          <p:spPr>
            <a:xfrm>
              <a:off x="2947675" y="2547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167"/>
                    <a:pt x="1" y="191"/>
                    <a:pt x="13" y="203"/>
                  </a:cubicBezTo>
                  <a:cubicBezTo>
                    <a:pt x="36" y="262"/>
                    <a:pt x="84" y="298"/>
                    <a:pt x="143" y="298"/>
                  </a:cubicBezTo>
                  <a:cubicBezTo>
                    <a:pt x="203" y="298"/>
                    <a:pt x="263" y="250"/>
                    <a:pt x="274" y="203"/>
                  </a:cubicBezTo>
                  <a:cubicBezTo>
                    <a:pt x="298" y="191"/>
                    <a:pt x="298" y="167"/>
                    <a:pt x="298" y="143"/>
                  </a:cubicBezTo>
                  <a:cubicBezTo>
                    <a:pt x="298" y="72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1"/>
            <p:cNvSpPr/>
            <p:nvPr/>
          </p:nvSpPr>
          <p:spPr>
            <a:xfrm>
              <a:off x="2921775" y="2551050"/>
              <a:ext cx="625" cy="1500"/>
            </a:xfrm>
            <a:custGeom>
              <a:avLst/>
              <a:gdLst/>
              <a:ahLst/>
              <a:cxnLst/>
              <a:rect l="l" t="t" r="r" b="b"/>
              <a:pathLst>
                <a:path w="25" h="60" extrusionOk="0">
                  <a:moveTo>
                    <a:pt x="1" y="0"/>
                  </a:moveTo>
                  <a:cubicBezTo>
                    <a:pt x="1" y="24"/>
                    <a:pt x="1" y="48"/>
                    <a:pt x="25" y="60"/>
                  </a:cubicBezTo>
                  <a:cubicBezTo>
                    <a:pt x="25" y="48"/>
                    <a:pt x="1" y="36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1"/>
            <p:cNvSpPr/>
            <p:nvPr/>
          </p:nvSpPr>
          <p:spPr>
            <a:xfrm>
              <a:off x="2972975" y="2648675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72"/>
                    <a:pt x="60" y="0"/>
                    <a:pt x="144" y="0"/>
                  </a:cubicBezTo>
                  <a:cubicBezTo>
                    <a:pt x="191" y="0"/>
                    <a:pt x="215" y="12"/>
                    <a:pt x="251" y="48"/>
                  </a:cubicBezTo>
                  <a:cubicBezTo>
                    <a:pt x="274" y="72"/>
                    <a:pt x="298" y="107"/>
                    <a:pt x="298" y="143"/>
                  </a:cubicBezTo>
                  <a:cubicBezTo>
                    <a:pt x="298" y="107"/>
                    <a:pt x="274" y="72"/>
                    <a:pt x="251" y="48"/>
                  </a:cubicBezTo>
                  <a:cubicBezTo>
                    <a:pt x="215" y="12"/>
                    <a:pt x="191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1"/>
            <p:cNvSpPr/>
            <p:nvPr/>
          </p:nvSpPr>
          <p:spPr>
            <a:xfrm>
              <a:off x="2947075" y="2648675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67" y="0"/>
                  </a:moveTo>
                  <a:cubicBezTo>
                    <a:pt x="84" y="0"/>
                    <a:pt x="1" y="72"/>
                    <a:pt x="25" y="143"/>
                  </a:cubicBezTo>
                  <a:cubicBezTo>
                    <a:pt x="25" y="72"/>
                    <a:pt x="84" y="0"/>
                    <a:pt x="167" y="0"/>
                  </a:cubicBezTo>
                  <a:close/>
                  <a:moveTo>
                    <a:pt x="167" y="0"/>
                  </a:moveTo>
                  <a:cubicBezTo>
                    <a:pt x="239" y="0"/>
                    <a:pt x="322" y="72"/>
                    <a:pt x="322" y="143"/>
                  </a:cubicBezTo>
                  <a:cubicBezTo>
                    <a:pt x="322" y="72"/>
                    <a:pt x="263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1"/>
            <p:cNvSpPr/>
            <p:nvPr/>
          </p:nvSpPr>
          <p:spPr>
            <a:xfrm>
              <a:off x="2972975" y="2623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191" y="298"/>
                    <a:pt x="215" y="286"/>
                    <a:pt x="251" y="250"/>
                  </a:cubicBezTo>
                  <a:cubicBezTo>
                    <a:pt x="274" y="226"/>
                    <a:pt x="298" y="191"/>
                    <a:pt x="298" y="143"/>
                  </a:cubicBezTo>
                  <a:cubicBezTo>
                    <a:pt x="298" y="107"/>
                    <a:pt x="274" y="72"/>
                    <a:pt x="251" y="48"/>
                  </a:cubicBezTo>
                  <a:cubicBezTo>
                    <a:pt x="215" y="12"/>
                    <a:pt x="191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1"/>
            <p:cNvSpPr/>
            <p:nvPr/>
          </p:nvSpPr>
          <p:spPr>
            <a:xfrm>
              <a:off x="2947675" y="2623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1"/>
            <p:cNvSpPr/>
            <p:nvPr/>
          </p:nvSpPr>
          <p:spPr>
            <a:xfrm>
              <a:off x="2934875" y="2635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1"/>
            <p:cNvSpPr/>
            <p:nvPr/>
          </p:nvSpPr>
          <p:spPr>
            <a:xfrm>
              <a:off x="2960175" y="2635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1"/>
            <p:cNvSpPr/>
            <p:nvPr/>
          </p:nvSpPr>
          <p:spPr>
            <a:xfrm>
              <a:off x="2934875" y="2610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1"/>
            <p:cNvSpPr/>
            <p:nvPr/>
          </p:nvSpPr>
          <p:spPr>
            <a:xfrm>
              <a:off x="2960175" y="2610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1"/>
            <p:cNvSpPr/>
            <p:nvPr/>
          </p:nvSpPr>
          <p:spPr>
            <a:xfrm>
              <a:off x="2922375" y="2648675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143" y="0"/>
                  </a:moveTo>
                  <a:cubicBezTo>
                    <a:pt x="92" y="0"/>
                    <a:pt x="49" y="28"/>
                    <a:pt x="24" y="65"/>
                  </a:cubicBezTo>
                  <a:lnTo>
                    <a:pt x="24" y="65"/>
                  </a:lnTo>
                  <a:cubicBezTo>
                    <a:pt x="51" y="28"/>
                    <a:pt x="94" y="0"/>
                    <a:pt x="143" y="0"/>
                  </a:cubicBezTo>
                  <a:close/>
                  <a:moveTo>
                    <a:pt x="24" y="65"/>
                  </a:moveTo>
                  <a:cubicBezTo>
                    <a:pt x="13" y="82"/>
                    <a:pt x="4" y="101"/>
                    <a:pt x="1" y="119"/>
                  </a:cubicBezTo>
                  <a:lnTo>
                    <a:pt x="1" y="143"/>
                  </a:lnTo>
                  <a:cubicBezTo>
                    <a:pt x="1" y="116"/>
                    <a:pt x="9" y="89"/>
                    <a:pt x="24" y="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1"/>
            <p:cNvSpPr/>
            <p:nvPr/>
          </p:nvSpPr>
          <p:spPr>
            <a:xfrm>
              <a:off x="2921775" y="2623625"/>
              <a:ext cx="3900" cy="7500"/>
            </a:xfrm>
            <a:custGeom>
              <a:avLst/>
              <a:gdLst/>
              <a:ahLst/>
              <a:cxnLst/>
              <a:rect l="l" t="t" r="r" b="b"/>
              <a:pathLst>
                <a:path w="156" h="300" extrusionOk="0">
                  <a:moveTo>
                    <a:pt x="140" y="1"/>
                  </a:moveTo>
                  <a:cubicBezTo>
                    <a:pt x="72" y="1"/>
                    <a:pt x="1" y="69"/>
                    <a:pt x="1" y="157"/>
                  </a:cubicBezTo>
                  <a:lnTo>
                    <a:pt x="1" y="157"/>
                  </a:lnTo>
                  <a:cubicBezTo>
                    <a:pt x="1" y="62"/>
                    <a:pt x="84" y="2"/>
                    <a:pt x="156" y="2"/>
                  </a:cubicBezTo>
                  <a:cubicBezTo>
                    <a:pt x="150" y="1"/>
                    <a:pt x="145" y="1"/>
                    <a:pt x="140" y="1"/>
                  </a:cubicBezTo>
                  <a:close/>
                  <a:moveTo>
                    <a:pt x="1" y="157"/>
                  </a:moveTo>
                  <a:cubicBezTo>
                    <a:pt x="1" y="240"/>
                    <a:pt x="84" y="300"/>
                    <a:pt x="156" y="300"/>
                  </a:cubicBezTo>
                  <a:cubicBezTo>
                    <a:pt x="84" y="300"/>
                    <a:pt x="1" y="228"/>
                    <a:pt x="1" y="1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1"/>
            <p:cNvSpPr/>
            <p:nvPr/>
          </p:nvSpPr>
          <p:spPr>
            <a:xfrm>
              <a:off x="2972975" y="2598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191" y="298"/>
                    <a:pt x="215" y="286"/>
                    <a:pt x="251" y="250"/>
                  </a:cubicBezTo>
                  <a:cubicBezTo>
                    <a:pt x="274" y="226"/>
                    <a:pt x="298" y="191"/>
                    <a:pt x="298" y="143"/>
                  </a:cubicBezTo>
                  <a:cubicBezTo>
                    <a:pt x="298" y="107"/>
                    <a:pt x="274" y="72"/>
                    <a:pt x="251" y="48"/>
                  </a:cubicBezTo>
                  <a:cubicBezTo>
                    <a:pt x="215" y="12"/>
                    <a:pt x="191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1"/>
            <p:cNvSpPr/>
            <p:nvPr/>
          </p:nvSpPr>
          <p:spPr>
            <a:xfrm>
              <a:off x="2947675" y="2598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1"/>
            <p:cNvSpPr/>
            <p:nvPr/>
          </p:nvSpPr>
          <p:spPr>
            <a:xfrm>
              <a:off x="2921775" y="2601050"/>
              <a:ext cx="3900" cy="4525"/>
            </a:xfrm>
            <a:custGeom>
              <a:avLst/>
              <a:gdLst/>
              <a:ahLst/>
              <a:cxnLst/>
              <a:rect l="l" t="t" r="r" b="b"/>
              <a:pathLst>
                <a:path w="156" h="181" extrusionOk="0">
                  <a:moveTo>
                    <a:pt x="1" y="0"/>
                  </a:moveTo>
                  <a:lnTo>
                    <a:pt x="1" y="24"/>
                  </a:lnTo>
                  <a:cubicBezTo>
                    <a:pt x="1" y="24"/>
                    <a:pt x="25" y="12"/>
                    <a:pt x="1" y="0"/>
                  </a:cubicBezTo>
                  <a:close/>
                  <a:moveTo>
                    <a:pt x="1" y="26"/>
                  </a:moveTo>
                  <a:cubicBezTo>
                    <a:pt x="2" y="113"/>
                    <a:pt x="73" y="180"/>
                    <a:pt x="140" y="180"/>
                  </a:cubicBezTo>
                  <a:cubicBezTo>
                    <a:pt x="145" y="180"/>
                    <a:pt x="150" y="180"/>
                    <a:pt x="156" y="179"/>
                  </a:cubicBezTo>
                  <a:cubicBezTo>
                    <a:pt x="85" y="179"/>
                    <a:pt x="2" y="120"/>
                    <a:pt x="1" y="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1"/>
            <p:cNvSpPr/>
            <p:nvPr/>
          </p:nvSpPr>
          <p:spPr>
            <a:xfrm>
              <a:off x="2972975" y="2673975"/>
              <a:ext cx="3600" cy="3000"/>
            </a:xfrm>
            <a:custGeom>
              <a:avLst/>
              <a:gdLst/>
              <a:ahLst/>
              <a:cxnLst/>
              <a:rect l="l" t="t" r="r" b="b"/>
              <a:pathLst>
                <a:path w="144" h="120" extrusionOk="0">
                  <a:moveTo>
                    <a:pt x="144" y="0"/>
                  </a:moveTo>
                  <a:cubicBezTo>
                    <a:pt x="72" y="0"/>
                    <a:pt x="13" y="60"/>
                    <a:pt x="1" y="119"/>
                  </a:cubicBezTo>
                  <a:cubicBezTo>
                    <a:pt x="36" y="72"/>
                    <a:pt x="96" y="48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1"/>
            <p:cNvSpPr/>
            <p:nvPr/>
          </p:nvSpPr>
          <p:spPr>
            <a:xfrm>
              <a:off x="2947675" y="2673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43"/>
                  </a:cubicBezTo>
                  <a:cubicBezTo>
                    <a:pt x="298" y="72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1"/>
            <p:cNvSpPr/>
            <p:nvPr/>
          </p:nvSpPr>
          <p:spPr>
            <a:xfrm>
              <a:off x="2934875" y="2686475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9"/>
                    <a:pt x="72" y="298"/>
                    <a:pt x="155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1"/>
            <p:cNvSpPr/>
            <p:nvPr/>
          </p:nvSpPr>
          <p:spPr>
            <a:xfrm>
              <a:off x="2934875" y="2661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1"/>
            <p:cNvSpPr/>
            <p:nvPr/>
          </p:nvSpPr>
          <p:spPr>
            <a:xfrm>
              <a:off x="2960175" y="2661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1"/>
            <p:cNvSpPr/>
            <p:nvPr/>
          </p:nvSpPr>
          <p:spPr>
            <a:xfrm>
              <a:off x="2922375" y="2699575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143" y="0"/>
                  </a:moveTo>
                  <a:cubicBezTo>
                    <a:pt x="72" y="0"/>
                    <a:pt x="12" y="48"/>
                    <a:pt x="1" y="119"/>
                  </a:cubicBezTo>
                  <a:lnTo>
                    <a:pt x="1" y="155"/>
                  </a:lnTo>
                  <a:cubicBezTo>
                    <a:pt x="1" y="72"/>
                    <a:pt x="60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1"/>
            <p:cNvSpPr/>
            <p:nvPr/>
          </p:nvSpPr>
          <p:spPr>
            <a:xfrm>
              <a:off x="2921775" y="2674225"/>
              <a:ext cx="3900" cy="7500"/>
            </a:xfrm>
            <a:custGeom>
              <a:avLst/>
              <a:gdLst/>
              <a:ahLst/>
              <a:cxnLst/>
              <a:rect l="l" t="t" r="r" b="b"/>
              <a:pathLst>
                <a:path w="156" h="300" extrusionOk="0">
                  <a:moveTo>
                    <a:pt x="140" y="1"/>
                  </a:moveTo>
                  <a:cubicBezTo>
                    <a:pt x="72" y="1"/>
                    <a:pt x="1" y="69"/>
                    <a:pt x="1" y="157"/>
                  </a:cubicBezTo>
                  <a:lnTo>
                    <a:pt x="1" y="157"/>
                  </a:lnTo>
                  <a:cubicBezTo>
                    <a:pt x="1" y="62"/>
                    <a:pt x="84" y="2"/>
                    <a:pt x="156" y="2"/>
                  </a:cubicBezTo>
                  <a:cubicBezTo>
                    <a:pt x="150" y="1"/>
                    <a:pt x="145" y="1"/>
                    <a:pt x="140" y="1"/>
                  </a:cubicBezTo>
                  <a:close/>
                  <a:moveTo>
                    <a:pt x="1" y="157"/>
                  </a:moveTo>
                  <a:cubicBezTo>
                    <a:pt x="1" y="240"/>
                    <a:pt x="84" y="300"/>
                    <a:pt x="156" y="300"/>
                  </a:cubicBezTo>
                  <a:cubicBezTo>
                    <a:pt x="84" y="300"/>
                    <a:pt x="1" y="229"/>
                    <a:pt x="1" y="1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1"/>
            <p:cNvSpPr/>
            <p:nvPr/>
          </p:nvSpPr>
          <p:spPr>
            <a:xfrm>
              <a:off x="2972975" y="2648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191" y="298"/>
                    <a:pt x="215" y="286"/>
                    <a:pt x="251" y="250"/>
                  </a:cubicBezTo>
                  <a:cubicBezTo>
                    <a:pt x="274" y="227"/>
                    <a:pt x="298" y="191"/>
                    <a:pt x="298" y="143"/>
                  </a:cubicBezTo>
                  <a:cubicBezTo>
                    <a:pt x="298" y="107"/>
                    <a:pt x="274" y="72"/>
                    <a:pt x="251" y="48"/>
                  </a:cubicBezTo>
                  <a:cubicBezTo>
                    <a:pt x="215" y="24"/>
                    <a:pt x="191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1"/>
            <p:cNvSpPr/>
            <p:nvPr/>
          </p:nvSpPr>
          <p:spPr>
            <a:xfrm>
              <a:off x="2947675" y="2648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43"/>
                  </a:cubicBezTo>
                  <a:cubicBezTo>
                    <a:pt x="298" y="72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1"/>
            <p:cNvSpPr/>
            <p:nvPr/>
          </p:nvSpPr>
          <p:spPr>
            <a:xfrm>
              <a:off x="2921775" y="2651950"/>
              <a:ext cx="3900" cy="4475"/>
            </a:xfrm>
            <a:custGeom>
              <a:avLst/>
              <a:gdLst/>
              <a:ahLst/>
              <a:cxnLst/>
              <a:rect l="l" t="t" r="r" b="b"/>
              <a:pathLst>
                <a:path w="156" h="179" extrusionOk="0">
                  <a:moveTo>
                    <a:pt x="1" y="0"/>
                  </a:moveTo>
                  <a:lnTo>
                    <a:pt x="1" y="36"/>
                  </a:lnTo>
                  <a:cubicBezTo>
                    <a:pt x="1" y="12"/>
                    <a:pt x="25" y="0"/>
                    <a:pt x="1" y="0"/>
                  </a:cubicBezTo>
                  <a:close/>
                  <a:moveTo>
                    <a:pt x="1" y="36"/>
                  </a:moveTo>
                  <a:cubicBezTo>
                    <a:pt x="1" y="119"/>
                    <a:pt x="84" y="179"/>
                    <a:pt x="156" y="179"/>
                  </a:cubicBezTo>
                  <a:cubicBezTo>
                    <a:pt x="84" y="179"/>
                    <a:pt x="1" y="107"/>
                    <a:pt x="1" y="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1"/>
            <p:cNvSpPr/>
            <p:nvPr/>
          </p:nvSpPr>
          <p:spPr>
            <a:xfrm>
              <a:off x="2921775" y="2703450"/>
              <a:ext cx="3900" cy="3575"/>
            </a:xfrm>
            <a:custGeom>
              <a:avLst/>
              <a:gdLst/>
              <a:ahLst/>
              <a:cxnLst/>
              <a:rect l="l" t="t" r="r" b="b"/>
              <a:pathLst>
                <a:path w="156" h="143" extrusionOk="0">
                  <a:moveTo>
                    <a:pt x="1" y="0"/>
                  </a:moveTo>
                  <a:cubicBezTo>
                    <a:pt x="1" y="12"/>
                    <a:pt x="1" y="36"/>
                    <a:pt x="25" y="60"/>
                  </a:cubicBezTo>
                  <a:cubicBezTo>
                    <a:pt x="25" y="24"/>
                    <a:pt x="1" y="12"/>
                    <a:pt x="1" y="0"/>
                  </a:cubicBezTo>
                  <a:close/>
                  <a:moveTo>
                    <a:pt x="25" y="60"/>
                  </a:moveTo>
                  <a:cubicBezTo>
                    <a:pt x="48" y="107"/>
                    <a:pt x="96" y="143"/>
                    <a:pt x="156" y="143"/>
                  </a:cubicBezTo>
                  <a:cubicBezTo>
                    <a:pt x="96" y="143"/>
                    <a:pt x="48" y="95"/>
                    <a:pt x="25" y="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1"/>
            <p:cNvSpPr/>
            <p:nvPr/>
          </p:nvSpPr>
          <p:spPr>
            <a:xfrm>
              <a:off x="2922075" y="2192950"/>
              <a:ext cx="7775" cy="3600"/>
            </a:xfrm>
            <a:custGeom>
              <a:avLst/>
              <a:gdLst/>
              <a:ahLst/>
              <a:cxnLst/>
              <a:rect l="l" t="t" r="r" b="b"/>
              <a:pathLst>
                <a:path w="311" h="144" extrusionOk="0">
                  <a:moveTo>
                    <a:pt x="155" y="1"/>
                  </a:moveTo>
                  <a:cubicBezTo>
                    <a:pt x="112" y="1"/>
                    <a:pt x="73" y="14"/>
                    <a:pt x="46" y="43"/>
                  </a:cubicBezTo>
                  <a:lnTo>
                    <a:pt x="46" y="43"/>
                  </a:lnTo>
                  <a:cubicBezTo>
                    <a:pt x="75" y="18"/>
                    <a:pt x="115" y="1"/>
                    <a:pt x="155" y="1"/>
                  </a:cubicBezTo>
                  <a:close/>
                  <a:moveTo>
                    <a:pt x="46" y="43"/>
                  </a:moveTo>
                  <a:lnTo>
                    <a:pt x="46" y="43"/>
                  </a:lnTo>
                  <a:cubicBezTo>
                    <a:pt x="16" y="70"/>
                    <a:pt x="0" y="107"/>
                    <a:pt x="13" y="144"/>
                  </a:cubicBezTo>
                  <a:lnTo>
                    <a:pt x="13" y="120"/>
                  </a:lnTo>
                  <a:cubicBezTo>
                    <a:pt x="17" y="87"/>
                    <a:pt x="29" y="62"/>
                    <a:pt x="46" y="43"/>
                  </a:cubicBezTo>
                  <a:close/>
                  <a:moveTo>
                    <a:pt x="155" y="1"/>
                  </a:moveTo>
                  <a:cubicBezTo>
                    <a:pt x="227" y="1"/>
                    <a:pt x="310" y="72"/>
                    <a:pt x="310" y="144"/>
                  </a:cubicBezTo>
                  <a:cubicBezTo>
                    <a:pt x="310" y="72"/>
                    <a:pt x="251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1"/>
            <p:cNvSpPr/>
            <p:nvPr/>
          </p:nvSpPr>
          <p:spPr>
            <a:xfrm>
              <a:off x="2896475" y="2192950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56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72"/>
                    <a:pt x="84" y="1"/>
                    <a:pt x="156" y="1"/>
                  </a:cubicBezTo>
                  <a:close/>
                  <a:moveTo>
                    <a:pt x="156" y="1"/>
                  </a:moveTo>
                  <a:cubicBezTo>
                    <a:pt x="239" y="1"/>
                    <a:pt x="298" y="72"/>
                    <a:pt x="298" y="144"/>
                  </a:cubicBezTo>
                  <a:cubicBezTo>
                    <a:pt x="322" y="72"/>
                    <a:pt x="239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1"/>
            <p:cNvSpPr/>
            <p:nvPr/>
          </p:nvSpPr>
          <p:spPr>
            <a:xfrm>
              <a:off x="2897075" y="2172425"/>
              <a:ext cx="5075" cy="2700"/>
            </a:xfrm>
            <a:custGeom>
              <a:avLst/>
              <a:gdLst/>
              <a:ahLst/>
              <a:cxnLst/>
              <a:rect l="l" t="t" r="r" b="b"/>
              <a:pathLst>
                <a:path w="203" h="108" extrusionOk="0">
                  <a:moveTo>
                    <a:pt x="1" y="0"/>
                  </a:moveTo>
                  <a:lnTo>
                    <a:pt x="1" y="0"/>
                  </a:lnTo>
                  <a:cubicBezTo>
                    <a:pt x="12" y="72"/>
                    <a:pt x="72" y="107"/>
                    <a:pt x="132" y="107"/>
                  </a:cubicBezTo>
                  <a:cubicBezTo>
                    <a:pt x="155" y="107"/>
                    <a:pt x="179" y="107"/>
                    <a:pt x="203" y="84"/>
                  </a:cubicBezTo>
                  <a:cubicBezTo>
                    <a:pt x="132" y="60"/>
                    <a:pt x="72" y="24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1"/>
            <p:cNvSpPr/>
            <p:nvPr/>
          </p:nvSpPr>
          <p:spPr>
            <a:xfrm>
              <a:off x="2883975" y="2180150"/>
              <a:ext cx="7775" cy="7475"/>
            </a:xfrm>
            <a:custGeom>
              <a:avLst/>
              <a:gdLst/>
              <a:ahLst/>
              <a:cxnLst/>
              <a:rect l="l" t="t" r="r" b="b"/>
              <a:pathLst>
                <a:path w="311" h="299" extrusionOk="0">
                  <a:moveTo>
                    <a:pt x="144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4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310" y="72"/>
                    <a:pt x="239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1"/>
            <p:cNvSpPr/>
            <p:nvPr/>
          </p:nvSpPr>
          <p:spPr>
            <a:xfrm>
              <a:off x="2909575" y="21801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55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1"/>
            <p:cNvSpPr/>
            <p:nvPr/>
          </p:nvSpPr>
          <p:spPr>
            <a:xfrm>
              <a:off x="2922075" y="2243550"/>
              <a:ext cx="7775" cy="3600"/>
            </a:xfrm>
            <a:custGeom>
              <a:avLst/>
              <a:gdLst/>
              <a:ahLst/>
              <a:cxnLst/>
              <a:rect l="l" t="t" r="r" b="b"/>
              <a:pathLst>
                <a:path w="311" h="144" extrusionOk="0">
                  <a:moveTo>
                    <a:pt x="155" y="1"/>
                  </a:moveTo>
                  <a:cubicBezTo>
                    <a:pt x="112" y="1"/>
                    <a:pt x="73" y="14"/>
                    <a:pt x="46" y="43"/>
                  </a:cubicBezTo>
                  <a:lnTo>
                    <a:pt x="46" y="43"/>
                  </a:lnTo>
                  <a:cubicBezTo>
                    <a:pt x="75" y="18"/>
                    <a:pt x="115" y="1"/>
                    <a:pt x="155" y="1"/>
                  </a:cubicBezTo>
                  <a:close/>
                  <a:moveTo>
                    <a:pt x="46" y="43"/>
                  </a:moveTo>
                  <a:lnTo>
                    <a:pt x="46" y="43"/>
                  </a:lnTo>
                  <a:cubicBezTo>
                    <a:pt x="16" y="70"/>
                    <a:pt x="0" y="107"/>
                    <a:pt x="13" y="144"/>
                  </a:cubicBezTo>
                  <a:lnTo>
                    <a:pt x="13" y="120"/>
                  </a:lnTo>
                  <a:cubicBezTo>
                    <a:pt x="17" y="87"/>
                    <a:pt x="29" y="62"/>
                    <a:pt x="46" y="43"/>
                  </a:cubicBezTo>
                  <a:close/>
                  <a:moveTo>
                    <a:pt x="155" y="1"/>
                  </a:moveTo>
                  <a:cubicBezTo>
                    <a:pt x="227" y="1"/>
                    <a:pt x="310" y="72"/>
                    <a:pt x="310" y="144"/>
                  </a:cubicBezTo>
                  <a:cubicBezTo>
                    <a:pt x="310" y="72"/>
                    <a:pt x="251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1"/>
            <p:cNvSpPr/>
            <p:nvPr/>
          </p:nvSpPr>
          <p:spPr>
            <a:xfrm>
              <a:off x="2896475" y="2243550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56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72"/>
                    <a:pt x="84" y="1"/>
                    <a:pt x="156" y="1"/>
                  </a:cubicBezTo>
                  <a:close/>
                  <a:moveTo>
                    <a:pt x="156" y="1"/>
                  </a:moveTo>
                  <a:cubicBezTo>
                    <a:pt x="239" y="1"/>
                    <a:pt x="298" y="72"/>
                    <a:pt x="298" y="144"/>
                  </a:cubicBezTo>
                  <a:cubicBezTo>
                    <a:pt x="322" y="72"/>
                    <a:pt x="239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1"/>
            <p:cNvSpPr/>
            <p:nvPr/>
          </p:nvSpPr>
          <p:spPr>
            <a:xfrm>
              <a:off x="2922375" y="22182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1"/>
            <p:cNvSpPr/>
            <p:nvPr/>
          </p:nvSpPr>
          <p:spPr>
            <a:xfrm>
              <a:off x="2896475" y="2218250"/>
              <a:ext cx="8075" cy="7475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56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6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322" y="72"/>
                    <a:pt x="239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1"/>
            <p:cNvSpPr/>
            <p:nvPr/>
          </p:nvSpPr>
          <p:spPr>
            <a:xfrm>
              <a:off x="2883975" y="2230750"/>
              <a:ext cx="7775" cy="7475"/>
            </a:xfrm>
            <a:custGeom>
              <a:avLst/>
              <a:gdLst/>
              <a:ahLst/>
              <a:cxnLst/>
              <a:rect l="l" t="t" r="r" b="b"/>
              <a:pathLst>
                <a:path w="311" h="299" extrusionOk="0">
                  <a:moveTo>
                    <a:pt x="144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4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310" y="72"/>
                    <a:pt x="239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1"/>
            <p:cNvSpPr/>
            <p:nvPr/>
          </p:nvSpPr>
          <p:spPr>
            <a:xfrm>
              <a:off x="2909575" y="22307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55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1"/>
            <p:cNvSpPr/>
            <p:nvPr/>
          </p:nvSpPr>
          <p:spPr>
            <a:xfrm>
              <a:off x="2883975" y="2205450"/>
              <a:ext cx="7775" cy="7475"/>
            </a:xfrm>
            <a:custGeom>
              <a:avLst/>
              <a:gdLst/>
              <a:ahLst/>
              <a:cxnLst/>
              <a:rect l="l" t="t" r="r" b="b"/>
              <a:pathLst>
                <a:path w="311" h="299" extrusionOk="0">
                  <a:moveTo>
                    <a:pt x="144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4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310" y="72"/>
                    <a:pt x="239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1"/>
            <p:cNvSpPr/>
            <p:nvPr/>
          </p:nvSpPr>
          <p:spPr>
            <a:xfrm>
              <a:off x="2909575" y="22054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55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1"/>
            <p:cNvSpPr/>
            <p:nvPr/>
          </p:nvSpPr>
          <p:spPr>
            <a:xfrm>
              <a:off x="2922375" y="21929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1"/>
            <p:cNvSpPr/>
            <p:nvPr/>
          </p:nvSpPr>
          <p:spPr>
            <a:xfrm>
              <a:off x="2896475" y="2192950"/>
              <a:ext cx="8075" cy="7475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56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6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322" y="72"/>
                    <a:pt x="239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1"/>
            <p:cNvSpPr/>
            <p:nvPr/>
          </p:nvSpPr>
          <p:spPr>
            <a:xfrm>
              <a:off x="2922075" y="2294150"/>
              <a:ext cx="7775" cy="3600"/>
            </a:xfrm>
            <a:custGeom>
              <a:avLst/>
              <a:gdLst/>
              <a:ahLst/>
              <a:cxnLst/>
              <a:rect l="l" t="t" r="r" b="b"/>
              <a:pathLst>
                <a:path w="311" h="144" extrusionOk="0">
                  <a:moveTo>
                    <a:pt x="155" y="1"/>
                  </a:moveTo>
                  <a:cubicBezTo>
                    <a:pt x="112" y="1"/>
                    <a:pt x="73" y="14"/>
                    <a:pt x="46" y="43"/>
                  </a:cubicBezTo>
                  <a:lnTo>
                    <a:pt x="46" y="43"/>
                  </a:lnTo>
                  <a:cubicBezTo>
                    <a:pt x="75" y="18"/>
                    <a:pt x="115" y="1"/>
                    <a:pt x="155" y="1"/>
                  </a:cubicBezTo>
                  <a:close/>
                  <a:moveTo>
                    <a:pt x="46" y="43"/>
                  </a:moveTo>
                  <a:lnTo>
                    <a:pt x="46" y="43"/>
                  </a:lnTo>
                  <a:cubicBezTo>
                    <a:pt x="16" y="70"/>
                    <a:pt x="0" y="107"/>
                    <a:pt x="13" y="144"/>
                  </a:cubicBezTo>
                  <a:lnTo>
                    <a:pt x="13" y="120"/>
                  </a:lnTo>
                  <a:cubicBezTo>
                    <a:pt x="17" y="87"/>
                    <a:pt x="29" y="62"/>
                    <a:pt x="46" y="43"/>
                  </a:cubicBezTo>
                  <a:close/>
                  <a:moveTo>
                    <a:pt x="155" y="1"/>
                  </a:moveTo>
                  <a:cubicBezTo>
                    <a:pt x="227" y="1"/>
                    <a:pt x="310" y="72"/>
                    <a:pt x="310" y="144"/>
                  </a:cubicBezTo>
                  <a:cubicBezTo>
                    <a:pt x="310" y="72"/>
                    <a:pt x="251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1"/>
            <p:cNvSpPr/>
            <p:nvPr/>
          </p:nvSpPr>
          <p:spPr>
            <a:xfrm>
              <a:off x="2896475" y="2294150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56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72"/>
                    <a:pt x="84" y="1"/>
                    <a:pt x="156" y="1"/>
                  </a:cubicBezTo>
                  <a:close/>
                  <a:moveTo>
                    <a:pt x="156" y="1"/>
                  </a:moveTo>
                  <a:cubicBezTo>
                    <a:pt x="239" y="1"/>
                    <a:pt x="298" y="72"/>
                    <a:pt x="298" y="144"/>
                  </a:cubicBezTo>
                  <a:cubicBezTo>
                    <a:pt x="322" y="72"/>
                    <a:pt x="239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1"/>
            <p:cNvSpPr/>
            <p:nvPr/>
          </p:nvSpPr>
          <p:spPr>
            <a:xfrm>
              <a:off x="2922375" y="22688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15"/>
                    <a:pt x="72" y="299"/>
                    <a:pt x="143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1"/>
            <p:cNvSpPr/>
            <p:nvPr/>
          </p:nvSpPr>
          <p:spPr>
            <a:xfrm>
              <a:off x="2896475" y="22688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6" y="1"/>
                  </a:moveTo>
                  <a:cubicBezTo>
                    <a:pt x="72" y="1"/>
                    <a:pt x="1" y="60"/>
                    <a:pt x="1" y="144"/>
                  </a:cubicBezTo>
                  <a:cubicBezTo>
                    <a:pt x="1" y="227"/>
                    <a:pt x="72" y="299"/>
                    <a:pt x="156" y="299"/>
                  </a:cubicBezTo>
                  <a:cubicBezTo>
                    <a:pt x="239" y="299"/>
                    <a:pt x="298" y="227"/>
                    <a:pt x="298" y="144"/>
                  </a:cubicBezTo>
                  <a:cubicBezTo>
                    <a:pt x="298" y="60"/>
                    <a:pt x="239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1"/>
            <p:cNvSpPr/>
            <p:nvPr/>
          </p:nvSpPr>
          <p:spPr>
            <a:xfrm>
              <a:off x="2883975" y="22813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71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71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1"/>
            <p:cNvSpPr/>
            <p:nvPr/>
          </p:nvSpPr>
          <p:spPr>
            <a:xfrm>
              <a:off x="2909575" y="2281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1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1"/>
            <p:cNvSpPr/>
            <p:nvPr/>
          </p:nvSpPr>
          <p:spPr>
            <a:xfrm>
              <a:off x="2883975" y="2256050"/>
              <a:ext cx="7775" cy="7475"/>
            </a:xfrm>
            <a:custGeom>
              <a:avLst/>
              <a:gdLst/>
              <a:ahLst/>
              <a:cxnLst/>
              <a:rect l="l" t="t" r="r" b="b"/>
              <a:pathLst>
                <a:path w="311" h="299" extrusionOk="0">
                  <a:moveTo>
                    <a:pt x="144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4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310" y="72"/>
                    <a:pt x="239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1"/>
            <p:cNvSpPr/>
            <p:nvPr/>
          </p:nvSpPr>
          <p:spPr>
            <a:xfrm>
              <a:off x="2909575" y="22560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55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1"/>
            <p:cNvSpPr/>
            <p:nvPr/>
          </p:nvSpPr>
          <p:spPr>
            <a:xfrm>
              <a:off x="2922375" y="22435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156"/>
                    <a:pt x="1" y="191"/>
                    <a:pt x="12" y="203"/>
                  </a:cubicBezTo>
                  <a:cubicBezTo>
                    <a:pt x="36" y="263"/>
                    <a:pt x="84" y="299"/>
                    <a:pt x="143" y="299"/>
                  </a:cubicBezTo>
                  <a:cubicBezTo>
                    <a:pt x="203" y="299"/>
                    <a:pt x="263" y="251"/>
                    <a:pt x="274" y="203"/>
                  </a:cubicBezTo>
                  <a:cubicBezTo>
                    <a:pt x="298" y="191"/>
                    <a:pt x="298" y="156"/>
                    <a:pt x="298" y="144"/>
                  </a:cubicBezTo>
                  <a:cubicBezTo>
                    <a:pt x="298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1"/>
            <p:cNvSpPr/>
            <p:nvPr/>
          </p:nvSpPr>
          <p:spPr>
            <a:xfrm>
              <a:off x="2896475" y="2243550"/>
              <a:ext cx="8075" cy="7475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56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156"/>
                    <a:pt x="1" y="191"/>
                    <a:pt x="25" y="203"/>
                  </a:cubicBezTo>
                  <a:cubicBezTo>
                    <a:pt x="48" y="263"/>
                    <a:pt x="96" y="299"/>
                    <a:pt x="156" y="299"/>
                  </a:cubicBezTo>
                  <a:cubicBezTo>
                    <a:pt x="215" y="299"/>
                    <a:pt x="275" y="251"/>
                    <a:pt x="286" y="203"/>
                  </a:cubicBezTo>
                  <a:cubicBezTo>
                    <a:pt x="298" y="191"/>
                    <a:pt x="298" y="156"/>
                    <a:pt x="298" y="144"/>
                  </a:cubicBezTo>
                  <a:cubicBezTo>
                    <a:pt x="322" y="72"/>
                    <a:pt x="239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1"/>
            <p:cNvSpPr/>
            <p:nvPr/>
          </p:nvSpPr>
          <p:spPr>
            <a:xfrm>
              <a:off x="2922075" y="2344775"/>
              <a:ext cx="7775" cy="3575"/>
            </a:xfrm>
            <a:custGeom>
              <a:avLst/>
              <a:gdLst/>
              <a:ahLst/>
              <a:cxnLst/>
              <a:rect l="l" t="t" r="r" b="b"/>
              <a:pathLst>
                <a:path w="311" h="143" extrusionOk="0">
                  <a:moveTo>
                    <a:pt x="155" y="0"/>
                  </a:moveTo>
                  <a:cubicBezTo>
                    <a:pt x="112" y="0"/>
                    <a:pt x="73" y="13"/>
                    <a:pt x="46" y="42"/>
                  </a:cubicBezTo>
                  <a:lnTo>
                    <a:pt x="46" y="42"/>
                  </a:lnTo>
                  <a:cubicBezTo>
                    <a:pt x="75" y="17"/>
                    <a:pt x="115" y="0"/>
                    <a:pt x="155" y="0"/>
                  </a:cubicBezTo>
                  <a:close/>
                  <a:moveTo>
                    <a:pt x="46" y="42"/>
                  </a:moveTo>
                  <a:cubicBezTo>
                    <a:pt x="16" y="69"/>
                    <a:pt x="0" y="106"/>
                    <a:pt x="13" y="143"/>
                  </a:cubicBezTo>
                  <a:lnTo>
                    <a:pt x="13" y="119"/>
                  </a:lnTo>
                  <a:cubicBezTo>
                    <a:pt x="17" y="86"/>
                    <a:pt x="29" y="61"/>
                    <a:pt x="46" y="42"/>
                  </a:cubicBezTo>
                  <a:close/>
                  <a:moveTo>
                    <a:pt x="155" y="0"/>
                  </a:moveTo>
                  <a:cubicBezTo>
                    <a:pt x="227" y="0"/>
                    <a:pt x="310" y="71"/>
                    <a:pt x="310" y="143"/>
                  </a:cubicBezTo>
                  <a:cubicBezTo>
                    <a:pt x="310" y="71"/>
                    <a:pt x="251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1"/>
            <p:cNvSpPr/>
            <p:nvPr/>
          </p:nvSpPr>
          <p:spPr>
            <a:xfrm>
              <a:off x="2896475" y="2344775"/>
              <a:ext cx="8075" cy="3575"/>
            </a:xfrm>
            <a:custGeom>
              <a:avLst/>
              <a:gdLst/>
              <a:ahLst/>
              <a:cxnLst/>
              <a:rect l="l" t="t" r="r" b="b"/>
              <a:pathLst>
                <a:path w="323" h="143" extrusionOk="0">
                  <a:moveTo>
                    <a:pt x="156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71"/>
                    <a:pt x="84" y="0"/>
                    <a:pt x="156" y="0"/>
                  </a:cubicBezTo>
                  <a:close/>
                  <a:moveTo>
                    <a:pt x="156" y="0"/>
                  </a:moveTo>
                  <a:lnTo>
                    <a:pt x="156" y="0"/>
                  </a:lnTo>
                  <a:cubicBezTo>
                    <a:pt x="239" y="0"/>
                    <a:pt x="298" y="71"/>
                    <a:pt x="298" y="143"/>
                  </a:cubicBezTo>
                  <a:cubicBezTo>
                    <a:pt x="322" y="71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1"/>
            <p:cNvSpPr/>
            <p:nvPr/>
          </p:nvSpPr>
          <p:spPr>
            <a:xfrm>
              <a:off x="2922375" y="2319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298" y="71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1"/>
            <p:cNvSpPr/>
            <p:nvPr/>
          </p:nvSpPr>
          <p:spPr>
            <a:xfrm>
              <a:off x="2896475" y="23194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6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84" y="298"/>
                    <a:pt x="156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322" y="71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1"/>
            <p:cNvSpPr/>
            <p:nvPr/>
          </p:nvSpPr>
          <p:spPr>
            <a:xfrm>
              <a:off x="2883975" y="23319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72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1"/>
            <p:cNvSpPr/>
            <p:nvPr/>
          </p:nvSpPr>
          <p:spPr>
            <a:xfrm>
              <a:off x="2909575" y="2331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1"/>
            <p:cNvSpPr/>
            <p:nvPr/>
          </p:nvSpPr>
          <p:spPr>
            <a:xfrm>
              <a:off x="2883975" y="23066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71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71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1"/>
            <p:cNvSpPr/>
            <p:nvPr/>
          </p:nvSpPr>
          <p:spPr>
            <a:xfrm>
              <a:off x="2909575" y="2306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1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1"/>
            <p:cNvSpPr/>
            <p:nvPr/>
          </p:nvSpPr>
          <p:spPr>
            <a:xfrm>
              <a:off x="2922375" y="22941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1"/>
            <p:cNvSpPr/>
            <p:nvPr/>
          </p:nvSpPr>
          <p:spPr>
            <a:xfrm>
              <a:off x="2896475" y="2294150"/>
              <a:ext cx="8075" cy="7475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56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6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322" y="72"/>
                    <a:pt x="239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1"/>
            <p:cNvSpPr/>
            <p:nvPr/>
          </p:nvSpPr>
          <p:spPr>
            <a:xfrm>
              <a:off x="2921775" y="2395650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67" y="1"/>
                  </a:moveTo>
                  <a:cubicBezTo>
                    <a:pt x="84" y="1"/>
                    <a:pt x="1" y="61"/>
                    <a:pt x="25" y="144"/>
                  </a:cubicBezTo>
                  <a:lnTo>
                    <a:pt x="25" y="120"/>
                  </a:lnTo>
                  <a:cubicBezTo>
                    <a:pt x="36" y="49"/>
                    <a:pt x="96" y="1"/>
                    <a:pt x="167" y="1"/>
                  </a:cubicBezTo>
                  <a:close/>
                  <a:moveTo>
                    <a:pt x="167" y="1"/>
                  </a:moveTo>
                  <a:lnTo>
                    <a:pt x="167" y="1"/>
                  </a:lnTo>
                  <a:cubicBezTo>
                    <a:pt x="239" y="1"/>
                    <a:pt x="322" y="61"/>
                    <a:pt x="322" y="144"/>
                  </a:cubicBezTo>
                  <a:cubicBezTo>
                    <a:pt x="322" y="72"/>
                    <a:pt x="263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1"/>
            <p:cNvSpPr/>
            <p:nvPr/>
          </p:nvSpPr>
          <p:spPr>
            <a:xfrm>
              <a:off x="2896475" y="2395650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56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61"/>
                    <a:pt x="84" y="1"/>
                    <a:pt x="156" y="1"/>
                  </a:cubicBezTo>
                  <a:close/>
                  <a:moveTo>
                    <a:pt x="156" y="1"/>
                  </a:moveTo>
                  <a:cubicBezTo>
                    <a:pt x="239" y="1"/>
                    <a:pt x="298" y="72"/>
                    <a:pt x="298" y="144"/>
                  </a:cubicBezTo>
                  <a:cubicBezTo>
                    <a:pt x="322" y="61"/>
                    <a:pt x="239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1"/>
            <p:cNvSpPr/>
            <p:nvPr/>
          </p:nvSpPr>
          <p:spPr>
            <a:xfrm>
              <a:off x="2922375" y="23703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44"/>
                  </a:cubicBezTo>
                  <a:cubicBezTo>
                    <a:pt x="298" y="60"/>
                    <a:pt x="215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1"/>
            <p:cNvSpPr/>
            <p:nvPr/>
          </p:nvSpPr>
          <p:spPr>
            <a:xfrm>
              <a:off x="2896475" y="2370350"/>
              <a:ext cx="8075" cy="7475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56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6" y="299"/>
                  </a:cubicBezTo>
                  <a:cubicBezTo>
                    <a:pt x="239" y="299"/>
                    <a:pt x="298" y="227"/>
                    <a:pt x="298" y="144"/>
                  </a:cubicBezTo>
                  <a:cubicBezTo>
                    <a:pt x="322" y="60"/>
                    <a:pt x="239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1"/>
            <p:cNvSpPr/>
            <p:nvPr/>
          </p:nvSpPr>
          <p:spPr>
            <a:xfrm>
              <a:off x="2883975" y="23828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60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1"/>
            <p:cNvSpPr/>
            <p:nvPr/>
          </p:nvSpPr>
          <p:spPr>
            <a:xfrm>
              <a:off x="2909575" y="2382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1"/>
            <p:cNvSpPr/>
            <p:nvPr/>
          </p:nvSpPr>
          <p:spPr>
            <a:xfrm>
              <a:off x="2883975" y="2357550"/>
              <a:ext cx="7775" cy="7475"/>
            </a:xfrm>
            <a:custGeom>
              <a:avLst/>
              <a:gdLst/>
              <a:ahLst/>
              <a:cxnLst/>
              <a:rect l="l" t="t" r="r" b="b"/>
              <a:pathLst>
                <a:path w="311" h="299" extrusionOk="0">
                  <a:moveTo>
                    <a:pt x="144" y="1"/>
                  </a:moveTo>
                  <a:cubicBezTo>
                    <a:pt x="60" y="1"/>
                    <a:pt x="1" y="84"/>
                    <a:pt x="1" y="156"/>
                  </a:cubicBezTo>
                  <a:cubicBezTo>
                    <a:pt x="1" y="239"/>
                    <a:pt x="72" y="299"/>
                    <a:pt x="144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310" y="61"/>
                    <a:pt x="239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1"/>
            <p:cNvSpPr/>
            <p:nvPr/>
          </p:nvSpPr>
          <p:spPr>
            <a:xfrm>
              <a:off x="2909575" y="23575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84"/>
                    <a:pt x="1" y="156"/>
                  </a:cubicBezTo>
                  <a:cubicBezTo>
                    <a:pt x="1" y="239"/>
                    <a:pt x="72" y="299"/>
                    <a:pt x="155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61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1"/>
            <p:cNvSpPr/>
            <p:nvPr/>
          </p:nvSpPr>
          <p:spPr>
            <a:xfrm>
              <a:off x="2922375" y="2344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298" y="71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1"/>
            <p:cNvSpPr/>
            <p:nvPr/>
          </p:nvSpPr>
          <p:spPr>
            <a:xfrm>
              <a:off x="2896475" y="23447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6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84" y="298"/>
                    <a:pt x="156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322" y="71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1"/>
            <p:cNvSpPr/>
            <p:nvPr/>
          </p:nvSpPr>
          <p:spPr>
            <a:xfrm>
              <a:off x="2921775" y="2446275"/>
              <a:ext cx="8075" cy="3575"/>
            </a:xfrm>
            <a:custGeom>
              <a:avLst/>
              <a:gdLst/>
              <a:ahLst/>
              <a:cxnLst/>
              <a:rect l="l" t="t" r="r" b="b"/>
              <a:pathLst>
                <a:path w="323" h="143" extrusionOk="0">
                  <a:moveTo>
                    <a:pt x="167" y="0"/>
                  </a:moveTo>
                  <a:cubicBezTo>
                    <a:pt x="84" y="0"/>
                    <a:pt x="1" y="60"/>
                    <a:pt x="25" y="143"/>
                  </a:cubicBezTo>
                  <a:lnTo>
                    <a:pt x="25" y="119"/>
                  </a:lnTo>
                  <a:cubicBezTo>
                    <a:pt x="36" y="48"/>
                    <a:pt x="96" y="0"/>
                    <a:pt x="167" y="0"/>
                  </a:cubicBezTo>
                  <a:close/>
                  <a:moveTo>
                    <a:pt x="167" y="0"/>
                  </a:moveTo>
                  <a:lnTo>
                    <a:pt x="167" y="0"/>
                  </a:lnTo>
                  <a:cubicBezTo>
                    <a:pt x="239" y="0"/>
                    <a:pt x="322" y="60"/>
                    <a:pt x="322" y="143"/>
                  </a:cubicBezTo>
                  <a:cubicBezTo>
                    <a:pt x="322" y="71"/>
                    <a:pt x="263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1"/>
            <p:cNvSpPr/>
            <p:nvPr/>
          </p:nvSpPr>
          <p:spPr>
            <a:xfrm>
              <a:off x="2896475" y="2446275"/>
              <a:ext cx="8075" cy="3575"/>
            </a:xfrm>
            <a:custGeom>
              <a:avLst/>
              <a:gdLst/>
              <a:ahLst/>
              <a:cxnLst/>
              <a:rect l="l" t="t" r="r" b="b"/>
              <a:pathLst>
                <a:path w="323" h="143" extrusionOk="0">
                  <a:moveTo>
                    <a:pt x="156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60"/>
                    <a:pt x="84" y="0"/>
                    <a:pt x="156" y="0"/>
                  </a:cubicBezTo>
                  <a:close/>
                  <a:moveTo>
                    <a:pt x="156" y="0"/>
                  </a:moveTo>
                  <a:cubicBezTo>
                    <a:pt x="239" y="0"/>
                    <a:pt x="298" y="71"/>
                    <a:pt x="298" y="143"/>
                  </a:cubicBezTo>
                  <a:cubicBezTo>
                    <a:pt x="322" y="60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1"/>
            <p:cNvSpPr/>
            <p:nvPr/>
          </p:nvSpPr>
          <p:spPr>
            <a:xfrm>
              <a:off x="2922375" y="2420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26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1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1"/>
            <p:cNvSpPr/>
            <p:nvPr/>
          </p:nvSpPr>
          <p:spPr>
            <a:xfrm>
              <a:off x="2896475" y="2420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72" y="0"/>
                    <a:pt x="1" y="60"/>
                    <a:pt x="1" y="143"/>
                  </a:cubicBezTo>
                  <a:cubicBezTo>
                    <a:pt x="1" y="226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1"/>
            <p:cNvSpPr/>
            <p:nvPr/>
          </p:nvSpPr>
          <p:spPr>
            <a:xfrm>
              <a:off x="2883975" y="24334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60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1"/>
            <p:cNvSpPr/>
            <p:nvPr/>
          </p:nvSpPr>
          <p:spPr>
            <a:xfrm>
              <a:off x="2909575" y="2433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1"/>
            <p:cNvSpPr/>
            <p:nvPr/>
          </p:nvSpPr>
          <p:spPr>
            <a:xfrm>
              <a:off x="2883975" y="24081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60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1"/>
            <p:cNvSpPr/>
            <p:nvPr/>
          </p:nvSpPr>
          <p:spPr>
            <a:xfrm>
              <a:off x="2909575" y="2408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1"/>
            <p:cNvSpPr/>
            <p:nvPr/>
          </p:nvSpPr>
          <p:spPr>
            <a:xfrm>
              <a:off x="2922375" y="23956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168"/>
                    <a:pt x="1" y="191"/>
                    <a:pt x="12" y="203"/>
                  </a:cubicBezTo>
                  <a:cubicBezTo>
                    <a:pt x="36" y="263"/>
                    <a:pt x="84" y="299"/>
                    <a:pt x="143" y="299"/>
                  </a:cubicBezTo>
                  <a:cubicBezTo>
                    <a:pt x="203" y="299"/>
                    <a:pt x="263" y="251"/>
                    <a:pt x="274" y="203"/>
                  </a:cubicBezTo>
                  <a:cubicBezTo>
                    <a:pt x="298" y="191"/>
                    <a:pt x="298" y="168"/>
                    <a:pt x="298" y="144"/>
                  </a:cubicBezTo>
                  <a:cubicBezTo>
                    <a:pt x="298" y="61"/>
                    <a:pt x="215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1"/>
            <p:cNvSpPr/>
            <p:nvPr/>
          </p:nvSpPr>
          <p:spPr>
            <a:xfrm>
              <a:off x="2896475" y="2395650"/>
              <a:ext cx="8075" cy="7475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56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168"/>
                    <a:pt x="1" y="191"/>
                    <a:pt x="25" y="203"/>
                  </a:cubicBezTo>
                  <a:cubicBezTo>
                    <a:pt x="48" y="263"/>
                    <a:pt x="96" y="299"/>
                    <a:pt x="156" y="299"/>
                  </a:cubicBezTo>
                  <a:cubicBezTo>
                    <a:pt x="215" y="299"/>
                    <a:pt x="275" y="251"/>
                    <a:pt x="286" y="203"/>
                  </a:cubicBezTo>
                  <a:cubicBezTo>
                    <a:pt x="298" y="191"/>
                    <a:pt x="298" y="168"/>
                    <a:pt x="298" y="144"/>
                  </a:cubicBezTo>
                  <a:cubicBezTo>
                    <a:pt x="322" y="61"/>
                    <a:pt x="239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1"/>
            <p:cNvSpPr/>
            <p:nvPr/>
          </p:nvSpPr>
          <p:spPr>
            <a:xfrm>
              <a:off x="2921775" y="2496875"/>
              <a:ext cx="8075" cy="3575"/>
            </a:xfrm>
            <a:custGeom>
              <a:avLst/>
              <a:gdLst/>
              <a:ahLst/>
              <a:cxnLst/>
              <a:rect l="l" t="t" r="r" b="b"/>
              <a:pathLst>
                <a:path w="323" h="143" extrusionOk="0">
                  <a:moveTo>
                    <a:pt x="167" y="0"/>
                  </a:moveTo>
                  <a:cubicBezTo>
                    <a:pt x="84" y="0"/>
                    <a:pt x="1" y="60"/>
                    <a:pt x="25" y="143"/>
                  </a:cubicBezTo>
                  <a:lnTo>
                    <a:pt x="25" y="119"/>
                  </a:lnTo>
                  <a:cubicBezTo>
                    <a:pt x="36" y="48"/>
                    <a:pt x="96" y="0"/>
                    <a:pt x="167" y="0"/>
                  </a:cubicBezTo>
                  <a:close/>
                  <a:moveTo>
                    <a:pt x="167" y="0"/>
                  </a:moveTo>
                  <a:lnTo>
                    <a:pt x="167" y="0"/>
                  </a:lnTo>
                  <a:cubicBezTo>
                    <a:pt x="239" y="0"/>
                    <a:pt x="322" y="60"/>
                    <a:pt x="322" y="143"/>
                  </a:cubicBezTo>
                  <a:cubicBezTo>
                    <a:pt x="322" y="72"/>
                    <a:pt x="263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1"/>
            <p:cNvSpPr/>
            <p:nvPr/>
          </p:nvSpPr>
          <p:spPr>
            <a:xfrm>
              <a:off x="2896475" y="2496875"/>
              <a:ext cx="8075" cy="3575"/>
            </a:xfrm>
            <a:custGeom>
              <a:avLst/>
              <a:gdLst/>
              <a:ahLst/>
              <a:cxnLst/>
              <a:rect l="l" t="t" r="r" b="b"/>
              <a:pathLst>
                <a:path w="323" h="143" extrusionOk="0">
                  <a:moveTo>
                    <a:pt x="156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60"/>
                    <a:pt x="84" y="0"/>
                    <a:pt x="156" y="0"/>
                  </a:cubicBezTo>
                  <a:close/>
                  <a:moveTo>
                    <a:pt x="156" y="0"/>
                  </a:moveTo>
                  <a:cubicBezTo>
                    <a:pt x="239" y="0"/>
                    <a:pt x="298" y="72"/>
                    <a:pt x="298" y="143"/>
                  </a:cubicBezTo>
                  <a:cubicBezTo>
                    <a:pt x="322" y="60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1"/>
            <p:cNvSpPr/>
            <p:nvPr/>
          </p:nvSpPr>
          <p:spPr>
            <a:xfrm>
              <a:off x="2922375" y="2471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1"/>
            <p:cNvSpPr/>
            <p:nvPr/>
          </p:nvSpPr>
          <p:spPr>
            <a:xfrm>
              <a:off x="2896475" y="24715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6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6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322" y="60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1"/>
            <p:cNvSpPr/>
            <p:nvPr/>
          </p:nvSpPr>
          <p:spPr>
            <a:xfrm>
              <a:off x="2883975" y="24840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60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1"/>
            <p:cNvSpPr/>
            <p:nvPr/>
          </p:nvSpPr>
          <p:spPr>
            <a:xfrm>
              <a:off x="2909575" y="2484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1"/>
            <p:cNvSpPr/>
            <p:nvPr/>
          </p:nvSpPr>
          <p:spPr>
            <a:xfrm>
              <a:off x="2883975" y="24587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60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1"/>
            <p:cNvSpPr/>
            <p:nvPr/>
          </p:nvSpPr>
          <p:spPr>
            <a:xfrm>
              <a:off x="2909575" y="2458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1"/>
            <p:cNvSpPr/>
            <p:nvPr/>
          </p:nvSpPr>
          <p:spPr>
            <a:xfrm>
              <a:off x="2922375" y="2446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1"/>
            <p:cNvSpPr/>
            <p:nvPr/>
          </p:nvSpPr>
          <p:spPr>
            <a:xfrm>
              <a:off x="2896475" y="24462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6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84" y="298"/>
                    <a:pt x="156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322" y="60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1"/>
            <p:cNvSpPr/>
            <p:nvPr/>
          </p:nvSpPr>
          <p:spPr>
            <a:xfrm>
              <a:off x="2921900" y="2547475"/>
              <a:ext cx="7950" cy="3600"/>
            </a:xfrm>
            <a:custGeom>
              <a:avLst/>
              <a:gdLst/>
              <a:ahLst/>
              <a:cxnLst/>
              <a:rect l="l" t="t" r="r" b="b"/>
              <a:pathLst>
                <a:path w="318" h="144" extrusionOk="0">
                  <a:moveTo>
                    <a:pt x="162" y="0"/>
                  </a:moveTo>
                  <a:cubicBezTo>
                    <a:pt x="145" y="0"/>
                    <a:pt x="128" y="3"/>
                    <a:pt x="113" y="8"/>
                  </a:cubicBezTo>
                  <a:lnTo>
                    <a:pt x="113" y="8"/>
                  </a:lnTo>
                  <a:cubicBezTo>
                    <a:pt x="129" y="3"/>
                    <a:pt x="146" y="0"/>
                    <a:pt x="162" y="0"/>
                  </a:cubicBezTo>
                  <a:close/>
                  <a:moveTo>
                    <a:pt x="113" y="8"/>
                  </a:moveTo>
                  <a:cubicBezTo>
                    <a:pt x="50" y="29"/>
                    <a:pt x="1" y="86"/>
                    <a:pt x="20" y="143"/>
                  </a:cubicBezTo>
                  <a:lnTo>
                    <a:pt x="20" y="119"/>
                  </a:lnTo>
                  <a:cubicBezTo>
                    <a:pt x="29" y="65"/>
                    <a:pt x="65" y="25"/>
                    <a:pt x="113" y="8"/>
                  </a:cubicBezTo>
                  <a:close/>
                  <a:moveTo>
                    <a:pt x="162" y="0"/>
                  </a:moveTo>
                  <a:cubicBezTo>
                    <a:pt x="234" y="0"/>
                    <a:pt x="317" y="72"/>
                    <a:pt x="317" y="143"/>
                  </a:cubicBezTo>
                  <a:cubicBezTo>
                    <a:pt x="317" y="72"/>
                    <a:pt x="258" y="0"/>
                    <a:pt x="1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1"/>
            <p:cNvSpPr/>
            <p:nvPr/>
          </p:nvSpPr>
          <p:spPr>
            <a:xfrm>
              <a:off x="2896475" y="2547475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56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72"/>
                    <a:pt x="84" y="0"/>
                    <a:pt x="156" y="0"/>
                  </a:cubicBezTo>
                  <a:close/>
                  <a:moveTo>
                    <a:pt x="156" y="0"/>
                  </a:moveTo>
                  <a:lnTo>
                    <a:pt x="156" y="0"/>
                  </a:lnTo>
                  <a:cubicBezTo>
                    <a:pt x="239" y="0"/>
                    <a:pt x="298" y="72"/>
                    <a:pt x="298" y="143"/>
                  </a:cubicBezTo>
                  <a:cubicBezTo>
                    <a:pt x="322" y="72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1"/>
            <p:cNvSpPr/>
            <p:nvPr/>
          </p:nvSpPr>
          <p:spPr>
            <a:xfrm>
              <a:off x="2922375" y="2522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1"/>
            <p:cNvSpPr/>
            <p:nvPr/>
          </p:nvSpPr>
          <p:spPr>
            <a:xfrm>
              <a:off x="2896475" y="25221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6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6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322" y="72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1"/>
            <p:cNvSpPr/>
            <p:nvPr/>
          </p:nvSpPr>
          <p:spPr>
            <a:xfrm>
              <a:off x="2883975" y="25346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84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1"/>
            <p:cNvSpPr/>
            <p:nvPr/>
          </p:nvSpPr>
          <p:spPr>
            <a:xfrm>
              <a:off x="2909575" y="2534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1"/>
            <p:cNvSpPr/>
            <p:nvPr/>
          </p:nvSpPr>
          <p:spPr>
            <a:xfrm>
              <a:off x="2883975" y="25093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84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1"/>
            <p:cNvSpPr/>
            <p:nvPr/>
          </p:nvSpPr>
          <p:spPr>
            <a:xfrm>
              <a:off x="2909575" y="2509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1"/>
            <p:cNvSpPr/>
            <p:nvPr/>
          </p:nvSpPr>
          <p:spPr>
            <a:xfrm>
              <a:off x="2922375" y="2496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1"/>
            <p:cNvSpPr/>
            <p:nvPr/>
          </p:nvSpPr>
          <p:spPr>
            <a:xfrm>
              <a:off x="2896475" y="24968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6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6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322" y="60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1"/>
            <p:cNvSpPr/>
            <p:nvPr/>
          </p:nvSpPr>
          <p:spPr>
            <a:xfrm>
              <a:off x="2921900" y="2598075"/>
              <a:ext cx="7950" cy="3600"/>
            </a:xfrm>
            <a:custGeom>
              <a:avLst/>
              <a:gdLst/>
              <a:ahLst/>
              <a:cxnLst/>
              <a:rect l="l" t="t" r="r" b="b"/>
              <a:pathLst>
                <a:path w="318" h="144" extrusionOk="0">
                  <a:moveTo>
                    <a:pt x="162" y="0"/>
                  </a:moveTo>
                  <a:cubicBezTo>
                    <a:pt x="145" y="0"/>
                    <a:pt x="128" y="3"/>
                    <a:pt x="113" y="8"/>
                  </a:cubicBezTo>
                  <a:lnTo>
                    <a:pt x="113" y="8"/>
                  </a:lnTo>
                  <a:cubicBezTo>
                    <a:pt x="129" y="3"/>
                    <a:pt x="146" y="0"/>
                    <a:pt x="162" y="0"/>
                  </a:cubicBezTo>
                  <a:close/>
                  <a:moveTo>
                    <a:pt x="113" y="8"/>
                  </a:moveTo>
                  <a:lnTo>
                    <a:pt x="113" y="8"/>
                  </a:lnTo>
                  <a:cubicBezTo>
                    <a:pt x="50" y="29"/>
                    <a:pt x="1" y="86"/>
                    <a:pt x="20" y="143"/>
                  </a:cubicBezTo>
                  <a:lnTo>
                    <a:pt x="20" y="119"/>
                  </a:lnTo>
                  <a:cubicBezTo>
                    <a:pt x="29" y="65"/>
                    <a:pt x="65" y="25"/>
                    <a:pt x="113" y="8"/>
                  </a:cubicBezTo>
                  <a:close/>
                  <a:moveTo>
                    <a:pt x="162" y="0"/>
                  </a:moveTo>
                  <a:cubicBezTo>
                    <a:pt x="234" y="0"/>
                    <a:pt x="317" y="72"/>
                    <a:pt x="317" y="143"/>
                  </a:cubicBezTo>
                  <a:cubicBezTo>
                    <a:pt x="317" y="72"/>
                    <a:pt x="258" y="0"/>
                    <a:pt x="1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1"/>
            <p:cNvSpPr/>
            <p:nvPr/>
          </p:nvSpPr>
          <p:spPr>
            <a:xfrm>
              <a:off x="2896475" y="2598075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56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72"/>
                    <a:pt x="84" y="0"/>
                    <a:pt x="156" y="0"/>
                  </a:cubicBezTo>
                  <a:close/>
                  <a:moveTo>
                    <a:pt x="156" y="0"/>
                  </a:moveTo>
                  <a:cubicBezTo>
                    <a:pt x="239" y="0"/>
                    <a:pt x="298" y="72"/>
                    <a:pt x="298" y="143"/>
                  </a:cubicBezTo>
                  <a:cubicBezTo>
                    <a:pt x="322" y="72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1"/>
            <p:cNvSpPr/>
            <p:nvPr/>
          </p:nvSpPr>
          <p:spPr>
            <a:xfrm>
              <a:off x="2922375" y="2572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26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1"/>
            <p:cNvSpPr/>
            <p:nvPr/>
          </p:nvSpPr>
          <p:spPr>
            <a:xfrm>
              <a:off x="2896475" y="2572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6" y="0"/>
                  </a:moveTo>
                  <a:cubicBezTo>
                    <a:pt x="72" y="0"/>
                    <a:pt x="1" y="60"/>
                    <a:pt x="1" y="143"/>
                  </a:cubicBezTo>
                  <a:cubicBezTo>
                    <a:pt x="1" y="226"/>
                    <a:pt x="72" y="298"/>
                    <a:pt x="156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1"/>
            <p:cNvSpPr/>
            <p:nvPr/>
          </p:nvSpPr>
          <p:spPr>
            <a:xfrm>
              <a:off x="2883975" y="25852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84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1"/>
            <p:cNvSpPr/>
            <p:nvPr/>
          </p:nvSpPr>
          <p:spPr>
            <a:xfrm>
              <a:off x="2909575" y="2585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1"/>
            <p:cNvSpPr/>
            <p:nvPr/>
          </p:nvSpPr>
          <p:spPr>
            <a:xfrm>
              <a:off x="2883975" y="25599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84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1"/>
            <p:cNvSpPr/>
            <p:nvPr/>
          </p:nvSpPr>
          <p:spPr>
            <a:xfrm>
              <a:off x="2909575" y="2559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1"/>
            <p:cNvSpPr/>
            <p:nvPr/>
          </p:nvSpPr>
          <p:spPr>
            <a:xfrm>
              <a:off x="2922375" y="2547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167"/>
                    <a:pt x="1" y="191"/>
                    <a:pt x="12" y="203"/>
                  </a:cubicBezTo>
                  <a:cubicBezTo>
                    <a:pt x="36" y="262"/>
                    <a:pt x="84" y="298"/>
                    <a:pt x="143" y="298"/>
                  </a:cubicBezTo>
                  <a:cubicBezTo>
                    <a:pt x="203" y="298"/>
                    <a:pt x="263" y="250"/>
                    <a:pt x="274" y="203"/>
                  </a:cubicBezTo>
                  <a:cubicBezTo>
                    <a:pt x="298" y="191"/>
                    <a:pt x="298" y="167"/>
                    <a:pt x="298" y="143"/>
                  </a:cubicBezTo>
                  <a:cubicBezTo>
                    <a:pt x="298" y="72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1"/>
            <p:cNvSpPr/>
            <p:nvPr/>
          </p:nvSpPr>
          <p:spPr>
            <a:xfrm>
              <a:off x="2896475" y="25474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6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167"/>
                    <a:pt x="1" y="191"/>
                    <a:pt x="25" y="203"/>
                  </a:cubicBezTo>
                  <a:cubicBezTo>
                    <a:pt x="48" y="262"/>
                    <a:pt x="96" y="298"/>
                    <a:pt x="156" y="298"/>
                  </a:cubicBezTo>
                  <a:cubicBezTo>
                    <a:pt x="215" y="298"/>
                    <a:pt x="275" y="250"/>
                    <a:pt x="286" y="203"/>
                  </a:cubicBezTo>
                  <a:cubicBezTo>
                    <a:pt x="298" y="191"/>
                    <a:pt x="298" y="167"/>
                    <a:pt x="298" y="143"/>
                  </a:cubicBezTo>
                  <a:cubicBezTo>
                    <a:pt x="322" y="72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1"/>
            <p:cNvSpPr/>
            <p:nvPr/>
          </p:nvSpPr>
          <p:spPr>
            <a:xfrm>
              <a:off x="2921900" y="2648675"/>
              <a:ext cx="7950" cy="3600"/>
            </a:xfrm>
            <a:custGeom>
              <a:avLst/>
              <a:gdLst/>
              <a:ahLst/>
              <a:cxnLst/>
              <a:rect l="l" t="t" r="r" b="b"/>
              <a:pathLst>
                <a:path w="318" h="144" extrusionOk="0">
                  <a:moveTo>
                    <a:pt x="162" y="0"/>
                  </a:moveTo>
                  <a:cubicBezTo>
                    <a:pt x="145" y="0"/>
                    <a:pt x="128" y="3"/>
                    <a:pt x="113" y="9"/>
                  </a:cubicBezTo>
                  <a:lnTo>
                    <a:pt x="113" y="9"/>
                  </a:lnTo>
                  <a:cubicBezTo>
                    <a:pt x="129" y="3"/>
                    <a:pt x="146" y="0"/>
                    <a:pt x="162" y="0"/>
                  </a:cubicBezTo>
                  <a:close/>
                  <a:moveTo>
                    <a:pt x="113" y="9"/>
                  </a:moveTo>
                  <a:lnTo>
                    <a:pt x="113" y="9"/>
                  </a:lnTo>
                  <a:cubicBezTo>
                    <a:pt x="50" y="29"/>
                    <a:pt x="1" y="86"/>
                    <a:pt x="20" y="143"/>
                  </a:cubicBezTo>
                  <a:lnTo>
                    <a:pt x="20" y="119"/>
                  </a:lnTo>
                  <a:cubicBezTo>
                    <a:pt x="29" y="65"/>
                    <a:pt x="65" y="25"/>
                    <a:pt x="113" y="9"/>
                  </a:cubicBezTo>
                  <a:close/>
                  <a:moveTo>
                    <a:pt x="162" y="0"/>
                  </a:moveTo>
                  <a:cubicBezTo>
                    <a:pt x="234" y="0"/>
                    <a:pt x="317" y="72"/>
                    <a:pt x="317" y="143"/>
                  </a:cubicBezTo>
                  <a:cubicBezTo>
                    <a:pt x="317" y="72"/>
                    <a:pt x="258" y="0"/>
                    <a:pt x="1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1"/>
            <p:cNvSpPr/>
            <p:nvPr/>
          </p:nvSpPr>
          <p:spPr>
            <a:xfrm>
              <a:off x="2896475" y="2648675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56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72"/>
                    <a:pt x="84" y="0"/>
                    <a:pt x="156" y="0"/>
                  </a:cubicBezTo>
                  <a:close/>
                  <a:moveTo>
                    <a:pt x="156" y="0"/>
                  </a:moveTo>
                  <a:cubicBezTo>
                    <a:pt x="239" y="0"/>
                    <a:pt x="298" y="72"/>
                    <a:pt x="298" y="143"/>
                  </a:cubicBezTo>
                  <a:cubicBezTo>
                    <a:pt x="322" y="72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1"/>
            <p:cNvSpPr/>
            <p:nvPr/>
          </p:nvSpPr>
          <p:spPr>
            <a:xfrm>
              <a:off x="2922375" y="2623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1"/>
            <p:cNvSpPr/>
            <p:nvPr/>
          </p:nvSpPr>
          <p:spPr>
            <a:xfrm>
              <a:off x="2896475" y="26233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6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6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322" y="72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1"/>
            <p:cNvSpPr/>
            <p:nvPr/>
          </p:nvSpPr>
          <p:spPr>
            <a:xfrm>
              <a:off x="2883975" y="26358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310" y="84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1"/>
            <p:cNvSpPr/>
            <p:nvPr/>
          </p:nvSpPr>
          <p:spPr>
            <a:xfrm>
              <a:off x="2909575" y="2635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1"/>
            <p:cNvSpPr/>
            <p:nvPr/>
          </p:nvSpPr>
          <p:spPr>
            <a:xfrm>
              <a:off x="2883975" y="26105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310" y="84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1"/>
            <p:cNvSpPr/>
            <p:nvPr/>
          </p:nvSpPr>
          <p:spPr>
            <a:xfrm>
              <a:off x="2909575" y="2610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1"/>
            <p:cNvSpPr/>
            <p:nvPr/>
          </p:nvSpPr>
          <p:spPr>
            <a:xfrm>
              <a:off x="2922375" y="2598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1"/>
            <p:cNvSpPr/>
            <p:nvPr/>
          </p:nvSpPr>
          <p:spPr>
            <a:xfrm>
              <a:off x="2896475" y="25980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6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6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322" y="72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1"/>
            <p:cNvSpPr/>
            <p:nvPr/>
          </p:nvSpPr>
          <p:spPr>
            <a:xfrm>
              <a:off x="2921775" y="2699575"/>
              <a:ext cx="8075" cy="3900"/>
            </a:xfrm>
            <a:custGeom>
              <a:avLst/>
              <a:gdLst/>
              <a:ahLst/>
              <a:cxnLst/>
              <a:rect l="l" t="t" r="r" b="b"/>
              <a:pathLst>
                <a:path w="323" h="156" extrusionOk="0">
                  <a:moveTo>
                    <a:pt x="167" y="0"/>
                  </a:moveTo>
                  <a:cubicBezTo>
                    <a:pt x="84" y="0"/>
                    <a:pt x="1" y="60"/>
                    <a:pt x="25" y="155"/>
                  </a:cubicBezTo>
                  <a:lnTo>
                    <a:pt x="25" y="119"/>
                  </a:lnTo>
                  <a:cubicBezTo>
                    <a:pt x="36" y="48"/>
                    <a:pt x="96" y="0"/>
                    <a:pt x="167" y="0"/>
                  </a:cubicBezTo>
                  <a:close/>
                  <a:moveTo>
                    <a:pt x="167" y="0"/>
                  </a:moveTo>
                  <a:lnTo>
                    <a:pt x="167" y="0"/>
                  </a:lnTo>
                  <a:cubicBezTo>
                    <a:pt x="239" y="0"/>
                    <a:pt x="322" y="60"/>
                    <a:pt x="322" y="155"/>
                  </a:cubicBezTo>
                  <a:cubicBezTo>
                    <a:pt x="322" y="72"/>
                    <a:pt x="263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1"/>
            <p:cNvSpPr/>
            <p:nvPr/>
          </p:nvSpPr>
          <p:spPr>
            <a:xfrm>
              <a:off x="2896475" y="2699575"/>
              <a:ext cx="8075" cy="3900"/>
            </a:xfrm>
            <a:custGeom>
              <a:avLst/>
              <a:gdLst/>
              <a:ahLst/>
              <a:cxnLst/>
              <a:rect l="l" t="t" r="r" b="b"/>
              <a:pathLst>
                <a:path w="323" h="156" extrusionOk="0">
                  <a:moveTo>
                    <a:pt x="156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60"/>
                    <a:pt x="84" y="0"/>
                    <a:pt x="156" y="0"/>
                  </a:cubicBezTo>
                  <a:close/>
                  <a:moveTo>
                    <a:pt x="156" y="0"/>
                  </a:moveTo>
                  <a:cubicBezTo>
                    <a:pt x="239" y="0"/>
                    <a:pt x="298" y="72"/>
                    <a:pt x="298" y="155"/>
                  </a:cubicBezTo>
                  <a:cubicBezTo>
                    <a:pt x="322" y="60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1"/>
            <p:cNvSpPr/>
            <p:nvPr/>
          </p:nvSpPr>
          <p:spPr>
            <a:xfrm>
              <a:off x="2922375" y="2673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43"/>
                  </a:cubicBezTo>
                  <a:cubicBezTo>
                    <a:pt x="298" y="72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1"/>
            <p:cNvSpPr/>
            <p:nvPr/>
          </p:nvSpPr>
          <p:spPr>
            <a:xfrm>
              <a:off x="2896475" y="26739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6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6" y="298"/>
                  </a:cubicBezTo>
                  <a:cubicBezTo>
                    <a:pt x="239" y="298"/>
                    <a:pt x="298" y="227"/>
                    <a:pt x="298" y="143"/>
                  </a:cubicBezTo>
                  <a:cubicBezTo>
                    <a:pt x="322" y="72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1"/>
            <p:cNvSpPr/>
            <p:nvPr/>
          </p:nvSpPr>
          <p:spPr>
            <a:xfrm>
              <a:off x="2883975" y="2686475"/>
              <a:ext cx="7775" cy="7475"/>
            </a:xfrm>
            <a:custGeom>
              <a:avLst/>
              <a:gdLst/>
              <a:ahLst/>
              <a:cxnLst/>
              <a:rect l="l" t="t" r="r" b="b"/>
              <a:pathLst>
                <a:path w="311" h="299" extrusionOk="0">
                  <a:moveTo>
                    <a:pt x="144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9"/>
                    <a:pt x="72" y="298"/>
                    <a:pt x="144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310" y="84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1"/>
            <p:cNvSpPr/>
            <p:nvPr/>
          </p:nvSpPr>
          <p:spPr>
            <a:xfrm>
              <a:off x="2909575" y="2686475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9"/>
                    <a:pt x="72" y="298"/>
                    <a:pt x="155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1"/>
            <p:cNvSpPr/>
            <p:nvPr/>
          </p:nvSpPr>
          <p:spPr>
            <a:xfrm>
              <a:off x="2883975" y="26611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310" y="84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1"/>
            <p:cNvSpPr/>
            <p:nvPr/>
          </p:nvSpPr>
          <p:spPr>
            <a:xfrm>
              <a:off x="2909575" y="2661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55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1"/>
            <p:cNvSpPr/>
            <p:nvPr/>
          </p:nvSpPr>
          <p:spPr>
            <a:xfrm>
              <a:off x="2922375" y="2648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43"/>
                  </a:cubicBezTo>
                  <a:cubicBezTo>
                    <a:pt x="298" y="72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1"/>
            <p:cNvSpPr/>
            <p:nvPr/>
          </p:nvSpPr>
          <p:spPr>
            <a:xfrm>
              <a:off x="2896475" y="26486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6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6" y="298"/>
                  </a:cubicBezTo>
                  <a:cubicBezTo>
                    <a:pt x="239" y="298"/>
                    <a:pt x="298" y="227"/>
                    <a:pt x="298" y="143"/>
                  </a:cubicBezTo>
                  <a:cubicBezTo>
                    <a:pt x="322" y="72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1"/>
            <p:cNvSpPr/>
            <p:nvPr/>
          </p:nvSpPr>
          <p:spPr>
            <a:xfrm>
              <a:off x="2883975" y="27123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15"/>
                    <a:pt x="298" y="143"/>
                  </a:cubicBezTo>
                  <a:cubicBezTo>
                    <a:pt x="310" y="60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1"/>
            <p:cNvSpPr/>
            <p:nvPr/>
          </p:nvSpPr>
          <p:spPr>
            <a:xfrm>
              <a:off x="2909575" y="2711775"/>
              <a:ext cx="5975" cy="3600"/>
            </a:xfrm>
            <a:custGeom>
              <a:avLst/>
              <a:gdLst/>
              <a:ahLst/>
              <a:cxnLst/>
              <a:rect l="l" t="t" r="r" b="b"/>
              <a:pathLst>
                <a:path w="239" h="144" extrusionOk="0">
                  <a:moveTo>
                    <a:pt x="155" y="0"/>
                  </a:moveTo>
                  <a:cubicBezTo>
                    <a:pt x="60" y="24"/>
                    <a:pt x="1" y="60"/>
                    <a:pt x="1" y="143"/>
                  </a:cubicBezTo>
                  <a:cubicBezTo>
                    <a:pt x="72" y="108"/>
                    <a:pt x="155" y="60"/>
                    <a:pt x="239" y="36"/>
                  </a:cubicBezTo>
                  <a:cubicBezTo>
                    <a:pt x="215" y="24"/>
                    <a:pt x="191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1"/>
            <p:cNvSpPr/>
            <p:nvPr/>
          </p:nvSpPr>
          <p:spPr>
            <a:xfrm>
              <a:off x="2922375" y="2699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167"/>
                    <a:pt x="1" y="191"/>
                    <a:pt x="12" y="215"/>
                  </a:cubicBezTo>
                  <a:cubicBezTo>
                    <a:pt x="36" y="262"/>
                    <a:pt x="84" y="298"/>
                    <a:pt x="143" y="298"/>
                  </a:cubicBezTo>
                  <a:cubicBezTo>
                    <a:pt x="203" y="298"/>
                    <a:pt x="263" y="250"/>
                    <a:pt x="274" y="215"/>
                  </a:cubicBezTo>
                  <a:cubicBezTo>
                    <a:pt x="298" y="191"/>
                    <a:pt x="298" y="167"/>
                    <a:pt x="298" y="155"/>
                  </a:cubicBezTo>
                  <a:cubicBezTo>
                    <a:pt x="298" y="60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1"/>
            <p:cNvSpPr/>
            <p:nvPr/>
          </p:nvSpPr>
          <p:spPr>
            <a:xfrm>
              <a:off x="2896475" y="26995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6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167"/>
                    <a:pt x="1" y="191"/>
                    <a:pt x="25" y="215"/>
                  </a:cubicBezTo>
                  <a:cubicBezTo>
                    <a:pt x="48" y="262"/>
                    <a:pt x="96" y="298"/>
                    <a:pt x="156" y="298"/>
                  </a:cubicBezTo>
                  <a:cubicBezTo>
                    <a:pt x="215" y="298"/>
                    <a:pt x="275" y="250"/>
                    <a:pt x="286" y="215"/>
                  </a:cubicBezTo>
                  <a:cubicBezTo>
                    <a:pt x="298" y="191"/>
                    <a:pt x="298" y="167"/>
                    <a:pt x="298" y="155"/>
                  </a:cubicBezTo>
                  <a:cubicBezTo>
                    <a:pt x="322" y="60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1"/>
            <p:cNvSpPr/>
            <p:nvPr/>
          </p:nvSpPr>
          <p:spPr>
            <a:xfrm>
              <a:off x="2871175" y="2192950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72"/>
                    <a:pt x="84" y="1"/>
                    <a:pt x="155" y="1"/>
                  </a:cubicBezTo>
                  <a:close/>
                  <a:moveTo>
                    <a:pt x="156" y="1"/>
                  </a:moveTo>
                  <a:lnTo>
                    <a:pt x="156" y="1"/>
                  </a:lnTo>
                  <a:cubicBezTo>
                    <a:pt x="239" y="1"/>
                    <a:pt x="298" y="72"/>
                    <a:pt x="298" y="144"/>
                  </a:cubicBezTo>
                  <a:cubicBezTo>
                    <a:pt x="322" y="72"/>
                    <a:pt x="239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1"/>
            <p:cNvSpPr/>
            <p:nvPr/>
          </p:nvSpPr>
          <p:spPr>
            <a:xfrm>
              <a:off x="2845875" y="2192950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72"/>
                    <a:pt x="84" y="1"/>
                    <a:pt x="155" y="1"/>
                  </a:cubicBezTo>
                  <a:close/>
                  <a:moveTo>
                    <a:pt x="156" y="1"/>
                  </a:moveTo>
                  <a:cubicBezTo>
                    <a:pt x="239" y="1"/>
                    <a:pt x="298" y="72"/>
                    <a:pt x="298" y="144"/>
                  </a:cubicBezTo>
                  <a:cubicBezTo>
                    <a:pt x="322" y="72"/>
                    <a:pt x="239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1"/>
            <p:cNvSpPr/>
            <p:nvPr/>
          </p:nvSpPr>
          <p:spPr>
            <a:xfrm>
              <a:off x="2871175" y="2167650"/>
              <a:ext cx="8075" cy="7475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8"/>
                    <a:pt x="155" y="298"/>
                  </a:cubicBezTo>
                  <a:cubicBezTo>
                    <a:pt x="239" y="298"/>
                    <a:pt x="298" y="215"/>
                    <a:pt x="298" y="144"/>
                  </a:cubicBezTo>
                  <a:cubicBezTo>
                    <a:pt x="322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1"/>
            <p:cNvSpPr/>
            <p:nvPr/>
          </p:nvSpPr>
          <p:spPr>
            <a:xfrm>
              <a:off x="2845875" y="2167650"/>
              <a:ext cx="8075" cy="7475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8"/>
                    <a:pt x="155" y="298"/>
                  </a:cubicBezTo>
                  <a:cubicBezTo>
                    <a:pt x="239" y="298"/>
                    <a:pt x="298" y="215"/>
                    <a:pt x="298" y="144"/>
                  </a:cubicBezTo>
                  <a:cubicBezTo>
                    <a:pt x="322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1"/>
            <p:cNvSpPr/>
            <p:nvPr/>
          </p:nvSpPr>
          <p:spPr>
            <a:xfrm>
              <a:off x="2833375" y="2180150"/>
              <a:ext cx="7775" cy="7475"/>
            </a:xfrm>
            <a:custGeom>
              <a:avLst/>
              <a:gdLst/>
              <a:ahLst/>
              <a:cxnLst/>
              <a:rect l="l" t="t" r="r" b="b"/>
              <a:pathLst>
                <a:path w="311" h="299" extrusionOk="0">
                  <a:moveTo>
                    <a:pt x="143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310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1"/>
            <p:cNvSpPr/>
            <p:nvPr/>
          </p:nvSpPr>
          <p:spPr>
            <a:xfrm>
              <a:off x="2858675" y="2180150"/>
              <a:ext cx="7775" cy="7475"/>
            </a:xfrm>
            <a:custGeom>
              <a:avLst/>
              <a:gdLst/>
              <a:ahLst/>
              <a:cxnLst/>
              <a:rect l="l" t="t" r="r" b="b"/>
              <a:pathLst>
                <a:path w="311" h="299" extrusionOk="0">
                  <a:moveTo>
                    <a:pt x="144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4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310" y="72"/>
                    <a:pt x="239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1"/>
            <p:cNvSpPr/>
            <p:nvPr/>
          </p:nvSpPr>
          <p:spPr>
            <a:xfrm>
              <a:off x="2833375" y="2155750"/>
              <a:ext cx="7475" cy="6575"/>
            </a:xfrm>
            <a:custGeom>
              <a:avLst/>
              <a:gdLst/>
              <a:ahLst/>
              <a:cxnLst/>
              <a:rect l="l" t="t" r="r" b="b"/>
              <a:pathLst>
                <a:path w="299" h="263" extrusionOk="0">
                  <a:moveTo>
                    <a:pt x="48" y="1"/>
                  </a:moveTo>
                  <a:cubicBezTo>
                    <a:pt x="13" y="36"/>
                    <a:pt x="1" y="72"/>
                    <a:pt x="1" y="120"/>
                  </a:cubicBezTo>
                  <a:cubicBezTo>
                    <a:pt x="1" y="203"/>
                    <a:pt x="72" y="263"/>
                    <a:pt x="143" y="263"/>
                  </a:cubicBezTo>
                  <a:cubicBezTo>
                    <a:pt x="239" y="263"/>
                    <a:pt x="298" y="191"/>
                    <a:pt x="298" y="120"/>
                  </a:cubicBezTo>
                  <a:cubicBezTo>
                    <a:pt x="298" y="84"/>
                    <a:pt x="298" y="72"/>
                    <a:pt x="286" y="36"/>
                  </a:cubicBezTo>
                  <a:cubicBezTo>
                    <a:pt x="203" y="24"/>
                    <a:pt x="120" y="12"/>
                    <a:pt x="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1"/>
            <p:cNvSpPr/>
            <p:nvPr/>
          </p:nvSpPr>
          <p:spPr>
            <a:xfrm>
              <a:off x="2859275" y="2160800"/>
              <a:ext cx="5075" cy="1525"/>
            </a:xfrm>
            <a:custGeom>
              <a:avLst/>
              <a:gdLst/>
              <a:ahLst/>
              <a:cxnLst/>
              <a:rect l="l" t="t" r="r" b="b"/>
              <a:pathLst>
                <a:path w="203" h="61" extrusionOk="0">
                  <a:moveTo>
                    <a:pt x="0" y="1"/>
                  </a:moveTo>
                  <a:lnTo>
                    <a:pt x="0" y="1"/>
                  </a:lnTo>
                  <a:cubicBezTo>
                    <a:pt x="36" y="49"/>
                    <a:pt x="84" y="61"/>
                    <a:pt x="120" y="61"/>
                  </a:cubicBezTo>
                  <a:cubicBezTo>
                    <a:pt x="155" y="61"/>
                    <a:pt x="167" y="49"/>
                    <a:pt x="203" y="49"/>
                  </a:cubicBezTo>
                  <a:cubicBezTo>
                    <a:pt x="143" y="37"/>
                    <a:pt x="60" y="13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1"/>
            <p:cNvSpPr/>
            <p:nvPr/>
          </p:nvSpPr>
          <p:spPr>
            <a:xfrm>
              <a:off x="2820575" y="2192950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1"/>
                  </a:moveTo>
                  <a:cubicBezTo>
                    <a:pt x="136" y="1"/>
                    <a:pt x="117" y="4"/>
                    <a:pt x="101" y="9"/>
                  </a:cubicBezTo>
                  <a:lnTo>
                    <a:pt x="101" y="9"/>
                  </a:lnTo>
                  <a:cubicBezTo>
                    <a:pt x="117" y="4"/>
                    <a:pt x="136" y="1"/>
                    <a:pt x="155" y="1"/>
                  </a:cubicBezTo>
                  <a:close/>
                  <a:moveTo>
                    <a:pt x="101" y="9"/>
                  </a:moveTo>
                  <a:cubicBezTo>
                    <a:pt x="51" y="26"/>
                    <a:pt x="17" y="66"/>
                    <a:pt x="5" y="110"/>
                  </a:cubicBezTo>
                  <a:lnTo>
                    <a:pt x="5" y="110"/>
                  </a:lnTo>
                  <a:cubicBezTo>
                    <a:pt x="30" y="56"/>
                    <a:pt x="61" y="24"/>
                    <a:pt x="101" y="9"/>
                  </a:cubicBezTo>
                  <a:close/>
                  <a:moveTo>
                    <a:pt x="5" y="110"/>
                  </a:moveTo>
                  <a:lnTo>
                    <a:pt x="5" y="110"/>
                  </a:lnTo>
                  <a:cubicBezTo>
                    <a:pt x="4" y="113"/>
                    <a:pt x="2" y="117"/>
                    <a:pt x="1" y="120"/>
                  </a:cubicBezTo>
                  <a:lnTo>
                    <a:pt x="1" y="144"/>
                  </a:lnTo>
                  <a:cubicBezTo>
                    <a:pt x="1" y="132"/>
                    <a:pt x="2" y="121"/>
                    <a:pt x="5" y="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1"/>
            <p:cNvSpPr/>
            <p:nvPr/>
          </p:nvSpPr>
          <p:spPr>
            <a:xfrm>
              <a:off x="2820575" y="2167650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1"/>
                  </a:moveTo>
                  <a:lnTo>
                    <a:pt x="155" y="1"/>
                  </a:lnTo>
                  <a:cubicBezTo>
                    <a:pt x="84" y="1"/>
                    <a:pt x="1" y="60"/>
                    <a:pt x="1" y="144"/>
                  </a:cubicBezTo>
                  <a:cubicBezTo>
                    <a:pt x="1" y="72"/>
                    <a:pt x="84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1"/>
            <p:cNvSpPr/>
            <p:nvPr/>
          </p:nvSpPr>
          <p:spPr>
            <a:xfrm>
              <a:off x="2871175" y="2243550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72"/>
                    <a:pt x="84" y="1"/>
                    <a:pt x="155" y="1"/>
                  </a:cubicBezTo>
                  <a:close/>
                  <a:moveTo>
                    <a:pt x="156" y="1"/>
                  </a:moveTo>
                  <a:cubicBezTo>
                    <a:pt x="239" y="1"/>
                    <a:pt x="298" y="72"/>
                    <a:pt x="298" y="144"/>
                  </a:cubicBezTo>
                  <a:cubicBezTo>
                    <a:pt x="322" y="72"/>
                    <a:pt x="239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1"/>
            <p:cNvSpPr/>
            <p:nvPr/>
          </p:nvSpPr>
          <p:spPr>
            <a:xfrm>
              <a:off x="2845875" y="2243550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72"/>
                    <a:pt x="84" y="1"/>
                    <a:pt x="155" y="1"/>
                  </a:cubicBezTo>
                  <a:close/>
                  <a:moveTo>
                    <a:pt x="156" y="1"/>
                  </a:moveTo>
                  <a:cubicBezTo>
                    <a:pt x="239" y="1"/>
                    <a:pt x="298" y="72"/>
                    <a:pt x="298" y="144"/>
                  </a:cubicBezTo>
                  <a:cubicBezTo>
                    <a:pt x="322" y="72"/>
                    <a:pt x="239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1"/>
            <p:cNvSpPr/>
            <p:nvPr/>
          </p:nvSpPr>
          <p:spPr>
            <a:xfrm>
              <a:off x="2871175" y="2218250"/>
              <a:ext cx="8075" cy="7475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322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1"/>
            <p:cNvSpPr/>
            <p:nvPr/>
          </p:nvSpPr>
          <p:spPr>
            <a:xfrm>
              <a:off x="2845875" y="2218250"/>
              <a:ext cx="8075" cy="7475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322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1"/>
            <p:cNvSpPr/>
            <p:nvPr/>
          </p:nvSpPr>
          <p:spPr>
            <a:xfrm>
              <a:off x="2833375" y="2230750"/>
              <a:ext cx="7775" cy="7475"/>
            </a:xfrm>
            <a:custGeom>
              <a:avLst/>
              <a:gdLst/>
              <a:ahLst/>
              <a:cxnLst/>
              <a:rect l="l" t="t" r="r" b="b"/>
              <a:pathLst>
                <a:path w="311" h="299" extrusionOk="0">
                  <a:moveTo>
                    <a:pt x="143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310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1"/>
            <p:cNvSpPr/>
            <p:nvPr/>
          </p:nvSpPr>
          <p:spPr>
            <a:xfrm>
              <a:off x="2858675" y="2230750"/>
              <a:ext cx="7775" cy="7475"/>
            </a:xfrm>
            <a:custGeom>
              <a:avLst/>
              <a:gdLst/>
              <a:ahLst/>
              <a:cxnLst/>
              <a:rect l="l" t="t" r="r" b="b"/>
              <a:pathLst>
                <a:path w="311" h="299" extrusionOk="0">
                  <a:moveTo>
                    <a:pt x="144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4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310" y="72"/>
                    <a:pt x="239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1"/>
            <p:cNvSpPr/>
            <p:nvPr/>
          </p:nvSpPr>
          <p:spPr>
            <a:xfrm>
              <a:off x="2833375" y="2205450"/>
              <a:ext cx="7775" cy="7475"/>
            </a:xfrm>
            <a:custGeom>
              <a:avLst/>
              <a:gdLst/>
              <a:ahLst/>
              <a:cxnLst/>
              <a:rect l="l" t="t" r="r" b="b"/>
              <a:pathLst>
                <a:path w="311" h="299" extrusionOk="0">
                  <a:moveTo>
                    <a:pt x="143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310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1"/>
            <p:cNvSpPr/>
            <p:nvPr/>
          </p:nvSpPr>
          <p:spPr>
            <a:xfrm>
              <a:off x="2858675" y="2205450"/>
              <a:ext cx="7775" cy="7475"/>
            </a:xfrm>
            <a:custGeom>
              <a:avLst/>
              <a:gdLst/>
              <a:ahLst/>
              <a:cxnLst/>
              <a:rect l="l" t="t" r="r" b="b"/>
              <a:pathLst>
                <a:path w="311" h="299" extrusionOk="0">
                  <a:moveTo>
                    <a:pt x="144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4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310" y="72"/>
                    <a:pt x="239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1"/>
            <p:cNvSpPr/>
            <p:nvPr/>
          </p:nvSpPr>
          <p:spPr>
            <a:xfrm>
              <a:off x="2820575" y="2243550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1"/>
                  </a:moveTo>
                  <a:cubicBezTo>
                    <a:pt x="73" y="1"/>
                    <a:pt x="18" y="54"/>
                    <a:pt x="4" y="115"/>
                  </a:cubicBezTo>
                  <a:lnTo>
                    <a:pt x="4" y="115"/>
                  </a:lnTo>
                  <a:cubicBezTo>
                    <a:pt x="39" y="57"/>
                    <a:pt x="86" y="1"/>
                    <a:pt x="155" y="1"/>
                  </a:cubicBezTo>
                  <a:close/>
                  <a:moveTo>
                    <a:pt x="4" y="115"/>
                  </a:moveTo>
                  <a:cubicBezTo>
                    <a:pt x="3" y="116"/>
                    <a:pt x="2" y="118"/>
                    <a:pt x="1" y="120"/>
                  </a:cubicBezTo>
                  <a:lnTo>
                    <a:pt x="1" y="144"/>
                  </a:lnTo>
                  <a:cubicBezTo>
                    <a:pt x="1" y="134"/>
                    <a:pt x="2" y="124"/>
                    <a:pt x="4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1"/>
            <p:cNvSpPr/>
            <p:nvPr/>
          </p:nvSpPr>
          <p:spPr>
            <a:xfrm>
              <a:off x="2820575" y="2218250"/>
              <a:ext cx="3900" cy="7500"/>
            </a:xfrm>
            <a:custGeom>
              <a:avLst/>
              <a:gdLst/>
              <a:ahLst/>
              <a:cxnLst/>
              <a:rect l="l" t="t" r="r" b="b"/>
              <a:pathLst>
                <a:path w="156" h="300" extrusionOk="0">
                  <a:moveTo>
                    <a:pt x="155" y="1"/>
                  </a:moveTo>
                  <a:cubicBezTo>
                    <a:pt x="84" y="1"/>
                    <a:pt x="1" y="60"/>
                    <a:pt x="1" y="144"/>
                  </a:cubicBezTo>
                  <a:cubicBezTo>
                    <a:pt x="1" y="72"/>
                    <a:pt x="84" y="1"/>
                    <a:pt x="155" y="1"/>
                  </a:cubicBezTo>
                  <a:close/>
                  <a:moveTo>
                    <a:pt x="1" y="145"/>
                  </a:moveTo>
                  <a:cubicBezTo>
                    <a:pt x="2" y="233"/>
                    <a:pt x="73" y="300"/>
                    <a:pt x="140" y="300"/>
                  </a:cubicBezTo>
                  <a:cubicBezTo>
                    <a:pt x="145" y="300"/>
                    <a:pt x="150" y="299"/>
                    <a:pt x="155" y="299"/>
                  </a:cubicBezTo>
                  <a:cubicBezTo>
                    <a:pt x="84" y="299"/>
                    <a:pt x="2" y="240"/>
                    <a:pt x="1" y="1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1"/>
            <p:cNvSpPr/>
            <p:nvPr/>
          </p:nvSpPr>
          <p:spPr>
            <a:xfrm>
              <a:off x="2871175" y="2192950"/>
              <a:ext cx="8075" cy="7475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322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1"/>
            <p:cNvSpPr/>
            <p:nvPr/>
          </p:nvSpPr>
          <p:spPr>
            <a:xfrm>
              <a:off x="2845875" y="2192950"/>
              <a:ext cx="8075" cy="7475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322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1"/>
            <p:cNvSpPr/>
            <p:nvPr/>
          </p:nvSpPr>
          <p:spPr>
            <a:xfrm>
              <a:off x="2820575" y="2195925"/>
              <a:ext cx="3900" cy="4500"/>
            </a:xfrm>
            <a:custGeom>
              <a:avLst/>
              <a:gdLst/>
              <a:ahLst/>
              <a:cxnLst/>
              <a:rect l="l" t="t" r="r" b="b"/>
              <a:pathLst>
                <a:path w="156" h="180" extrusionOk="0">
                  <a:moveTo>
                    <a:pt x="1" y="25"/>
                  </a:moveTo>
                  <a:lnTo>
                    <a:pt x="1" y="1"/>
                  </a:lnTo>
                  <a:lnTo>
                    <a:pt x="1" y="25"/>
                  </a:lnTo>
                  <a:cubicBezTo>
                    <a:pt x="1" y="120"/>
                    <a:pt x="84" y="180"/>
                    <a:pt x="155" y="180"/>
                  </a:cubicBezTo>
                  <a:cubicBezTo>
                    <a:pt x="84" y="180"/>
                    <a:pt x="1" y="120"/>
                    <a:pt x="1" y="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1"/>
            <p:cNvSpPr/>
            <p:nvPr/>
          </p:nvSpPr>
          <p:spPr>
            <a:xfrm>
              <a:off x="2871175" y="2294150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72"/>
                    <a:pt x="84" y="1"/>
                    <a:pt x="155" y="1"/>
                  </a:cubicBezTo>
                  <a:close/>
                  <a:moveTo>
                    <a:pt x="156" y="1"/>
                  </a:moveTo>
                  <a:lnTo>
                    <a:pt x="156" y="1"/>
                  </a:lnTo>
                  <a:cubicBezTo>
                    <a:pt x="239" y="1"/>
                    <a:pt x="298" y="72"/>
                    <a:pt x="298" y="144"/>
                  </a:cubicBezTo>
                  <a:cubicBezTo>
                    <a:pt x="322" y="72"/>
                    <a:pt x="239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1"/>
            <p:cNvSpPr/>
            <p:nvPr/>
          </p:nvSpPr>
          <p:spPr>
            <a:xfrm>
              <a:off x="2845875" y="2294150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72"/>
                    <a:pt x="84" y="1"/>
                    <a:pt x="155" y="1"/>
                  </a:cubicBezTo>
                  <a:close/>
                  <a:moveTo>
                    <a:pt x="156" y="1"/>
                  </a:moveTo>
                  <a:cubicBezTo>
                    <a:pt x="239" y="1"/>
                    <a:pt x="298" y="72"/>
                    <a:pt x="298" y="144"/>
                  </a:cubicBezTo>
                  <a:cubicBezTo>
                    <a:pt x="322" y="72"/>
                    <a:pt x="239" y="1"/>
                    <a:pt x="1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1"/>
            <p:cNvSpPr/>
            <p:nvPr/>
          </p:nvSpPr>
          <p:spPr>
            <a:xfrm>
              <a:off x="2871175" y="22688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15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1"/>
            <p:cNvSpPr/>
            <p:nvPr/>
          </p:nvSpPr>
          <p:spPr>
            <a:xfrm>
              <a:off x="2845875" y="22688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15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1"/>
            <p:cNvSpPr/>
            <p:nvPr/>
          </p:nvSpPr>
          <p:spPr>
            <a:xfrm>
              <a:off x="2833375" y="22813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3" y="0"/>
                  </a:moveTo>
                  <a:cubicBezTo>
                    <a:pt x="60" y="0"/>
                    <a:pt x="1" y="71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71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1"/>
            <p:cNvSpPr/>
            <p:nvPr/>
          </p:nvSpPr>
          <p:spPr>
            <a:xfrm>
              <a:off x="2858675" y="22813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71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71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1"/>
            <p:cNvSpPr/>
            <p:nvPr/>
          </p:nvSpPr>
          <p:spPr>
            <a:xfrm>
              <a:off x="2833375" y="2256050"/>
              <a:ext cx="7775" cy="7475"/>
            </a:xfrm>
            <a:custGeom>
              <a:avLst/>
              <a:gdLst/>
              <a:ahLst/>
              <a:cxnLst/>
              <a:rect l="l" t="t" r="r" b="b"/>
              <a:pathLst>
                <a:path w="311" h="299" extrusionOk="0">
                  <a:moveTo>
                    <a:pt x="143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310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1"/>
            <p:cNvSpPr/>
            <p:nvPr/>
          </p:nvSpPr>
          <p:spPr>
            <a:xfrm>
              <a:off x="2858675" y="2256050"/>
              <a:ext cx="7775" cy="7475"/>
            </a:xfrm>
            <a:custGeom>
              <a:avLst/>
              <a:gdLst/>
              <a:ahLst/>
              <a:cxnLst/>
              <a:rect l="l" t="t" r="r" b="b"/>
              <a:pathLst>
                <a:path w="311" h="299" extrusionOk="0">
                  <a:moveTo>
                    <a:pt x="144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4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310" y="72"/>
                    <a:pt x="239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1"/>
            <p:cNvSpPr/>
            <p:nvPr/>
          </p:nvSpPr>
          <p:spPr>
            <a:xfrm>
              <a:off x="2820575" y="2294150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1"/>
                  </a:moveTo>
                  <a:cubicBezTo>
                    <a:pt x="73" y="1"/>
                    <a:pt x="18" y="54"/>
                    <a:pt x="4" y="115"/>
                  </a:cubicBezTo>
                  <a:lnTo>
                    <a:pt x="4" y="115"/>
                  </a:lnTo>
                  <a:cubicBezTo>
                    <a:pt x="39" y="57"/>
                    <a:pt x="86" y="1"/>
                    <a:pt x="155" y="1"/>
                  </a:cubicBezTo>
                  <a:close/>
                  <a:moveTo>
                    <a:pt x="4" y="115"/>
                  </a:moveTo>
                  <a:cubicBezTo>
                    <a:pt x="3" y="116"/>
                    <a:pt x="2" y="118"/>
                    <a:pt x="1" y="120"/>
                  </a:cubicBezTo>
                  <a:lnTo>
                    <a:pt x="1" y="144"/>
                  </a:lnTo>
                  <a:cubicBezTo>
                    <a:pt x="1" y="134"/>
                    <a:pt x="2" y="124"/>
                    <a:pt x="4" y="1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1"/>
            <p:cNvSpPr/>
            <p:nvPr/>
          </p:nvSpPr>
          <p:spPr>
            <a:xfrm>
              <a:off x="2820575" y="2268850"/>
              <a:ext cx="3900" cy="7500"/>
            </a:xfrm>
            <a:custGeom>
              <a:avLst/>
              <a:gdLst/>
              <a:ahLst/>
              <a:cxnLst/>
              <a:rect l="l" t="t" r="r" b="b"/>
              <a:pathLst>
                <a:path w="156" h="300" extrusionOk="0">
                  <a:moveTo>
                    <a:pt x="155" y="1"/>
                  </a:moveTo>
                  <a:lnTo>
                    <a:pt x="155" y="1"/>
                  </a:lnTo>
                  <a:cubicBezTo>
                    <a:pt x="84" y="1"/>
                    <a:pt x="1" y="60"/>
                    <a:pt x="1" y="144"/>
                  </a:cubicBezTo>
                  <a:cubicBezTo>
                    <a:pt x="1" y="72"/>
                    <a:pt x="84" y="1"/>
                    <a:pt x="155" y="1"/>
                  </a:cubicBezTo>
                  <a:close/>
                  <a:moveTo>
                    <a:pt x="1" y="144"/>
                  </a:moveTo>
                  <a:cubicBezTo>
                    <a:pt x="1" y="232"/>
                    <a:pt x="72" y="300"/>
                    <a:pt x="140" y="300"/>
                  </a:cubicBezTo>
                  <a:cubicBezTo>
                    <a:pt x="145" y="300"/>
                    <a:pt x="150" y="299"/>
                    <a:pt x="155" y="299"/>
                  </a:cubicBezTo>
                  <a:cubicBezTo>
                    <a:pt x="84" y="299"/>
                    <a:pt x="1" y="215"/>
                    <a:pt x="1" y="1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1"/>
            <p:cNvSpPr/>
            <p:nvPr/>
          </p:nvSpPr>
          <p:spPr>
            <a:xfrm>
              <a:off x="2871175" y="2243550"/>
              <a:ext cx="8075" cy="7475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156"/>
                    <a:pt x="1" y="191"/>
                    <a:pt x="25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215" y="299"/>
                    <a:pt x="275" y="251"/>
                    <a:pt x="286" y="203"/>
                  </a:cubicBezTo>
                  <a:cubicBezTo>
                    <a:pt x="298" y="191"/>
                    <a:pt x="298" y="156"/>
                    <a:pt x="298" y="144"/>
                  </a:cubicBezTo>
                  <a:cubicBezTo>
                    <a:pt x="322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1"/>
            <p:cNvSpPr/>
            <p:nvPr/>
          </p:nvSpPr>
          <p:spPr>
            <a:xfrm>
              <a:off x="2845875" y="2243550"/>
              <a:ext cx="8075" cy="7475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156"/>
                    <a:pt x="1" y="191"/>
                    <a:pt x="24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215" y="299"/>
                    <a:pt x="275" y="251"/>
                    <a:pt x="286" y="203"/>
                  </a:cubicBezTo>
                  <a:cubicBezTo>
                    <a:pt x="298" y="191"/>
                    <a:pt x="298" y="156"/>
                    <a:pt x="298" y="144"/>
                  </a:cubicBezTo>
                  <a:cubicBezTo>
                    <a:pt x="322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1"/>
            <p:cNvSpPr/>
            <p:nvPr/>
          </p:nvSpPr>
          <p:spPr>
            <a:xfrm>
              <a:off x="2820575" y="2247150"/>
              <a:ext cx="3900" cy="3925"/>
            </a:xfrm>
            <a:custGeom>
              <a:avLst/>
              <a:gdLst/>
              <a:ahLst/>
              <a:cxnLst/>
              <a:rect l="l" t="t" r="r" b="b"/>
              <a:pathLst>
                <a:path w="156" h="157" extrusionOk="0">
                  <a:moveTo>
                    <a:pt x="1" y="0"/>
                  </a:moveTo>
                  <a:cubicBezTo>
                    <a:pt x="1" y="36"/>
                    <a:pt x="1" y="47"/>
                    <a:pt x="24" y="59"/>
                  </a:cubicBezTo>
                  <a:cubicBezTo>
                    <a:pt x="1" y="48"/>
                    <a:pt x="1" y="12"/>
                    <a:pt x="1" y="0"/>
                  </a:cubicBezTo>
                  <a:close/>
                  <a:moveTo>
                    <a:pt x="24" y="59"/>
                  </a:moveTo>
                  <a:cubicBezTo>
                    <a:pt x="35" y="113"/>
                    <a:pt x="84" y="156"/>
                    <a:pt x="137" y="156"/>
                  </a:cubicBezTo>
                  <a:cubicBezTo>
                    <a:pt x="143" y="156"/>
                    <a:pt x="149" y="156"/>
                    <a:pt x="155" y="155"/>
                  </a:cubicBezTo>
                  <a:cubicBezTo>
                    <a:pt x="96" y="155"/>
                    <a:pt x="48" y="119"/>
                    <a:pt x="24" y="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1"/>
            <p:cNvSpPr/>
            <p:nvPr/>
          </p:nvSpPr>
          <p:spPr>
            <a:xfrm>
              <a:off x="2871175" y="2344775"/>
              <a:ext cx="8075" cy="3575"/>
            </a:xfrm>
            <a:custGeom>
              <a:avLst/>
              <a:gdLst/>
              <a:ahLst/>
              <a:cxnLst/>
              <a:rect l="l" t="t" r="r" b="b"/>
              <a:pathLst>
                <a:path w="323" h="143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71"/>
                    <a:pt x="84" y="0"/>
                    <a:pt x="155" y="0"/>
                  </a:cubicBezTo>
                  <a:close/>
                  <a:moveTo>
                    <a:pt x="156" y="0"/>
                  </a:moveTo>
                  <a:lnTo>
                    <a:pt x="156" y="0"/>
                  </a:lnTo>
                  <a:cubicBezTo>
                    <a:pt x="239" y="0"/>
                    <a:pt x="298" y="71"/>
                    <a:pt x="298" y="143"/>
                  </a:cubicBezTo>
                  <a:cubicBezTo>
                    <a:pt x="322" y="71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1"/>
            <p:cNvSpPr/>
            <p:nvPr/>
          </p:nvSpPr>
          <p:spPr>
            <a:xfrm>
              <a:off x="2845875" y="2344775"/>
              <a:ext cx="8075" cy="3575"/>
            </a:xfrm>
            <a:custGeom>
              <a:avLst/>
              <a:gdLst/>
              <a:ahLst/>
              <a:cxnLst/>
              <a:rect l="l" t="t" r="r" b="b"/>
              <a:pathLst>
                <a:path w="323" h="143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71"/>
                    <a:pt x="84" y="0"/>
                    <a:pt x="155" y="0"/>
                  </a:cubicBezTo>
                  <a:close/>
                  <a:moveTo>
                    <a:pt x="156" y="0"/>
                  </a:moveTo>
                  <a:cubicBezTo>
                    <a:pt x="239" y="0"/>
                    <a:pt x="298" y="71"/>
                    <a:pt x="298" y="143"/>
                  </a:cubicBezTo>
                  <a:cubicBezTo>
                    <a:pt x="322" y="71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1"/>
            <p:cNvSpPr/>
            <p:nvPr/>
          </p:nvSpPr>
          <p:spPr>
            <a:xfrm>
              <a:off x="2871175" y="23194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322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1"/>
            <p:cNvSpPr/>
            <p:nvPr/>
          </p:nvSpPr>
          <p:spPr>
            <a:xfrm>
              <a:off x="2845875" y="23194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322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1"/>
            <p:cNvSpPr/>
            <p:nvPr/>
          </p:nvSpPr>
          <p:spPr>
            <a:xfrm>
              <a:off x="2833375" y="23319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3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1"/>
            <p:cNvSpPr/>
            <p:nvPr/>
          </p:nvSpPr>
          <p:spPr>
            <a:xfrm>
              <a:off x="2858675" y="23319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72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1"/>
            <p:cNvSpPr/>
            <p:nvPr/>
          </p:nvSpPr>
          <p:spPr>
            <a:xfrm>
              <a:off x="2833375" y="23066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3" y="0"/>
                  </a:moveTo>
                  <a:cubicBezTo>
                    <a:pt x="60" y="0"/>
                    <a:pt x="1" y="71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71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1"/>
            <p:cNvSpPr/>
            <p:nvPr/>
          </p:nvSpPr>
          <p:spPr>
            <a:xfrm>
              <a:off x="2858675" y="23066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71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71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1"/>
            <p:cNvSpPr/>
            <p:nvPr/>
          </p:nvSpPr>
          <p:spPr>
            <a:xfrm>
              <a:off x="2820575" y="2344775"/>
              <a:ext cx="3900" cy="3575"/>
            </a:xfrm>
            <a:custGeom>
              <a:avLst/>
              <a:gdLst/>
              <a:ahLst/>
              <a:cxnLst/>
              <a:rect l="l" t="t" r="r" b="b"/>
              <a:pathLst>
                <a:path w="156" h="143" extrusionOk="0">
                  <a:moveTo>
                    <a:pt x="155" y="0"/>
                  </a:moveTo>
                  <a:cubicBezTo>
                    <a:pt x="73" y="0"/>
                    <a:pt x="18" y="53"/>
                    <a:pt x="4" y="114"/>
                  </a:cubicBezTo>
                  <a:lnTo>
                    <a:pt x="4" y="114"/>
                  </a:lnTo>
                  <a:cubicBezTo>
                    <a:pt x="39" y="56"/>
                    <a:pt x="86" y="0"/>
                    <a:pt x="155" y="0"/>
                  </a:cubicBezTo>
                  <a:close/>
                  <a:moveTo>
                    <a:pt x="4" y="114"/>
                  </a:moveTo>
                  <a:cubicBezTo>
                    <a:pt x="3" y="115"/>
                    <a:pt x="2" y="117"/>
                    <a:pt x="1" y="119"/>
                  </a:cubicBezTo>
                  <a:lnTo>
                    <a:pt x="1" y="143"/>
                  </a:lnTo>
                  <a:cubicBezTo>
                    <a:pt x="1" y="133"/>
                    <a:pt x="2" y="123"/>
                    <a:pt x="4" y="1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1"/>
            <p:cNvSpPr/>
            <p:nvPr/>
          </p:nvSpPr>
          <p:spPr>
            <a:xfrm>
              <a:off x="2820575" y="2319725"/>
              <a:ext cx="3900" cy="7500"/>
            </a:xfrm>
            <a:custGeom>
              <a:avLst/>
              <a:gdLst/>
              <a:ahLst/>
              <a:cxnLst/>
              <a:rect l="l" t="t" r="r" b="b"/>
              <a:pathLst>
                <a:path w="156" h="300" extrusionOk="0">
                  <a:moveTo>
                    <a:pt x="139" y="1"/>
                  </a:moveTo>
                  <a:cubicBezTo>
                    <a:pt x="72" y="1"/>
                    <a:pt x="1" y="67"/>
                    <a:pt x="1" y="145"/>
                  </a:cubicBezTo>
                  <a:lnTo>
                    <a:pt x="1" y="145"/>
                  </a:lnTo>
                  <a:cubicBezTo>
                    <a:pt x="1" y="61"/>
                    <a:pt x="84" y="2"/>
                    <a:pt x="155" y="2"/>
                  </a:cubicBezTo>
                  <a:cubicBezTo>
                    <a:pt x="150" y="1"/>
                    <a:pt x="145" y="1"/>
                    <a:pt x="139" y="1"/>
                  </a:cubicBezTo>
                  <a:close/>
                  <a:moveTo>
                    <a:pt x="1" y="145"/>
                  </a:moveTo>
                  <a:cubicBezTo>
                    <a:pt x="1" y="240"/>
                    <a:pt x="84" y="300"/>
                    <a:pt x="155" y="300"/>
                  </a:cubicBezTo>
                  <a:cubicBezTo>
                    <a:pt x="84" y="300"/>
                    <a:pt x="1" y="228"/>
                    <a:pt x="1" y="1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1"/>
            <p:cNvSpPr/>
            <p:nvPr/>
          </p:nvSpPr>
          <p:spPr>
            <a:xfrm>
              <a:off x="2871175" y="2294150"/>
              <a:ext cx="8075" cy="7475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322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1"/>
            <p:cNvSpPr/>
            <p:nvPr/>
          </p:nvSpPr>
          <p:spPr>
            <a:xfrm>
              <a:off x="2845875" y="2294150"/>
              <a:ext cx="8075" cy="7475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322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1"/>
            <p:cNvSpPr/>
            <p:nvPr/>
          </p:nvSpPr>
          <p:spPr>
            <a:xfrm>
              <a:off x="2820575" y="2298025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1" y="1"/>
                  </a:moveTo>
                  <a:cubicBezTo>
                    <a:pt x="1" y="96"/>
                    <a:pt x="84" y="156"/>
                    <a:pt x="155" y="156"/>
                  </a:cubicBezTo>
                  <a:cubicBezTo>
                    <a:pt x="84" y="156"/>
                    <a:pt x="1" y="8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1"/>
            <p:cNvSpPr/>
            <p:nvPr/>
          </p:nvSpPr>
          <p:spPr>
            <a:xfrm>
              <a:off x="2871175" y="2395650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61"/>
                    <a:pt x="84" y="1"/>
                    <a:pt x="155" y="1"/>
                  </a:cubicBezTo>
                  <a:close/>
                  <a:moveTo>
                    <a:pt x="155" y="1"/>
                  </a:moveTo>
                  <a:cubicBezTo>
                    <a:pt x="239" y="1"/>
                    <a:pt x="298" y="72"/>
                    <a:pt x="298" y="144"/>
                  </a:cubicBezTo>
                  <a:cubicBezTo>
                    <a:pt x="322" y="61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1"/>
            <p:cNvSpPr/>
            <p:nvPr/>
          </p:nvSpPr>
          <p:spPr>
            <a:xfrm>
              <a:off x="2845875" y="2395650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61"/>
                    <a:pt x="84" y="1"/>
                    <a:pt x="155" y="1"/>
                  </a:cubicBezTo>
                  <a:close/>
                  <a:moveTo>
                    <a:pt x="155" y="1"/>
                  </a:moveTo>
                  <a:cubicBezTo>
                    <a:pt x="239" y="1"/>
                    <a:pt x="298" y="72"/>
                    <a:pt x="298" y="144"/>
                  </a:cubicBezTo>
                  <a:cubicBezTo>
                    <a:pt x="322" y="61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1"/>
            <p:cNvSpPr/>
            <p:nvPr/>
          </p:nvSpPr>
          <p:spPr>
            <a:xfrm>
              <a:off x="2871175" y="2370350"/>
              <a:ext cx="8075" cy="7475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27"/>
                    <a:pt x="298" y="144"/>
                  </a:cubicBezTo>
                  <a:cubicBezTo>
                    <a:pt x="322" y="60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1"/>
            <p:cNvSpPr/>
            <p:nvPr/>
          </p:nvSpPr>
          <p:spPr>
            <a:xfrm>
              <a:off x="2845875" y="2370350"/>
              <a:ext cx="8075" cy="7475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27"/>
                    <a:pt x="298" y="144"/>
                  </a:cubicBezTo>
                  <a:cubicBezTo>
                    <a:pt x="322" y="60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1"/>
            <p:cNvSpPr/>
            <p:nvPr/>
          </p:nvSpPr>
          <p:spPr>
            <a:xfrm>
              <a:off x="2833375" y="23828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3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1"/>
            <p:cNvSpPr/>
            <p:nvPr/>
          </p:nvSpPr>
          <p:spPr>
            <a:xfrm>
              <a:off x="2858675" y="23828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60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1"/>
            <p:cNvSpPr/>
            <p:nvPr/>
          </p:nvSpPr>
          <p:spPr>
            <a:xfrm>
              <a:off x="2833375" y="2357550"/>
              <a:ext cx="7775" cy="7475"/>
            </a:xfrm>
            <a:custGeom>
              <a:avLst/>
              <a:gdLst/>
              <a:ahLst/>
              <a:cxnLst/>
              <a:rect l="l" t="t" r="r" b="b"/>
              <a:pathLst>
                <a:path w="311" h="299" extrusionOk="0">
                  <a:moveTo>
                    <a:pt x="143" y="1"/>
                  </a:moveTo>
                  <a:cubicBezTo>
                    <a:pt x="60" y="1"/>
                    <a:pt x="1" y="84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310" y="61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1"/>
            <p:cNvSpPr/>
            <p:nvPr/>
          </p:nvSpPr>
          <p:spPr>
            <a:xfrm>
              <a:off x="2858675" y="2357550"/>
              <a:ext cx="7775" cy="7475"/>
            </a:xfrm>
            <a:custGeom>
              <a:avLst/>
              <a:gdLst/>
              <a:ahLst/>
              <a:cxnLst/>
              <a:rect l="l" t="t" r="r" b="b"/>
              <a:pathLst>
                <a:path w="311" h="299" extrusionOk="0">
                  <a:moveTo>
                    <a:pt x="144" y="1"/>
                  </a:moveTo>
                  <a:cubicBezTo>
                    <a:pt x="60" y="1"/>
                    <a:pt x="1" y="84"/>
                    <a:pt x="1" y="156"/>
                  </a:cubicBezTo>
                  <a:cubicBezTo>
                    <a:pt x="1" y="239"/>
                    <a:pt x="72" y="299"/>
                    <a:pt x="144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310" y="61"/>
                    <a:pt x="239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1"/>
            <p:cNvSpPr/>
            <p:nvPr/>
          </p:nvSpPr>
          <p:spPr>
            <a:xfrm>
              <a:off x="2820575" y="2395650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1"/>
                  </a:moveTo>
                  <a:cubicBezTo>
                    <a:pt x="74" y="1"/>
                    <a:pt x="19" y="53"/>
                    <a:pt x="4" y="113"/>
                  </a:cubicBezTo>
                  <a:lnTo>
                    <a:pt x="4" y="113"/>
                  </a:lnTo>
                  <a:cubicBezTo>
                    <a:pt x="40" y="45"/>
                    <a:pt x="86" y="1"/>
                    <a:pt x="155" y="1"/>
                  </a:cubicBezTo>
                  <a:close/>
                  <a:moveTo>
                    <a:pt x="4" y="113"/>
                  </a:moveTo>
                  <a:cubicBezTo>
                    <a:pt x="3" y="115"/>
                    <a:pt x="2" y="118"/>
                    <a:pt x="1" y="120"/>
                  </a:cubicBezTo>
                  <a:lnTo>
                    <a:pt x="1" y="144"/>
                  </a:lnTo>
                  <a:cubicBezTo>
                    <a:pt x="1" y="133"/>
                    <a:pt x="2" y="123"/>
                    <a:pt x="4" y="1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1"/>
            <p:cNvSpPr/>
            <p:nvPr/>
          </p:nvSpPr>
          <p:spPr>
            <a:xfrm>
              <a:off x="2820575" y="2373925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1" y="1"/>
                  </a:moveTo>
                  <a:cubicBezTo>
                    <a:pt x="1" y="96"/>
                    <a:pt x="84" y="156"/>
                    <a:pt x="155" y="156"/>
                  </a:cubicBezTo>
                  <a:cubicBezTo>
                    <a:pt x="84" y="156"/>
                    <a:pt x="1" y="8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1"/>
            <p:cNvSpPr/>
            <p:nvPr/>
          </p:nvSpPr>
          <p:spPr>
            <a:xfrm>
              <a:off x="2871175" y="23447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322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1"/>
            <p:cNvSpPr/>
            <p:nvPr/>
          </p:nvSpPr>
          <p:spPr>
            <a:xfrm>
              <a:off x="2845875" y="23447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322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1"/>
            <p:cNvSpPr/>
            <p:nvPr/>
          </p:nvSpPr>
          <p:spPr>
            <a:xfrm>
              <a:off x="2820575" y="2348625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96"/>
                    <a:pt x="84" y="156"/>
                    <a:pt x="155" y="156"/>
                  </a:cubicBezTo>
                  <a:cubicBezTo>
                    <a:pt x="84" y="156"/>
                    <a:pt x="1" y="8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1"/>
            <p:cNvSpPr/>
            <p:nvPr/>
          </p:nvSpPr>
          <p:spPr>
            <a:xfrm>
              <a:off x="2871175" y="2446275"/>
              <a:ext cx="8075" cy="3575"/>
            </a:xfrm>
            <a:custGeom>
              <a:avLst/>
              <a:gdLst/>
              <a:ahLst/>
              <a:cxnLst/>
              <a:rect l="l" t="t" r="r" b="b"/>
              <a:pathLst>
                <a:path w="323" h="143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60"/>
                    <a:pt x="84" y="0"/>
                    <a:pt x="155" y="0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1"/>
                    <a:pt x="298" y="143"/>
                  </a:cubicBezTo>
                  <a:cubicBezTo>
                    <a:pt x="322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1"/>
            <p:cNvSpPr/>
            <p:nvPr/>
          </p:nvSpPr>
          <p:spPr>
            <a:xfrm>
              <a:off x="2845875" y="2446275"/>
              <a:ext cx="8075" cy="3575"/>
            </a:xfrm>
            <a:custGeom>
              <a:avLst/>
              <a:gdLst/>
              <a:ahLst/>
              <a:cxnLst/>
              <a:rect l="l" t="t" r="r" b="b"/>
              <a:pathLst>
                <a:path w="323" h="143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60"/>
                    <a:pt x="84" y="0"/>
                    <a:pt x="155" y="0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1"/>
                    <a:pt x="298" y="143"/>
                  </a:cubicBezTo>
                  <a:cubicBezTo>
                    <a:pt x="322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1"/>
            <p:cNvSpPr/>
            <p:nvPr/>
          </p:nvSpPr>
          <p:spPr>
            <a:xfrm>
              <a:off x="2871175" y="2420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26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1"/>
            <p:cNvSpPr/>
            <p:nvPr/>
          </p:nvSpPr>
          <p:spPr>
            <a:xfrm>
              <a:off x="2845875" y="2420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26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1"/>
            <p:cNvSpPr/>
            <p:nvPr/>
          </p:nvSpPr>
          <p:spPr>
            <a:xfrm>
              <a:off x="2833375" y="24334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3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1"/>
            <p:cNvSpPr/>
            <p:nvPr/>
          </p:nvSpPr>
          <p:spPr>
            <a:xfrm>
              <a:off x="2858675" y="24334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60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1"/>
            <p:cNvSpPr/>
            <p:nvPr/>
          </p:nvSpPr>
          <p:spPr>
            <a:xfrm>
              <a:off x="2833375" y="24081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3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1"/>
            <p:cNvSpPr/>
            <p:nvPr/>
          </p:nvSpPr>
          <p:spPr>
            <a:xfrm>
              <a:off x="2858675" y="24081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60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1"/>
            <p:cNvSpPr/>
            <p:nvPr/>
          </p:nvSpPr>
          <p:spPr>
            <a:xfrm>
              <a:off x="2820575" y="2446275"/>
              <a:ext cx="3900" cy="3575"/>
            </a:xfrm>
            <a:custGeom>
              <a:avLst/>
              <a:gdLst/>
              <a:ahLst/>
              <a:cxnLst/>
              <a:rect l="l" t="t" r="r" b="b"/>
              <a:pathLst>
                <a:path w="156" h="143" extrusionOk="0">
                  <a:moveTo>
                    <a:pt x="155" y="0"/>
                  </a:moveTo>
                  <a:cubicBezTo>
                    <a:pt x="74" y="0"/>
                    <a:pt x="19" y="52"/>
                    <a:pt x="4" y="112"/>
                  </a:cubicBezTo>
                  <a:lnTo>
                    <a:pt x="4" y="112"/>
                  </a:lnTo>
                  <a:cubicBezTo>
                    <a:pt x="40" y="44"/>
                    <a:pt x="86" y="0"/>
                    <a:pt x="155" y="0"/>
                  </a:cubicBezTo>
                  <a:close/>
                  <a:moveTo>
                    <a:pt x="4" y="112"/>
                  </a:moveTo>
                  <a:cubicBezTo>
                    <a:pt x="3" y="114"/>
                    <a:pt x="2" y="117"/>
                    <a:pt x="1" y="119"/>
                  </a:cubicBezTo>
                  <a:lnTo>
                    <a:pt x="1" y="143"/>
                  </a:lnTo>
                  <a:cubicBezTo>
                    <a:pt x="1" y="132"/>
                    <a:pt x="2" y="122"/>
                    <a:pt x="4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1"/>
            <p:cNvSpPr/>
            <p:nvPr/>
          </p:nvSpPr>
          <p:spPr>
            <a:xfrm>
              <a:off x="2820575" y="2420975"/>
              <a:ext cx="3900" cy="7450"/>
            </a:xfrm>
            <a:custGeom>
              <a:avLst/>
              <a:gdLst/>
              <a:ahLst/>
              <a:cxnLst/>
              <a:rect l="l" t="t" r="r" b="b"/>
              <a:pathLst>
                <a:path w="156" h="298" extrusionOk="0">
                  <a:moveTo>
                    <a:pt x="1" y="143"/>
                  </a:moveTo>
                  <a:cubicBezTo>
                    <a:pt x="1" y="60"/>
                    <a:pt x="84" y="0"/>
                    <a:pt x="155" y="0"/>
                  </a:cubicBezTo>
                  <a:cubicBezTo>
                    <a:pt x="84" y="0"/>
                    <a:pt x="1" y="60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84" y="298"/>
                    <a:pt x="1" y="238"/>
                    <a:pt x="1" y="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1"/>
            <p:cNvSpPr/>
            <p:nvPr/>
          </p:nvSpPr>
          <p:spPr>
            <a:xfrm>
              <a:off x="2871175" y="2395650"/>
              <a:ext cx="8075" cy="7475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168"/>
                    <a:pt x="1" y="191"/>
                    <a:pt x="25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215" y="299"/>
                    <a:pt x="275" y="251"/>
                    <a:pt x="286" y="203"/>
                  </a:cubicBezTo>
                  <a:cubicBezTo>
                    <a:pt x="298" y="191"/>
                    <a:pt x="298" y="168"/>
                    <a:pt x="298" y="144"/>
                  </a:cubicBezTo>
                  <a:cubicBezTo>
                    <a:pt x="322" y="61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1"/>
            <p:cNvSpPr/>
            <p:nvPr/>
          </p:nvSpPr>
          <p:spPr>
            <a:xfrm>
              <a:off x="2845875" y="2395650"/>
              <a:ext cx="8075" cy="7475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168"/>
                    <a:pt x="1" y="191"/>
                    <a:pt x="24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215" y="299"/>
                    <a:pt x="275" y="251"/>
                    <a:pt x="286" y="203"/>
                  </a:cubicBezTo>
                  <a:cubicBezTo>
                    <a:pt x="298" y="191"/>
                    <a:pt x="298" y="168"/>
                    <a:pt x="298" y="144"/>
                  </a:cubicBezTo>
                  <a:cubicBezTo>
                    <a:pt x="322" y="61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1"/>
            <p:cNvSpPr/>
            <p:nvPr/>
          </p:nvSpPr>
          <p:spPr>
            <a:xfrm>
              <a:off x="2821175" y="2400725"/>
              <a:ext cx="3300" cy="2400"/>
            </a:xfrm>
            <a:custGeom>
              <a:avLst/>
              <a:gdLst/>
              <a:ahLst/>
              <a:cxnLst/>
              <a:rect l="l" t="t" r="r" b="b"/>
              <a:pathLst>
                <a:path w="132" h="96" extrusionOk="0">
                  <a:moveTo>
                    <a:pt x="0" y="0"/>
                  </a:moveTo>
                  <a:lnTo>
                    <a:pt x="0" y="0"/>
                  </a:lnTo>
                  <a:cubicBezTo>
                    <a:pt x="5" y="19"/>
                    <a:pt x="17" y="38"/>
                    <a:pt x="34" y="54"/>
                  </a:cubicBezTo>
                  <a:lnTo>
                    <a:pt x="34" y="54"/>
                  </a:lnTo>
                  <a:cubicBezTo>
                    <a:pt x="20" y="40"/>
                    <a:pt x="9" y="21"/>
                    <a:pt x="0" y="0"/>
                  </a:cubicBezTo>
                  <a:close/>
                  <a:moveTo>
                    <a:pt x="34" y="54"/>
                  </a:moveTo>
                  <a:lnTo>
                    <a:pt x="34" y="54"/>
                  </a:lnTo>
                  <a:cubicBezTo>
                    <a:pt x="59" y="81"/>
                    <a:pt x="93" y="96"/>
                    <a:pt x="131" y="96"/>
                  </a:cubicBezTo>
                  <a:cubicBezTo>
                    <a:pt x="95" y="96"/>
                    <a:pt x="60" y="78"/>
                    <a:pt x="34" y="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2871175" y="2496875"/>
              <a:ext cx="8075" cy="3575"/>
            </a:xfrm>
            <a:custGeom>
              <a:avLst/>
              <a:gdLst/>
              <a:ahLst/>
              <a:cxnLst/>
              <a:rect l="l" t="t" r="r" b="b"/>
              <a:pathLst>
                <a:path w="323" h="143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60"/>
                    <a:pt x="84" y="0"/>
                    <a:pt x="155" y="0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2"/>
                    <a:pt x="298" y="143"/>
                  </a:cubicBezTo>
                  <a:cubicBezTo>
                    <a:pt x="322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2845875" y="2496875"/>
              <a:ext cx="8075" cy="3575"/>
            </a:xfrm>
            <a:custGeom>
              <a:avLst/>
              <a:gdLst/>
              <a:ahLst/>
              <a:cxnLst/>
              <a:rect l="l" t="t" r="r" b="b"/>
              <a:pathLst>
                <a:path w="323" h="143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60"/>
                    <a:pt x="84" y="0"/>
                    <a:pt x="155" y="0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2"/>
                    <a:pt x="298" y="143"/>
                  </a:cubicBezTo>
                  <a:cubicBezTo>
                    <a:pt x="322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1"/>
            <p:cNvSpPr/>
            <p:nvPr/>
          </p:nvSpPr>
          <p:spPr>
            <a:xfrm>
              <a:off x="2871175" y="24715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322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1"/>
            <p:cNvSpPr/>
            <p:nvPr/>
          </p:nvSpPr>
          <p:spPr>
            <a:xfrm>
              <a:off x="2845875" y="24715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322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1"/>
            <p:cNvSpPr/>
            <p:nvPr/>
          </p:nvSpPr>
          <p:spPr>
            <a:xfrm>
              <a:off x="2833375" y="24840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3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1"/>
            <p:cNvSpPr/>
            <p:nvPr/>
          </p:nvSpPr>
          <p:spPr>
            <a:xfrm>
              <a:off x="2858675" y="24840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60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1"/>
            <p:cNvSpPr/>
            <p:nvPr/>
          </p:nvSpPr>
          <p:spPr>
            <a:xfrm>
              <a:off x="2833375" y="24587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3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1"/>
            <p:cNvSpPr/>
            <p:nvPr/>
          </p:nvSpPr>
          <p:spPr>
            <a:xfrm>
              <a:off x="2858675" y="24587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60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1"/>
            <p:cNvSpPr/>
            <p:nvPr/>
          </p:nvSpPr>
          <p:spPr>
            <a:xfrm>
              <a:off x="2820575" y="2496875"/>
              <a:ext cx="3900" cy="3575"/>
            </a:xfrm>
            <a:custGeom>
              <a:avLst/>
              <a:gdLst/>
              <a:ahLst/>
              <a:cxnLst/>
              <a:rect l="l" t="t" r="r" b="b"/>
              <a:pathLst>
                <a:path w="156" h="143" extrusionOk="0">
                  <a:moveTo>
                    <a:pt x="155" y="0"/>
                  </a:moveTo>
                  <a:cubicBezTo>
                    <a:pt x="74" y="0"/>
                    <a:pt x="19" y="52"/>
                    <a:pt x="4" y="112"/>
                  </a:cubicBezTo>
                  <a:lnTo>
                    <a:pt x="4" y="112"/>
                  </a:lnTo>
                  <a:cubicBezTo>
                    <a:pt x="40" y="44"/>
                    <a:pt x="86" y="0"/>
                    <a:pt x="155" y="0"/>
                  </a:cubicBezTo>
                  <a:close/>
                  <a:moveTo>
                    <a:pt x="4" y="112"/>
                  </a:moveTo>
                  <a:cubicBezTo>
                    <a:pt x="3" y="114"/>
                    <a:pt x="2" y="117"/>
                    <a:pt x="1" y="119"/>
                  </a:cubicBezTo>
                  <a:lnTo>
                    <a:pt x="1" y="143"/>
                  </a:lnTo>
                  <a:cubicBezTo>
                    <a:pt x="1" y="133"/>
                    <a:pt x="2" y="122"/>
                    <a:pt x="4" y="1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2820575" y="2471575"/>
              <a:ext cx="3900" cy="7450"/>
            </a:xfrm>
            <a:custGeom>
              <a:avLst/>
              <a:gdLst/>
              <a:ahLst/>
              <a:cxnLst/>
              <a:rect l="l" t="t" r="r" b="b"/>
              <a:pathLst>
                <a:path w="156" h="298" extrusionOk="0">
                  <a:moveTo>
                    <a:pt x="1" y="143"/>
                  </a:moveTo>
                  <a:cubicBezTo>
                    <a:pt x="1" y="60"/>
                    <a:pt x="84" y="0"/>
                    <a:pt x="155" y="0"/>
                  </a:cubicBezTo>
                  <a:cubicBezTo>
                    <a:pt x="84" y="0"/>
                    <a:pt x="1" y="60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84" y="298"/>
                    <a:pt x="1" y="238"/>
                    <a:pt x="1" y="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2871175" y="24462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322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2845875" y="24462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322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2820575" y="2449250"/>
              <a:ext cx="3900" cy="4475"/>
            </a:xfrm>
            <a:custGeom>
              <a:avLst/>
              <a:gdLst/>
              <a:ahLst/>
              <a:cxnLst/>
              <a:rect l="l" t="t" r="r" b="b"/>
              <a:pathLst>
                <a:path w="156" h="179" extrusionOk="0">
                  <a:moveTo>
                    <a:pt x="1" y="24"/>
                  </a:moveTo>
                  <a:lnTo>
                    <a:pt x="1" y="0"/>
                  </a:lnTo>
                  <a:lnTo>
                    <a:pt x="1" y="24"/>
                  </a:lnTo>
                  <a:cubicBezTo>
                    <a:pt x="1" y="119"/>
                    <a:pt x="84" y="179"/>
                    <a:pt x="155" y="179"/>
                  </a:cubicBezTo>
                  <a:cubicBezTo>
                    <a:pt x="84" y="179"/>
                    <a:pt x="1" y="119"/>
                    <a:pt x="1" y="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2871175" y="2547475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72"/>
                    <a:pt x="84" y="0"/>
                    <a:pt x="155" y="0"/>
                  </a:cubicBezTo>
                  <a:close/>
                  <a:moveTo>
                    <a:pt x="156" y="0"/>
                  </a:moveTo>
                  <a:lnTo>
                    <a:pt x="156" y="0"/>
                  </a:lnTo>
                  <a:cubicBezTo>
                    <a:pt x="239" y="0"/>
                    <a:pt x="298" y="72"/>
                    <a:pt x="298" y="143"/>
                  </a:cubicBezTo>
                  <a:cubicBezTo>
                    <a:pt x="322" y="72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1"/>
            <p:cNvSpPr/>
            <p:nvPr/>
          </p:nvSpPr>
          <p:spPr>
            <a:xfrm>
              <a:off x="2845875" y="2547475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72"/>
                    <a:pt x="84" y="0"/>
                    <a:pt x="155" y="0"/>
                  </a:cubicBezTo>
                  <a:close/>
                  <a:moveTo>
                    <a:pt x="156" y="0"/>
                  </a:moveTo>
                  <a:cubicBezTo>
                    <a:pt x="239" y="0"/>
                    <a:pt x="298" y="72"/>
                    <a:pt x="298" y="143"/>
                  </a:cubicBezTo>
                  <a:cubicBezTo>
                    <a:pt x="322" y="72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1"/>
            <p:cNvSpPr/>
            <p:nvPr/>
          </p:nvSpPr>
          <p:spPr>
            <a:xfrm>
              <a:off x="2871175" y="25221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322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2845875" y="25221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322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2833375" y="25346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2858675" y="25346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84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1"/>
            <p:cNvSpPr/>
            <p:nvPr/>
          </p:nvSpPr>
          <p:spPr>
            <a:xfrm>
              <a:off x="2833375" y="25093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1"/>
            <p:cNvSpPr/>
            <p:nvPr/>
          </p:nvSpPr>
          <p:spPr>
            <a:xfrm>
              <a:off x="2858675" y="25093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84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2820575" y="2547475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0"/>
                  </a:moveTo>
                  <a:cubicBezTo>
                    <a:pt x="73" y="0"/>
                    <a:pt x="18" y="53"/>
                    <a:pt x="4" y="114"/>
                  </a:cubicBezTo>
                  <a:lnTo>
                    <a:pt x="4" y="114"/>
                  </a:lnTo>
                  <a:cubicBezTo>
                    <a:pt x="39" y="56"/>
                    <a:pt x="86" y="0"/>
                    <a:pt x="155" y="0"/>
                  </a:cubicBezTo>
                  <a:close/>
                  <a:moveTo>
                    <a:pt x="4" y="114"/>
                  </a:moveTo>
                  <a:cubicBezTo>
                    <a:pt x="3" y="116"/>
                    <a:pt x="2" y="117"/>
                    <a:pt x="1" y="119"/>
                  </a:cubicBezTo>
                  <a:lnTo>
                    <a:pt x="1" y="143"/>
                  </a:lnTo>
                  <a:cubicBezTo>
                    <a:pt x="1" y="133"/>
                    <a:pt x="2" y="123"/>
                    <a:pt x="4" y="1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2820575" y="2522175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0"/>
                  </a:moveTo>
                  <a:lnTo>
                    <a:pt x="155" y="0"/>
                  </a:lnTo>
                  <a:cubicBezTo>
                    <a:pt x="84" y="0"/>
                    <a:pt x="1" y="60"/>
                    <a:pt x="1" y="143"/>
                  </a:cubicBezTo>
                  <a:cubicBezTo>
                    <a:pt x="1" y="72"/>
                    <a:pt x="84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2871175" y="24968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322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1"/>
            <p:cNvSpPr/>
            <p:nvPr/>
          </p:nvSpPr>
          <p:spPr>
            <a:xfrm>
              <a:off x="2845875" y="24968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322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1"/>
            <p:cNvSpPr/>
            <p:nvPr/>
          </p:nvSpPr>
          <p:spPr>
            <a:xfrm>
              <a:off x="2820575" y="2499850"/>
              <a:ext cx="3900" cy="4475"/>
            </a:xfrm>
            <a:custGeom>
              <a:avLst/>
              <a:gdLst/>
              <a:ahLst/>
              <a:cxnLst/>
              <a:rect l="l" t="t" r="r" b="b"/>
              <a:pathLst>
                <a:path w="156" h="179" extrusionOk="0">
                  <a:moveTo>
                    <a:pt x="1" y="24"/>
                  </a:moveTo>
                  <a:lnTo>
                    <a:pt x="1" y="0"/>
                  </a:lnTo>
                  <a:lnTo>
                    <a:pt x="1" y="24"/>
                  </a:lnTo>
                  <a:cubicBezTo>
                    <a:pt x="1" y="119"/>
                    <a:pt x="84" y="179"/>
                    <a:pt x="155" y="179"/>
                  </a:cubicBezTo>
                  <a:cubicBezTo>
                    <a:pt x="84" y="179"/>
                    <a:pt x="1" y="119"/>
                    <a:pt x="1" y="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>
              <a:off x="2871175" y="2598075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72"/>
                    <a:pt x="84" y="0"/>
                    <a:pt x="155" y="0"/>
                  </a:cubicBezTo>
                  <a:close/>
                  <a:moveTo>
                    <a:pt x="156" y="0"/>
                  </a:moveTo>
                  <a:lnTo>
                    <a:pt x="156" y="0"/>
                  </a:lnTo>
                  <a:cubicBezTo>
                    <a:pt x="239" y="0"/>
                    <a:pt x="298" y="72"/>
                    <a:pt x="298" y="143"/>
                  </a:cubicBezTo>
                  <a:cubicBezTo>
                    <a:pt x="322" y="72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>
              <a:off x="2845875" y="2598075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72"/>
                    <a:pt x="84" y="0"/>
                    <a:pt x="155" y="0"/>
                  </a:cubicBezTo>
                  <a:close/>
                  <a:moveTo>
                    <a:pt x="156" y="0"/>
                  </a:moveTo>
                  <a:cubicBezTo>
                    <a:pt x="239" y="0"/>
                    <a:pt x="298" y="72"/>
                    <a:pt x="298" y="143"/>
                  </a:cubicBezTo>
                  <a:cubicBezTo>
                    <a:pt x="322" y="72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>
              <a:off x="2871175" y="2572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26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>
              <a:off x="2845875" y="2572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26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>
              <a:off x="2833375" y="25852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1"/>
            <p:cNvSpPr/>
            <p:nvPr/>
          </p:nvSpPr>
          <p:spPr>
            <a:xfrm>
              <a:off x="2858675" y="25852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84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1"/>
            <p:cNvSpPr/>
            <p:nvPr/>
          </p:nvSpPr>
          <p:spPr>
            <a:xfrm>
              <a:off x="2833375" y="25599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2858675" y="25599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310" y="84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2820575" y="2598075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0"/>
                  </a:moveTo>
                  <a:cubicBezTo>
                    <a:pt x="73" y="0"/>
                    <a:pt x="18" y="53"/>
                    <a:pt x="4" y="114"/>
                  </a:cubicBezTo>
                  <a:lnTo>
                    <a:pt x="4" y="114"/>
                  </a:lnTo>
                  <a:cubicBezTo>
                    <a:pt x="39" y="56"/>
                    <a:pt x="86" y="0"/>
                    <a:pt x="155" y="0"/>
                  </a:cubicBezTo>
                  <a:close/>
                  <a:moveTo>
                    <a:pt x="4" y="114"/>
                  </a:moveTo>
                  <a:cubicBezTo>
                    <a:pt x="3" y="116"/>
                    <a:pt x="2" y="117"/>
                    <a:pt x="1" y="119"/>
                  </a:cubicBezTo>
                  <a:lnTo>
                    <a:pt x="1" y="143"/>
                  </a:lnTo>
                  <a:cubicBezTo>
                    <a:pt x="1" y="133"/>
                    <a:pt x="2" y="123"/>
                    <a:pt x="4" y="1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1"/>
            <p:cNvSpPr/>
            <p:nvPr/>
          </p:nvSpPr>
          <p:spPr>
            <a:xfrm>
              <a:off x="2820575" y="2572775"/>
              <a:ext cx="3900" cy="7500"/>
            </a:xfrm>
            <a:custGeom>
              <a:avLst/>
              <a:gdLst/>
              <a:ahLst/>
              <a:cxnLst/>
              <a:rect l="l" t="t" r="r" b="b"/>
              <a:pathLst>
                <a:path w="156" h="300" extrusionOk="0">
                  <a:moveTo>
                    <a:pt x="155" y="0"/>
                  </a:moveTo>
                  <a:lnTo>
                    <a:pt x="155" y="0"/>
                  </a:lnTo>
                  <a:cubicBezTo>
                    <a:pt x="84" y="0"/>
                    <a:pt x="1" y="60"/>
                    <a:pt x="1" y="143"/>
                  </a:cubicBezTo>
                  <a:cubicBezTo>
                    <a:pt x="1" y="72"/>
                    <a:pt x="84" y="0"/>
                    <a:pt x="155" y="0"/>
                  </a:cubicBezTo>
                  <a:close/>
                  <a:moveTo>
                    <a:pt x="1" y="143"/>
                  </a:moveTo>
                  <a:cubicBezTo>
                    <a:pt x="1" y="231"/>
                    <a:pt x="72" y="299"/>
                    <a:pt x="140" y="299"/>
                  </a:cubicBezTo>
                  <a:cubicBezTo>
                    <a:pt x="145" y="299"/>
                    <a:pt x="150" y="299"/>
                    <a:pt x="155" y="298"/>
                  </a:cubicBezTo>
                  <a:cubicBezTo>
                    <a:pt x="84" y="298"/>
                    <a:pt x="1" y="226"/>
                    <a:pt x="1" y="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1"/>
            <p:cNvSpPr/>
            <p:nvPr/>
          </p:nvSpPr>
          <p:spPr>
            <a:xfrm>
              <a:off x="2871175" y="25474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167"/>
                    <a:pt x="1" y="191"/>
                    <a:pt x="25" y="203"/>
                  </a:cubicBezTo>
                  <a:cubicBezTo>
                    <a:pt x="48" y="262"/>
                    <a:pt x="96" y="298"/>
                    <a:pt x="155" y="298"/>
                  </a:cubicBezTo>
                  <a:cubicBezTo>
                    <a:pt x="215" y="298"/>
                    <a:pt x="275" y="250"/>
                    <a:pt x="286" y="203"/>
                  </a:cubicBezTo>
                  <a:cubicBezTo>
                    <a:pt x="298" y="191"/>
                    <a:pt x="298" y="167"/>
                    <a:pt x="298" y="143"/>
                  </a:cubicBezTo>
                  <a:cubicBezTo>
                    <a:pt x="322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1"/>
            <p:cNvSpPr/>
            <p:nvPr/>
          </p:nvSpPr>
          <p:spPr>
            <a:xfrm>
              <a:off x="2845875" y="25474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167"/>
                    <a:pt x="1" y="191"/>
                    <a:pt x="24" y="203"/>
                  </a:cubicBezTo>
                  <a:cubicBezTo>
                    <a:pt x="48" y="262"/>
                    <a:pt x="96" y="298"/>
                    <a:pt x="155" y="298"/>
                  </a:cubicBezTo>
                  <a:cubicBezTo>
                    <a:pt x="215" y="298"/>
                    <a:pt x="275" y="250"/>
                    <a:pt x="286" y="203"/>
                  </a:cubicBezTo>
                  <a:cubicBezTo>
                    <a:pt x="298" y="191"/>
                    <a:pt x="298" y="167"/>
                    <a:pt x="298" y="143"/>
                  </a:cubicBezTo>
                  <a:cubicBezTo>
                    <a:pt x="322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1"/>
            <p:cNvSpPr/>
            <p:nvPr/>
          </p:nvSpPr>
          <p:spPr>
            <a:xfrm>
              <a:off x="2820575" y="2551050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1" y="1"/>
                  </a:moveTo>
                  <a:cubicBezTo>
                    <a:pt x="1" y="36"/>
                    <a:pt x="1" y="48"/>
                    <a:pt x="24" y="60"/>
                  </a:cubicBezTo>
                  <a:cubicBezTo>
                    <a:pt x="1" y="48"/>
                    <a:pt x="1" y="24"/>
                    <a:pt x="1" y="1"/>
                  </a:cubicBezTo>
                  <a:close/>
                  <a:moveTo>
                    <a:pt x="24" y="60"/>
                  </a:moveTo>
                  <a:cubicBezTo>
                    <a:pt x="36" y="119"/>
                    <a:pt x="96" y="155"/>
                    <a:pt x="155" y="155"/>
                  </a:cubicBezTo>
                  <a:cubicBezTo>
                    <a:pt x="96" y="155"/>
                    <a:pt x="48" y="119"/>
                    <a:pt x="24" y="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1"/>
            <p:cNvSpPr/>
            <p:nvPr/>
          </p:nvSpPr>
          <p:spPr>
            <a:xfrm>
              <a:off x="2871175" y="2648675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72"/>
                    <a:pt x="84" y="0"/>
                    <a:pt x="155" y="0"/>
                  </a:cubicBezTo>
                  <a:close/>
                  <a:moveTo>
                    <a:pt x="156" y="0"/>
                  </a:moveTo>
                  <a:lnTo>
                    <a:pt x="156" y="0"/>
                  </a:lnTo>
                  <a:cubicBezTo>
                    <a:pt x="239" y="0"/>
                    <a:pt x="298" y="72"/>
                    <a:pt x="298" y="143"/>
                  </a:cubicBezTo>
                  <a:cubicBezTo>
                    <a:pt x="322" y="72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2845875" y="2648675"/>
              <a:ext cx="8075" cy="3600"/>
            </a:xfrm>
            <a:custGeom>
              <a:avLst/>
              <a:gdLst/>
              <a:ahLst/>
              <a:cxnLst/>
              <a:rect l="l" t="t" r="r" b="b"/>
              <a:pathLst>
                <a:path w="323" h="144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72"/>
                    <a:pt x="84" y="0"/>
                    <a:pt x="155" y="0"/>
                  </a:cubicBezTo>
                  <a:close/>
                  <a:moveTo>
                    <a:pt x="156" y="0"/>
                  </a:moveTo>
                  <a:cubicBezTo>
                    <a:pt x="239" y="0"/>
                    <a:pt x="298" y="72"/>
                    <a:pt x="298" y="143"/>
                  </a:cubicBezTo>
                  <a:cubicBezTo>
                    <a:pt x="322" y="72"/>
                    <a:pt x="239" y="0"/>
                    <a:pt x="1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2871175" y="26233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322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2845875" y="26233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322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2833375" y="26358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310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2858675" y="26358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310" y="84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1"/>
            <p:cNvSpPr/>
            <p:nvPr/>
          </p:nvSpPr>
          <p:spPr>
            <a:xfrm>
              <a:off x="2833375" y="26105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310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1"/>
            <p:cNvSpPr/>
            <p:nvPr/>
          </p:nvSpPr>
          <p:spPr>
            <a:xfrm>
              <a:off x="2858675" y="26105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310" y="84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2820575" y="2648675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0"/>
                  </a:moveTo>
                  <a:cubicBezTo>
                    <a:pt x="73" y="0"/>
                    <a:pt x="18" y="53"/>
                    <a:pt x="4" y="114"/>
                  </a:cubicBezTo>
                  <a:lnTo>
                    <a:pt x="4" y="114"/>
                  </a:lnTo>
                  <a:cubicBezTo>
                    <a:pt x="39" y="56"/>
                    <a:pt x="86" y="0"/>
                    <a:pt x="155" y="0"/>
                  </a:cubicBezTo>
                  <a:close/>
                  <a:moveTo>
                    <a:pt x="4" y="114"/>
                  </a:moveTo>
                  <a:cubicBezTo>
                    <a:pt x="3" y="116"/>
                    <a:pt x="2" y="118"/>
                    <a:pt x="1" y="119"/>
                  </a:cubicBezTo>
                  <a:lnTo>
                    <a:pt x="1" y="143"/>
                  </a:lnTo>
                  <a:cubicBezTo>
                    <a:pt x="1" y="133"/>
                    <a:pt x="2" y="124"/>
                    <a:pt x="4" y="1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2820575" y="2623625"/>
              <a:ext cx="3900" cy="7500"/>
            </a:xfrm>
            <a:custGeom>
              <a:avLst/>
              <a:gdLst/>
              <a:ahLst/>
              <a:cxnLst/>
              <a:rect l="l" t="t" r="r" b="b"/>
              <a:pathLst>
                <a:path w="156" h="300" extrusionOk="0">
                  <a:moveTo>
                    <a:pt x="140" y="1"/>
                  </a:moveTo>
                  <a:cubicBezTo>
                    <a:pt x="72" y="1"/>
                    <a:pt x="1" y="69"/>
                    <a:pt x="1" y="157"/>
                  </a:cubicBezTo>
                  <a:lnTo>
                    <a:pt x="1" y="157"/>
                  </a:lnTo>
                  <a:cubicBezTo>
                    <a:pt x="1" y="62"/>
                    <a:pt x="84" y="2"/>
                    <a:pt x="155" y="2"/>
                  </a:cubicBezTo>
                  <a:cubicBezTo>
                    <a:pt x="150" y="1"/>
                    <a:pt x="145" y="1"/>
                    <a:pt x="140" y="1"/>
                  </a:cubicBezTo>
                  <a:close/>
                  <a:moveTo>
                    <a:pt x="1" y="157"/>
                  </a:moveTo>
                  <a:lnTo>
                    <a:pt x="1" y="157"/>
                  </a:lnTo>
                  <a:cubicBezTo>
                    <a:pt x="1" y="240"/>
                    <a:pt x="84" y="300"/>
                    <a:pt x="155" y="300"/>
                  </a:cubicBezTo>
                  <a:cubicBezTo>
                    <a:pt x="84" y="300"/>
                    <a:pt x="1" y="228"/>
                    <a:pt x="1" y="1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2871175" y="25980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322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1"/>
            <p:cNvSpPr/>
            <p:nvPr/>
          </p:nvSpPr>
          <p:spPr>
            <a:xfrm>
              <a:off x="2845875" y="25980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322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1"/>
            <p:cNvSpPr/>
            <p:nvPr/>
          </p:nvSpPr>
          <p:spPr>
            <a:xfrm>
              <a:off x="2820575" y="2601675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1" y="1"/>
                  </a:moveTo>
                  <a:cubicBezTo>
                    <a:pt x="2" y="88"/>
                    <a:pt x="73" y="155"/>
                    <a:pt x="140" y="155"/>
                  </a:cubicBezTo>
                  <a:cubicBezTo>
                    <a:pt x="145" y="155"/>
                    <a:pt x="150" y="155"/>
                    <a:pt x="155" y="154"/>
                  </a:cubicBezTo>
                  <a:cubicBezTo>
                    <a:pt x="84" y="154"/>
                    <a:pt x="2" y="95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2871175" y="2699575"/>
              <a:ext cx="8075" cy="3900"/>
            </a:xfrm>
            <a:custGeom>
              <a:avLst/>
              <a:gdLst/>
              <a:ahLst/>
              <a:cxnLst/>
              <a:rect l="l" t="t" r="r" b="b"/>
              <a:pathLst>
                <a:path w="323" h="156" extrusionOk="0">
                  <a:moveTo>
                    <a:pt x="155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60"/>
                    <a:pt x="84" y="0"/>
                    <a:pt x="155" y="0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2"/>
                    <a:pt x="298" y="155"/>
                  </a:cubicBezTo>
                  <a:cubicBezTo>
                    <a:pt x="322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2845875" y="2699575"/>
              <a:ext cx="8075" cy="3900"/>
            </a:xfrm>
            <a:custGeom>
              <a:avLst/>
              <a:gdLst/>
              <a:ahLst/>
              <a:cxnLst/>
              <a:rect l="l" t="t" r="r" b="b"/>
              <a:pathLst>
                <a:path w="323" h="156" extrusionOk="0">
                  <a:moveTo>
                    <a:pt x="155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60"/>
                    <a:pt x="84" y="0"/>
                    <a:pt x="155" y="0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2"/>
                    <a:pt x="298" y="155"/>
                  </a:cubicBezTo>
                  <a:cubicBezTo>
                    <a:pt x="322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2871175" y="26739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7"/>
                    <a:pt x="298" y="143"/>
                  </a:cubicBezTo>
                  <a:cubicBezTo>
                    <a:pt x="322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1"/>
            <p:cNvSpPr/>
            <p:nvPr/>
          </p:nvSpPr>
          <p:spPr>
            <a:xfrm>
              <a:off x="2845875" y="26739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7"/>
                    <a:pt x="298" y="143"/>
                  </a:cubicBezTo>
                  <a:cubicBezTo>
                    <a:pt x="322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1"/>
            <p:cNvSpPr/>
            <p:nvPr/>
          </p:nvSpPr>
          <p:spPr>
            <a:xfrm>
              <a:off x="2833375" y="2686475"/>
              <a:ext cx="7775" cy="7475"/>
            </a:xfrm>
            <a:custGeom>
              <a:avLst/>
              <a:gdLst/>
              <a:ahLst/>
              <a:cxnLst/>
              <a:rect l="l" t="t" r="r" b="b"/>
              <a:pathLst>
                <a:path w="311" h="299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9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310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1"/>
            <p:cNvSpPr/>
            <p:nvPr/>
          </p:nvSpPr>
          <p:spPr>
            <a:xfrm>
              <a:off x="2858675" y="2686475"/>
              <a:ext cx="7775" cy="7475"/>
            </a:xfrm>
            <a:custGeom>
              <a:avLst/>
              <a:gdLst/>
              <a:ahLst/>
              <a:cxnLst/>
              <a:rect l="l" t="t" r="r" b="b"/>
              <a:pathLst>
                <a:path w="311" h="299" extrusionOk="0">
                  <a:moveTo>
                    <a:pt x="144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9"/>
                    <a:pt x="72" y="298"/>
                    <a:pt x="144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310" y="84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1"/>
            <p:cNvSpPr/>
            <p:nvPr/>
          </p:nvSpPr>
          <p:spPr>
            <a:xfrm>
              <a:off x="2833375" y="26611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310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1"/>
            <p:cNvSpPr/>
            <p:nvPr/>
          </p:nvSpPr>
          <p:spPr>
            <a:xfrm>
              <a:off x="2858675" y="26611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310" y="84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1"/>
            <p:cNvSpPr/>
            <p:nvPr/>
          </p:nvSpPr>
          <p:spPr>
            <a:xfrm>
              <a:off x="2820575" y="2699575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155" y="0"/>
                  </a:moveTo>
                  <a:cubicBezTo>
                    <a:pt x="80" y="0"/>
                    <a:pt x="27" y="45"/>
                    <a:pt x="8" y="105"/>
                  </a:cubicBezTo>
                  <a:lnTo>
                    <a:pt x="8" y="105"/>
                  </a:lnTo>
                  <a:cubicBezTo>
                    <a:pt x="43" y="41"/>
                    <a:pt x="89" y="0"/>
                    <a:pt x="155" y="0"/>
                  </a:cubicBezTo>
                  <a:close/>
                  <a:moveTo>
                    <a:pt x="8" y="105"/>
                  </a:moveTo>
                  <a:lnTo>
                    <a:pt x="8" y="105"/>
                  </a:lnTo>
                  <a:cubicBezTo>
                    <a:pt x="6" y="110"/>
                    <a:pt x="3" y="114"/>
                    <a:pt x="1" y="119"/>
                  </a:cubicBezTo>
                  <a:lnTo>
                    <a:pt x="1" y="155"/>
                  </a:lnTo>
                  <a:cubicBezTo>
                    <a:pt x="1" y="138"/>
                    <a:pt x="3" y="121"/>
                    <a:pt x="8" y="1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1"/>
            <p:cNvSpPr/>
            <p:nvPr/>
          </p:nvSpPr>
          <p:spPr>
            <a:xfrm>
              <a:off x="2820575" y="2674225"/>
              <a:ext cx="3900" cy="7500"/>
            </a:xfrm>
            <a:custGeom>
              <a:avLst/>
              <a:gdLst/>
              <a:ahLst/>
              <a:cxnLst/>
              <a:rect l="l" t="t" r="r" b="b"/>
              <a:pathLst>
                <a:path w="156" h="300" extrusionOk="0">
                  <a:moveTo>
                    <a:pt x="140" y="1"/>
                  </a:moveTo>
                  <a:cubicBezTo>
                    <a:pt x="72" y="1"/>
                    <a:pt x="1" y="69"/>
                    <a:pt x="1" y="157"/>
                  </a:cubicBezTo>
                  <a:lnTo>
                    <a:pt x="1" y="157"/>
                  </a:lnTo>
                  <a:cubicBezTo>
                    <a:pt x="1" y="62"/>
                    <a:pt x="84" y="2"/>
                    <a:pt x="155" y="2"/>
                  </a:cubicBezTo>
                  <a:cubicBezTo>
                    <a:pt x="150" y="1"/>
                    <a:pt x="145" y="1"/>
                    <a:pt x="140" y="1"/>
                  </a:cubicBezTo>
                  <a:close/>
                  <a:moveTo>
                    <a:pt x="1" y="157"/>
                  </a:moveTo>
                  <a:cubicBezTo>
                    <a:pt x="1" y="240"/>
                    <a:pt x="84" y="300"/>
                    <a:pt x="155" y="300"/>
                  </a:cubicBezTo>
                  <a:cubicBezTo>
                    <a:pt x="84" y="300"/>
                    <a:pt x="1" y="228"/>
                    <a:pt x="1" y="1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1"/>
            <p:cNvSpPr/>
            <p:nvPr/>
          </p:nvSpPr>
          <p:spPr>
            <a:xfrm>
              <a:off x="2871175" y="26486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7"/>
                    <a:pt x="298" y="143"/>
                  </a:cubicBezTo>
                  <a:cubicBezTo>
                    <a:pt x="322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2845875" y="26486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7"/>
                    <a:pt x="298" y="143"/>
                  </a:cubicBezTo>
                  <a:cubicBezTo>
                    <a:pt x="322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2820575" y="2652850"/>
              <a:ext cx="3900" cy="3575"/>
            </a:xfrm>
            <a:custGeom>
              <a:avLst/>
              <a:gdLst/>
              <a:ahLst/>
              <a:cxnLst/>
              <a:rect l="l" t="t" r="r" b="b"/>
              <a:pathLst>
                <a:path w="156" h="143" extrusionOk="0">
                  <a:moveTo>
                    <a:pt x="1" y="0"/>
                  </a:moveTo>
                  <a:cubicBezTo>
                    <a:pt x="1" y="83"/>
                    <a:pt x="84" y="143"/>
                    <a:pt x="155" y="143"/>
                  </a:cubicBezTo>
                  <a:cubicBezTo>
                    <a:pt x="84" y="143"/>
                    <a:pt x="1" y="71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1"/>
            <p:cNvSpPr/>
            <p:nvPr/>
          </p:nvSpPr>
          <p:spPr>
            <a:xfrm>
              <a:off x="2871175" y="2724875"/>
              <a:ext cx="7175" cy="4475"/>
            </a:xfrm>
            <a:custGeom>
              <a:avLst/>
              <a:gdLst/>
              <a:ahLst/>
              <a:cxnLst/>
              <a:rect l="l" t="t" r="r" b="b"/>
              <a:pathLst>
                <a:path w="287" h="179" extrusionOk="0">
                  <a:moveTo>
                    <a:pt x="155" y="0"/>
                  </a:moveTo>
                  <a:cubicBezTo>
                    <a:pt x="60" y="0"/>
                    <a:pt x="1" y="72"/>
                    <a:pt x="1" y="155"/>
                  </a:cubicBezTo>
                  <a:lnTo>
                    <a:pt x="1" y="179"/>
                  </a:lnTo>
                  <a:cubicBezTo>
                    <a:pt x="96" y="155"/>
                    <a:pt x="203" y="119"/>
                    <a:pt x="286" y="96"/>
                  </a:cubicBezTo>
                  <a:cubicBezTo>
                    <a:pt x="275" y="36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1"/>
            <p:cNvSpPr/>
            <p:nvPr/>
          </p:nvSpPr>
          <p:spPr>
            <a:xfrm>
              <a:off x="2845875" y="2724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226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2833375" y="27123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3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15"/>
                    <a:pt x="298" y="143"/>
                  </a:cubicBezTo>
                  <a:cubicBezTo>
                    <a:pt x="310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2858675" y="2712375"/>
              <a:ext cx="7775" cy="7450"/>
            </a:xfrm>
            <a:custGeom>
              <a:avLst/>
              <a:gdLst/>
              <a:ahLst/>
              <a:cxnLst/>
              <a:rect l="l" t="t" r="r" b="b"/>
              <a:pathLst>
                <a:path w="311" h="298" extrusionOk="0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cubicBezTo>
                    <a:pt x="239" y="298"/>
                    <a:pt x="298" y="215"/>
                    <a:pt x="298" y="143"/>
                  </a:cubicBezTo>
                  <a:cubicBezTo>
                    <a:pt x="310" y="60"/>
                    <a:pt x="239" y="0"/>
                    <a:pt x="1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1"/>
            <p:cNvSpPr/>
            <p:nvPr/>
          </p:nvSpPr>
          <p:spPr>
            <a:xfrm>
              <a:off x="2820575" y="2728750"/>
              <a:ext cx="3900" cy="3575"/>
            </a:xfrm>
            <a:custGeom>
              <a:avLst/>
              <a:gdLst/>
              <a:ahLst/>
              <a:cxnLst/>
              <a:rect l="l" t="t" r="r" b="b"/>
              <a:pathLst>
                <a:path w="156" h="143" extrusionOk="0">
                  <a:moveTo>
                    <a:pt x="1" y="0"/>
                  </a:moveTo>
                  <a:cubicBezTo>
                    <a:pt x="1" y="83"/>
                    <a:pt x="84" y="143"/>
                    <a:pt x="155" y="143"/>
                  </a:cubicBezTo>
                  <a:cubicBezTo>
                    <a:pt x="84" y="143"/>
                    <a:pt x="1" y="72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1"/>
            <p:cNvSpPr/>
            <p:nvPr/>
          </p:nvSpPr>
          <p:spPr>
            <a:xfrm>
              <a:off x="2871175" y="26995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5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167"/>
                    <a:pt x="1" y="191"/>
                    <a:pt x="25" y="215"/>
                  </a:cubicBezTo>
                  <a:cubicBezTo>
                    <a:pt x="48" y="262"/>
                    <a:pt x="96" y="298"/>
                    <a:pt x="155" y="298"/>
                  </a:cubicBezTo>
                  <a:cubicBezTo>
                    <a:pt x="215" y="298"/>
                    <a:pt x="275" y="250"/>
                    <a:pt x="286" y="215"/>
                  </a:cubicBezTo>
                  <a:cubicBezTo>
                    <a:pt x="298" y="191"/>
                    <a:pt x="298" y="167"/>
                    <a:pt x="298" y="155"/>
                  </a:cubicBezTo>
                  <a:cubicBezTo>
                    <a:pt x="322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2845875" y="2699575"/>
              <a:ext cx="8075" cy="7450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55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167"/>
                    <a:pt x="1" y="191"/>
                    <a:pt x="24" y="215"/>
                  </a:cubicBezTo>
                  <a:cubicBezTo>
                    <a:pt x="48" y="262"/>
                    <a:pt x="96" y="298"/>
                    <a:pt x="155" y="298"/>
                  </a:cubicBezTo>
                  <a:cubicBezTo>
                    <a:pt x="215" y="298"/>
                    <a:pt x="275" y="250"/>
                    <a:pt x="286" y="215"/>
                  </a:cubicBezTo>
                  <a:cubicBezTo>
                    <a:pt x="298" y="191"/>
                    <a:pt x="298" y="167"/>
                    <a:pt x="298" y="155"/>
                  </a:cubicBezTo>
                  <a:cubicBezTo>
                    <a:pt x="322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2820575" y="2703450"/>
              <a:ext cx="3900" cy="3575"/>
            </a:xfrm>
            <a:custGeom>
              <a:avLst/>
              <a:gdLst/>
              <a:ahLst/>
              <a:cxnLst/>
              <a:rect l="l" t="t" r="r" b="b"/>
              <a:pathLst>
                <a:path w="156" h="143" extrusionOk="0">
                  <a:moveTo>
                    <a:pt x="1" y="1"/>
                  </a:moveTo>
                  <a:cubicBezTo>
                    <a:pt x="1" y="13"/>
                    <a:pt x="1" y="36"/>
                    <a:pt x="24" y="60"/>
                  </a:cubicBezTo>
                  <a:cubicBezTo>
                    <a:pt x="1" y="25"/>
                    <a:pt x="1" y="12"/>
                    <a:pt x="1" y="1"/>
                  </a:cubicBezTo>
                  <a:close/>
                  <a:moveTo>
                    <a:pt x="24" y="60"/>
                  </a:moveTo>
                  <a:cubicBezTo>
                    <a:pt x="28" y="72"/>
                    <a:pt x="38" y="85"/>
                    <a:pt x="51" y="98"/>
                  </a:cubicBezTo>
                  <a:lnTo>
                    <a:pt x="51" y="98"/>
                  </a:lnTo>
                  <a:cubicBezTo>
                    <a:pt x="40" y="86"/>
                    <a:pt x="31" y="74"/>
                    <a:pt x="24" y="60"/>
                  </a:cubicBezTo>
                  <a:close/>
                  <a:moveTo>
                    <a:pt x="51" y="98"/>
                  </a:moveTo>
                  <a:cubicBezTo>
                    <a:pt x="77" y="125"/>
                    <a:pt x="113" y="143"/>
                    <a:pt x="155" y="143"/>
                  </a:cubicBezTo>
                  <a:cubicBezTo>
                    <a:pt x="116" y="143"/>
                    <a:pt x="77" y="122"/>
                    <a:pt x="51" y="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1"/>
            <p:cNvSpPr/>
            <p:nvPr/>
          </p:nvSpPr>
          <p:spPr>
            <a:xfrm>
              <a:off x="2820575" y="2192950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1"/>
                  </a:moveTo>
                  <a:cubicBezTo>
                    <a:pt x="84" y="1"/>
                    <a:pt x="24" y="37"/>
                    <a:pt x="1" y="120"/>
                  </a:cubicBezTo>
                  <a:lnTo>
                    <a:pt x="1" y="144"/>
                  </a:lnTo>
                  <a:cubicBezTo>
                    <a:pt x="1" y="72"/>
                    <a:pt x="84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1"/>
            <p:cNvSpPr/>
            <p:nvPr/>
          </p:nvSpPr>
          <p:spPr>
            <a:xfrm>
              <a:off x="2795275" y="2192950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72"/>
                    <a:pt x="84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1"/>
            <p:cNvSpPr/>
            <p:nvPr/>
          </p:nvSpPr>
          <p:spPr>
            <a:xfrm>
              <a:off x="2820575" y="21676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8"/>
                    <a:pt x="155" y="298"/>
                  </a:cubicBezTo>
                  <a:cubicBezTo>
                    <a:pt x="239" y="298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1"/>
            <p:cNvSpPr/>
            <p:nvPr/>
          </p:nvSpPr>
          <p:spPr>
            <a:xfrm>
              <a:off x="2795275" y="21676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8"/>
                    <a:pt x="155" y="298"/>
                  </a:cubicBezTo>
                  <a:cubicBezTo>
                    <a:pt x="239" y="298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1"/>
            <p:cNvSpPr/>
            <p:nvPr/>
          </p:nvSpPr>
          <p:spPr>
            <a:xfrm>
              <a:off x="2782775" y="21801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1"/>
            <p:cNvSpPr/>
            <p:nvPr/>
          </p:nvSpPr>
          <p:spPr>
            <a:xfrm>
              <a:off x="2808075" y="21801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1"/>
            <p:cNvSpPr/>
            <p:nvPr/>
          </p:nvSpPr>
          <p:spPr>
            <a:xfrm>
              <a:off x="2782775" y="21548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60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1"/>
            <p:cNvSpPr/>
            <p:nvPr/>
          </p:nvSpPr>
          <p:spPr>
            <a:xfrm>
              <a:off x="2808075" y="21548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60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1"/>
            <p:cNvSpPr/>
            <p:nvPr/>
          </p:nvSpPr>
          <p:spPr>
            <a:xfrm>
              <a:off x="2820575" y="2243550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1"/>
                  </a:moveTo>
                  <a:cubicBezTo>
                    <a:pt x="84" y="1"/>
                    <a:pt x="24" y="37"/>
                    <a:pt x="1" y="120"/>
                  </a:cubicBezTo>
                  <a:lnTo>
                    <a:pt x="1" y="144"/>
                  </a:lnTo>
                  <a:cubicBezTo>
                    <a:pt x="1" y="72"/>
                    <a:pt x="84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11"/>
            <p:cNvSpPr/>
            <p:nvPr/>
          </p:nvSpPr>
          <p:spPr>
            <a:xfrm>
              <a:off x="2795275" y="2243550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72"/>
                    <a:pt x="84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11"/>
            <p:cNvSpPr/>
            <p:nvPr/>
          </p:nvSpPr>
          <p:spPr>
            <a:xfrm>
              <a:off x="2820575" y="22182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11"/>
            <p:cNvSpPr/>
            <p:nvPr/>
          </p:nvSpPr>
          <p:spPr>
            <a:xfrm>
              <a:off x="2795275" y="22182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1"/>
            <p:cNvSpPr/>
            <p:nvPr/>
          </p:nvSpPr>
          <p:spPr>
            <a:xfrm>
              <a:off x="2782775" y="22307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1"/>
            <p:cNvSpPr/>
            <p:nvPr/>
          </p:nvSpPr>
          <p:spPr>
            <a:xfrm>
              <a:off x="2808075" y="22307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1"/>
            <p:cNvSpPr/>
            <p:nvPr/>
          </p:nvSpPr>
          <p:spPr>
            <a:xfrm>
              <a:off x="2782775" y="22054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1"/>
            <p:cNvSpPr/>
            <p:nvPr/>
          </p:nvSpPr>
          <p:spPr>
            <a:xfrm>
              <a:off x="2808075" y="22054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1"/>
            <p:cNvSpPr/>
            <p:nvPr/>
          </p:nvSpPr>
          <p:spPr>
            <a:xfrm>
              <a:off x="2820575" y="21929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1"/>
            <p:cNvSpPr/>
            <p:nvPr/>
          </p:nvSpPr>
          <p:spPr>
            <a:xfrm>
              <a:off x="2795275" y="21929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1"/>
            <p:cNvSpPr/>
            <p:nvPr/>
          </p:nvSpPr>
          <p:spPr>
            <a:xfrm>
              <a:off x="2820575" y="2294150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1"/>
                  </a:moveTo>
                  <a:cubicBezTo>
                    <a:pt x="84" y="1"/>
                    <a:pt x="24" y="37"/>
                    <a:pt x="1" y="120"/>
                  </a:cubicBezTo>
                  <a:lnTo>
                    <a:pt x="1" y="144"/>
                  </a:lnTo>
                  <a:cubicBezTo>
                    <a:pt x="1" y="72"/>
                    <a:pt x="84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1"/>
            <p:cNvSpPr/>
            <p:nvPr/>
          </p:nvSpPr>
          <p:spPr>
            <a:xfrm>
              <a:off x="2795275" y="2294150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72"/>
                    <a:pt x="84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1"/>
            <p:cNvSpPr/>
            <p:nvPr/>
          </p:nvSpPr>
          <p:spPr>
            <a:xfrm>
              <a:off x="2820575" y="22688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15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1"/>
            <p:cNvSpPr/>
            <p:nvPr/>
          </p:nvSpPr>
          <p:spPr>
            <a:xfrm>
              <a:off x="2795275" y="22688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15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1"/>
            <p:cNvSpPr/>
            <p:nvPr/>
          </p:nvSpPr>
          <p:spPr>
            <a:xfrm>
              <a:off x="2782775" y="2281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1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1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1"/>
            <p:cNvSpPr/>
            <p:nvPr/>
          </p:nvSpPr>
          <p:spPr>
            <a:xfrm>
              <a:off x="2808075" y="2281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1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1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1"/>
            <p:cNvSpPr/>
            <p:nvPr/>
          </p:nvSpPr>
          <p:spPr>
            <a:xfrm>
              <a:off x="2782775" y="22560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1"/>
            <p:cNvSpPr/>
            <p:nvPr/>
          </p:nvSpPr>
          <p:spPr>
            <a:xfrm>
              <a:off x="2808075" y="22560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1"/>
            <p:cNvSpPr/>
            <p:nvPr/>
          </p:nvSpPr>
          <p:spPr>
            <a:xfrm>
              <a:off x="2820575" y="22435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156"/>
                    <a:pt x="1" y="191"/>
                    <a:pt x="24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215" y="299"/>
                    <a:pt x="274" y="251"/>
                    <a:pt x="286" y="203"/>
                  </a:cubicBezTo>
                  <a:cubicBezTo>
                    <a:pt x="298" y="191"/>
                    <a:pt x="298" y="156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1"/>
            <p:cNvSpPr/>
            <p:nvPr/>
          </p:nvSpPr>
          <p:spPr>
            <a:xfrm>
              <a:off x="2795275" y="22435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156"/>
                    <a:pt x="1" y="191"/>
                    <a:pt x="24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215" y="299"/>
                    <a:pt x="274" y="251"/>
                    <a:pt x="286" y="203"/>
                  </a:cubicBezTo>
                  <a:cubicBezTo>
                    <a:pt x="298" y="191"/>
                    <a:pt x="298" y="156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1"/>
            <p:cNvSpPr/>
            <p:nvPr/>
          </p:nvSpPr>
          <p:spPr>
            <a:xfrm>
              <a:off x="2820575" y="2344775"/>
              <a:ext cx="3900" cy="3575"/>
            </a:xfrm>
            <a:custGeom>
              <a:avLst/>
              <a:gdLst/>
              <a:ahLst/>
              <a:cxnLst/>
              <a:rect l="l" t="t" r="r" b="b"/>
              <a:pathLst>
                <a:path w="156" h="143" extrusionOk="0">
                  <a:moveTo>
                    <a:pt x="155" y="0"/>
                  </a:moveTo>
                  <a:cubicBezTo>
                    <a:pt x="84" y="0"/>
                    <a:pt x="24" y="36"/>
                    <a:pt x="1" y="119"/>
                  </a:cubicBezTo>
                  <a:lnTo>
                    <a:pt x="1" y="143"/>
                  </a:lnTo>
                  <a:cubicBezTo>
                    <a:pt x="1" y="71"/>
                    <a:pt x="84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1"/>
            <p:cNvSpPr/>
            <p:nvPr/>
          </p:nvSpPr>
          <p:spPr>
            <a:xfrm>
              <a:off x="2795275" y="2344775"/>
              <a:ext cx="3900" cy="3575"/>
            </a:xfrm>
            <a:custGeom>
              <a:avLst/>
              <a:gdLst/>
              <a:ahLst/>
              <a:cxnLst/>
              <a:rect l="l" t="t" r="r" b="b"/>
              <a:pathLst>
                <a:path w="156" h="143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71"/>
                    <a:pt x="84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1"/>
            <p:cNvSpPr/>
            <p:nvPr/>
          </p:nvSpPr>
          <p:spPr>
            <a:xfrm>
              <a:off x="2820575" y="2319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298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1"/>
            <p:cNvSpPr/>
            <p:nvPr/>
          </p:nvSpPr>
          <p:spPr>
            <a:xfrm>
              <a:off x="2795275" y="2319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298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1"/>
            <p:cNvSpPr/>
            <p:nvPr/>
          </p:nvSpPr>
          <p:spPr>
            <a:xfrm>
              <a:off x="2782775" y="2331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1"/>
            <p:cNvSpPr/>
            <p:nvPr/>
          </p:nvSpPr>
          <p:spPr>
            <a:xfrm>
              <a:off x="2808075" y="2331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1"/>
            <p:cNvSpPr/>
            <p:nvPr/>
          </p:nvSpPr>
          <p:spPr>
            <a:xfrm>
              <a:off x="2782775" y="2306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1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1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1"/>
            <p:cNvSpPr/>
            <p:nvPr/>
          </p:nvSpPr>
          <p:spPr>
            <a:xfrm>
              <a:off x="2808075" y="2306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1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1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1"/>
            <p:cNvSpPr/>
            <p:nvPr/>
          </p:nvSpPr>
          <p:spPr>
            <a:xfrm>
              <a:off x="2820575" y="22941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1"/>
            <p:cNvSpPr/>
            <p:nvPr/>
          </p:nvSpPr>
          <p:spPr>
            <a:xfrm>
              <a:off x="2795275" y="22941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1"/>
            <p:cNvSpPr/>
            <p:nvPr/>
          </p:nvSpPr>
          <p:spPr>
            <a:xfrm>
              <a:off x="2820575" y="2395650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55" y="1"/>
                  </a:moveTo>
                  <a:cubicBezTo>
                    <a:pt x="116" y="1"/>
                    <a:pt x="80" y="16"/>
                    <a:pt x="52" y="41"/>
                  </a:cubicBezTo>
                  <a:lnTo>
                    <a:pt x="52" y="41"/>
                  </a:lnTo>
                  <a:cubicBezTo>
                    <a:pt x="82" y="16"/>
                    <a:pt x="120" y="1"/>
                    <a:pt x="155" y="1"/>
                  </a:cubicBezTo>
                  <a:close/>
                  <a:moveTo>
                    <a:pt x="52" y="41"/>
                  </a:moveTo>
                  <a:cubicBezTo>
                    <a:pt x="33" y="56"/>
                    <a:pt x="18" y="76"/>
                    <a:pt x="10" y="98"/>
                  </a:cubicBezTo>
                  <a:lnTo>
                    <a:pt x="10" y="98"/>
                  </a:lnTo>
                  <a:cubicBezTo>
                    <a:pt x="20" y="75"/>
                    <a:pt x="35" y="56"/>
                    <a:pt x="52" y="41"/>
                  </a:cubicBezTo>
                  <a:close/>
                  <a:moveTo>
                    <a:pt x="10" y="98"/>
                  </a:moveTo>
                  <a:cubicBezTo>
                    <a:pt x="6" y="105"/>
                    <a:pt x="3" y="112"/>
                    <a:pt x="1" y="120"/>
                  </a:cubicBezTo>
                  <a:lnTo>
                    <a:pt x="1" y="144"/>
                  </a:lnTo>
                  <a:cubicBezTo>
                    <a:pt x="1" y="128"/>
                    <a:pt x="4" y="112"/>
                    <a:pt x="10" y="98"/>
                  </a:cubicBezTo>
                  <a:close/>
                  <a:moveTo>
                    <a:pt x="155" y="1"/>
                  </a:moveTo>
                  <a:cubicBezTo>
                    <a:pt x="239" y="1"/>
                    <a:pt x="298" y="72"/>
                    <a:pt x="298" y="144"/>
                  </a:cubicBezTo>
                  <a:cubicBezTo>
                    <a:pt x="298" y="61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1"/>
            <p:cNvSpPr/>
            <p:nvPr/>
          </p:nvSpPr>
          <p:spPr>
            <a:xfrm>
              <a:off x="2795275" y="2395650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61"/>
                    <a:pt x="84" y="1"/>
                    <a:pt x="155" y="1"/>
                  </a:cubicBezTo>
                  <a:close/>
                  <a:moveTo>
                    <a:pt x="155" y="1"/>
                  </a:moveTo>
                  <a:cubicBezTo>
                    <a:pt x="239" y="1"/>
                    <a:pt x="298" y="72"/>
                    <a:pt x="298" y="144"/>
                  </a:cubicBezTo>
                  <a:cubicBezTo>
                    <a:pt x="298" y="61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1"/>
            <p:cNvSpPr/>
            <p:nvPr/>
          </p:nvSpPr>
          <p:spPr>
            <a:xfrm>
              <a:off x="2820575" y="23703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27"/>
                    <a:pt x="298" y="144"/>
                  </a:cubicBezTo>
                  <a:cubicBezTo>
                    <a:pt x="298" y="60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1"/>
            <p:cNvSpPr/>
            <p:nvPr/>
          </p:nvSpPr>
          <p:spPr>
            <a:xfrm>
              <a:off x="2795275" y="23703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27"/>
                    <a:pt x="298" y="144"/>
                  </a:cubicBezTo>
                  <a:cubicBezTo>
                    <a:pt x="298" y="60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1"/>
            <p:cNvSpPr/>
            <p:nvPr/>
          </p:nvSpPr>
          <p:spPr>
            <a:xfrm>
              <a:off x="2782775" y="2382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1"/>
            <p:cNvSpPr/>
            <p:nvPr/>
          </p:nvSpPr>
          <p:spPr>
            <a:xfrm>
              <a:off x="2808075" y="2382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1"/>
            <p:cNvSpPr/>
            <p:nvPr/>
          </p:nvSpPr>
          <p:spPr>
            <a:xfrm>
              <a:off x="2782775" y="23575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84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61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1"/>
            <p:cNvSpPr/>
            <p:nvPr/>
          </p:nvSpPr>
          <p:spPr>
            <a:xfrm>
              <a:off x="2808075" y="23575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84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61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1"/>
            <p:cNvSpPr/>
            <p:nvPr/>
          </p:nvSpPr>
          <p:spPr>
            <a:xfrm>
              <a:off x="2820575" y="2344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298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1"/>
            <p:cNvSpPr/>
            <p:nvPr/>
          </p:nvSpPr>
          <p:spPr>
            <a:xfrm>
              <a:off x="2795275" y="2344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298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1"/>
            <p:cNvSpPr/>
            <p:nvPr/>
          </p:nvSpPr>
          <p:spPr>
            <a:xfrm>
              <a:off x="2820575" y="24462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55" y="0"/>
                  </a:moveTo>
                  <a:cubicBezTo>
                    <a:pt x="116" y="0"/>
                    <a:pt x="80" y="15"/>
                    <a:pt x="52" y="40"/>
                  </a:cubicBezTo>
                  <a:lnTo>
                    <a:pt x="52" y="40"/>
                  </a:lnTo>
                  <a:cubicBezTo>
                    <a:pt x="82" y="15"/>
                    <a:pt x="120" y="0"/>
                    <a:pt x="155" y="0"/>
                  </a:cubicBezTo>
                  <a:close/>
                  <a:moveTo>
                    <a:pt x="52" y="40"/>
                  </a:moveTo>
                  <a:cubicBezTo>
                    <a:pt x="33" y="55"/>
                    <a:pt x="18" y="75"/>
                    <a:pt x="10" y="97"/>
                  </a:cubicBezTo>
                  <a:lnTo>
                    <a:pt x="10" y="97"/>
                  </a:lnTo>
                  <a:cubicBezTo>
                    <a:pt x="20" y="74"/>
                    <a:pt x="35" y="55"/>
                    <a:pt x="52" y="40"/>
                  </a:cubicBezTo>
                  <a:close/>
                  <a:moveTo>
                    <a:pt x="10" y="97"/>
                  </a:moveTo>
                  <a:cubicBezTo>
                    <a:pt x="6" y="104"/>
                    <a:pt x="3" y="111"/>
                    <a:pt x="1" y="119"/>
                  </a:cubicBezTo>
                  <a:lnTo>
                    <a:pt x="1" y="143"/>
                  </a:lnTo>
                  <a:cubicBezTo>
                    <a:pt x="1" y="127"/>
                    <a:pt x="4" y="111"/>
                    <a:pt x="10" y="97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1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1"/>
            <p:cNvSpPr/>
            <p:nvPr/>
          </p:nvSpPr>
          <p:spPr>
            <a:xfrm>
              <a:off x="2795275" y="24462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60"/>
                    <a:pt x="84" y="0"/>
                    <a:pt x="155" y="0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1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1"/>
            <p:cNvSpPr/>
            <p:nvPr/>
          </p:nvSpPr>
          <p:spPr>
            <a:xfrm>
              <a:off x="2820575" y="2420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26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1"/>
            <p:cNvSpPr/>
            <p:nvPr/>
          </p:nvSpPr>
          <p:spPr>
            <a:xfrm>
              <a:off x="2795275" y="2420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26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1"/>
            <p:cNvSpPr/>
            <p:nvPr/>
          </p:nvSpPr>
          <p:spPr>
            <a:xfrm>
              <a:off x="2782775" y="2433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1"/>
            <p:cNvSpPr/>
            <p:nvPr/>
          </p:nvSpPr>
          <p:spPr>
            <a:xfrm>
              <a:off x="2808075" y="2433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1"/>
            <p:cNvSpPr/>
            <p:nvPr/>
          </p:nvSpPr>
          <p:spPr>
            <a:xfrm>
              <a:off x="2782775" y="2408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1"/>
            <p:cNvSpPr/>
            <p:nvPr/>
          </p:nvSpPr>
          <p:spPr>
            <a:xfrm>
              <a:off x="2808075" y="2408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1"/>
            <p:cNvSpPr/>
            <p:nvPr/>
          </p:nvSpPr>
          <p:spPr>
            <a:xfrm>
              <a:off x="2820575" y="23956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168"/>
                    <a:pt x="1" y="191"/>
                    <a:pt x="24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215" y="299"/>
                    <a:pt x="274" y="251"/>
                    <a:pt x="286" y="203"/>
                  </a:cubicBezTo>
                  <a:cubicBezTo>
                    <a:pt x="298" y="191"/>
                    <a:pt x="298" y="168"/>
                    <a:pt x="298" y="144"/>
                  </a:cubicBezTo>
                  <a:cubicBezTo>
                    <a:pt x="298" y="61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1"/>
            <p:cNvSpPr/>
            <p:nvPr/>
          </p:nvSpPr>
          <p:spPr>
            <a:xfrm>
              <a:off x="2795275" y="23956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168"/>
                    <a:pt x="1" y="191"/>
                    <a:pt x="24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215" y="299"/>
                    <a:pt x="274" y="251"/>
                    <a:pt x="286" y="203"/>
                  </a:cubicBezTo>
                  <a:cubicBezTo>
                    <a:pt x="298" y="191"/>
                    <a:pt x="298" y="168"/>
                    <a:pt x="298" y="144"/>
                  </a:cubicBezTo>
                  <a:cubicBezTo>
                    <a:pt x="298" y="61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1"/>
            <p:cNvSpPr/>
            <p:nvPr/>
          </p:nvSpPr>
          <p:spPr>
            <a:xfrm>
              <a:off x="2820575" y="24968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55" y="0"/>
                  </a:moveTo>
                  <a:cubicBezTo>
                    <a:pt x="116" y="0"/>
                    <a:pt x="80" y="15"/>
                    <a:pt x="52" y="40"/>
                  </a:cubicBezTo>
                  <a:lnTo>
                    <a:pt x="52" y="40"/>
                  </a:lnTo>
                  <a:cubicBezTo>
                    <a:pt x="82" y="15"/>
                    <a:pt x="120" y="0"/>
                    <a:pt x="155" y="0"/>
                  </a:cubicBezTo>
                  <a:close/>
                  <a:moveTo>
                    <a:pt x="52" y="40"/>
                  </a:moveTo>
                  <a:cubicBezTo>
                    <a:pt x="33" y="55"/>
                    <a:pt x="18" y="75"/>
                    <a:pt x="10" y="97"/>
                  </a:cubicBezTo>
                  <a:lnTo>
                    <a:pt x="10" y="97"/>
                  </a:lnTo>
                  <a:cubicBezTo>
                    <a:pt x="20" y="75"/>
                    <a:pt x="35" y="55"/>
                    <a:pt x="52" y="40"/>
                  </a:cubicBezTo>
                  <a:close/>
                  <a:moveTo>
                    <a:pt x="10" y="97"/>
                  </a:moveTo>
                  <a:cubicBezTo>
                    <a:pt x="6" y="104"/>
                    <a:pt x="3" y="111"/>
                    <a:pt x="1" y="119"/>
                  </a:cubicBezTo>
                  <a:lnTo>
                    <a:pt x="1" y="143"/>
                  </a:lnTo>
                  <a:cubicBezTo>
                    <a:pt x="1" y="127"/>
                    <a:pt x="4" y="111"/>
                    <a:pt x="10" y="97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2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1"/>
            <p:cNvSpPr/>
            <p:nvPr/>
          </p:nvSpPr>
          <p:spPr>
            <a:xfrm>
              <a:off x="2795275" y="24968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60"/>
                    <a:pt x="84" y="0"/>
                    <a:pt x="155" y="0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2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1"/>
            <p:cNvSpPr/>
            <p:nvPr/>
          </p:nvSpPr>
          <p:spPr>
            <a:xfrm>
              <a:off x="2820575" y="2471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1"/>
            <p:cNvSpPr/>
            <p:nvPr/>
          </p:nvSpPr>
          <p:spPr>
            <a:xfrm>
              <a:off x="2795275" y="2471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1"/>
            <p:cNvSpPr/>
            <p:nvPr/>
          </p:nvSpPr>
          <p:spPr>
            <a:xfrm>
              <a:off x="2782775" y="2484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1"/>
            <p:cNvSpPr/>
            <p:nvPr/>
          </p:nvSpPr>
          <p:spPr>
            <a:xfrm>
              <a:off x="2808075" y="2484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1"/>
            <p:cNvSpPr/>
            <p:nvPr/>
          </p:nvSpPr>
          <p:spPr>
            <a:xfrm>
              <a:off x="2782775" y="2458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1"/>
            <p:cNvSpPr/>
            <p:nvPr/>
          </p:nvSpPr>
          <p:spPr>
            <a:xfrm>
              <a:off x="2808075" y="2458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1"/>
            <p:cNvSpPr/>
            <p:nvPr/>
          </p:nvSpPr>
          <p:spPr>
            <a:xfrm>
              <a:off x="2820575" y="2446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1"/>
            <p:cNvSpPr/>
            <p:nvPr/>
          </p:nvSpPr>
          <p:spPr>
            <a:xfrm>
              <a:off x="2795275" y="2446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1"/>
            <p:cNvSpPr/>
            <p:nvPr/>
          </p:nvSpPr>
          <p:spPr>
            <a:xfrm>
              <a:off x="2820575" y="2547475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0"/>
                  </a:moveTo>
                  <a:cubicBezTo>
                    <a:pt x="84" y="0"/>
                    <a:pt x="24" y="48"/>
                    <a:pt x="1" y="119"/>
                  </a:cubicBezTo>
                  <a:lnTo>
                    <a:pt x="1" y="143"/>
                  </a:lnTo>
                  <a:cubicBezTo>
                    <a:pt x="1" y="72"/>
                    <a:pt x="84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1"/>
            <p:cNvSpPr/>
            <p:nvPr/>
          </p:nvSpPr>
          <p:spPr>
            <a:xfrm>
              <a:off x="2795275" y="2547475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72"/>
                    <a:pt x="84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1"/>
            <p:cNvSpPr/>
            <p:nvPr/>
          </p:nvSpPr>
          <p:spPr>
            <a:xfrm>
              <a:off x="2820575" y="2522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1"/>
            <p:cNvSpPr/>
            <p:nvPr/>
          </p:nvSpPr>
          <p:spPr>
            <a:xfrm>
              <a:off x="2795275" y="2522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1"/>
            <p:cNvSpPr/>
            <p:nvPr/>
          </p:nvSpPr>
          <p:spPr>
            <a:xfrm>
              <a:off x="2782775" y="2534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1"/>
            <p:cNvSpPr/>
            <p:nvPr/>
          </p:nvSpPr>
          <p:spPr>
            <a:xfrm>
              <a:off x="2808075" y="2534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1"/>
            <p:cNvSpPr/>
            <p:nvPr/>
          </p:nvSpPr>
          <p:spPr>
            <a:xfrm>
              <a:off x="2782775" y="2509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1"/>
            <p:cNvSpPr/>
            <p:nvPr/>
          </p:nvSpPr>
          <p:spPr>
            <a:xfrm>
              <a:off x="2808075" y="2509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1"/>
            <p:cNvSpPr/>
            <p:nvPr/>
          </p:nvSpPr>
          <p:spPr>
            <a:xfrm>
              <a:off x="2820575" y="2496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1"/>
            <p:cNvSpPr/>
            <p:nvPr/>
          </p:nvSpPr>
          <p:spPr>
            <a:xfrm>
              <a:off x="2795275" y="2496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1"/>
            <p:cNvSpPr/>
            <p:nvPr/>
          </p:nvSpPr>
          <p:spPr>
            <a:xfrm>
              <a:off x="2820575" y="2598075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0"/>
                  </a:moveTo>
                  <a:cubicBezTo>
                    <a:pt x="84" y="0"/>
                    <a:pt x="24" y="48"/>
                    <a:pt x="1" y="119"/>
                  </a:cubicBezTo>
                  <a:lnTo>
                    <a:pt x="1" y="143"/>
                  </a:lnTo>
                  <a:cubicBezTo>
                    <a:pt x="1" y="72"/>
                    <a:pt x="84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1"/>
            <p:cNvSpPr/>
            <p:nvPr/>
          </p:nvSpPr>
          <p:spPr>
            <a:xfrm>
              <a:off x="2795275" y="2598075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72"/>
                    <a:pt x="84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1"/>
            <p:cNvSpPr/>
            <p:nvPr/>
          </p:nvSpPr>
          <p:spPr>
            <a:xfrm>
              <a:off x="2820575" y="2572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26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1"/>
            <p:cNvSpPr/>
            <p:nvPr/>
          </p:nvSpPr>
          <p:spPr>
            <a:xfrm>
              <a:off x="2795275" y="2572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26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1"/>
            <p:cNvSpPr/>
            <p:nvPr/>
          </p:nvSpPr>
          <p:spPr>
            <a:xfrm>
              <a:off x="2782775" y="2585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1"/>
            <p:cNvSpPr/>
            <p:nvPr/>
          </p:nvSpPr>
          <p:spPr>
            <a:xfrm>
              <a:off x="2808075" y="2585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1"/>
            <p:cNvSpPr/>
            <p:nvPr/>
          </p:nvSpPr>
          <p:spPr>
            <a:xfrm>
              <a:off x="2782775" y="2559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1"/>
            <p:cNvSpPr/>
            <p:nvPr/>
          </p:nvSpPr>
          <p:spPr>
            <a:xfrm>
              <a:off x="2808075" y="2559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1"/>
            <p:cNvSpPr/>
            <p:nvPr/>
          </p:nvSpPr>
          <p:spPr>
            <a:xfrm>
              <a:off x="2820575" y="2547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167"/>
                    <a:pt x="1" y="191"/>
                    <a:pt x="24" y="203"/>
                  </a:cubicBezTo>
                  <a:cubicBezTo>
                    <a:pt x="48" y="262"/>
                    <a:pt x="96" y="298"/>
                    <a:pt x="155" y="298"/>
                  </a:cubicBezTo>
                  <a:cubicBezTo>
                    <a:pt x="215" y="298"/>
                    <a:pt x="274" y="250"/>
                    <a:pt x="286" y="203"/>
                  </a:cubicBezTo>
                  <a:cubicBezTo>
                    <a:pt x="298" y="191"/>
                    <a:pt x="298" y="167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1"/>
            <p:cNvSpPr/>
            <p:nvPr/>
          </p:nvSpPr>
          <p:spPr>
            <a:xfrm>
              <a:off x="2795275" y="2547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167"/>
                    <a:pt x="1" y="191"/>
                    <a:pt x="24" y="203"/>
                  </a:cubicBezTo>
                  <a:cubicBezTo>
                    <a:pt x="48" y="262"/>
                    <a:pt x="96" y="298"/>
                    <a:pt x="155" y="298"/>
                  </a:cubicBezTo>
                  <a:cubicBezTo>
                    <a:pt x="215" y="298"/>
                    <a:pt x="274" y="250"/>
                    <a:pt x="286" y="203"/>
                  </a:cubicBezTo>
                  <a:cubicBezTo>
                    <a:pt x="298" y="191"/>
                    <a:pt x="298" y="167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1"/>
            <p:cNvSpPr/>
            <p:nvPr/>
          </p:nvSpPr>
          <p:spPr>
            <a:xfrm>
              <a:off x="2820575" y="2648675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0"/>
                  </a:moveTo>
                  <a:cubicBezTo>
                    <a:pt x="84" y="0"/>
                    <a:pt x="24" y="48"/>
                    <a:pt x="1" y="119"/>
                  </a:cubicBezTo>
                  <a:lnTo>
                    <a:pt x="1" y="143"/>
                  </a:lnTo>
                  <a:cubicBezTo>
                    <a:pt x="1" y="72"/>
                    <a:pt x="84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1"/>
            <p:cNvSpPr/>
            <p:nvPr/>
          </p:nvSpPr>
          <p:spPr>
            <a:xfrm>
              <a:off x="2795275" y="2648675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72"/>
                    <a:pt x="84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1"/>
            <p:cNvSpPr/>
            <p:nvPr/>
          </p:nvSpPr>
          <p:spPr>
            <a:xfrm>
              <a:off x="2820575" y="2623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1"/>
            <p:cNvSpPr/>
            <p:nvPr/>
          </p:nvSpPr>
          <p:spPr>
            <a:xfrm>
              <a:off x="2795275" y="2623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1"/>
            <p:cNvSpPr/>
            <p:nvPr/>
          </p:nvSpPr>
          <p:spPr>
            <a:xfrm>
              <a:off x="2782775" y="2635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1"/>
            <p:cNvSpPr/>
            <p:nvPr/>
          </p:nvSpPr>
          <p:spPr>
            <a:xfrm>
              <a:off x="2808075" y="2635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1"/>
            <p:cNvSpPr/>
            <p:nvPr/>
          </p:nvSpPr>
          <p:spPr>
            <a:xfrm>
              <a:off x="2782775" y="2610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1"/>
            <p:cNvSpPr/>
            <p:nvPr/>
          </p:nvSpPr>
          <p:spPr>
            <a:xfrm>
              <a:off x="2808075" y="2610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1"/>
            <p:cNvSpPr/>
            <p:nvPr/>
          </p:nvSpPr>
          <p:spPr>
            <a:xfrm>
              <a:off x="2820575" y="2598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1"/>
            <p:cNvSpPr/>
            <p:nvPr/>
          </p:nvSpPr>
          <p:spPr>
            <a:xfrm>
              <a:off x="2795275" y="2598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1"/>
            <p:cNvSpPr/>
            <p:nvPr/>
          </p:nvSpPr>
          <p:spPr>
            <a:xfrm>
              <a:off x="2820575" y="2699575"/>
              <a:ext cx="7475" cy="3900"/>
            </a:xfrm>
            <a:custGeom>
              <a:avLst/>
              <a:gdLst/>
              <a:ahLst/>
              <a:cxnLst/>
              <a:rect l="l" t="t" r="r" b="b"/>
              <a:pathLst>
                <a:path w="299" h="156" extrusionOk="0">
                  <a:moveTo>
                    <a:pt x="155" y="0"/>
                  </a:moveTo>
                  <a:cubicBezTo>
                    <a:pt x="84" y="0"/>
                    <a:pt x="24" y="48"/>
                    <a:pt x="1" y="119"/>
                  </a:cubicBezTo>
                  <a:lnTo>
                    <a:pt x="1" y="155"/>
                  </a:lnTo>
                  <a:cubicBezTo>
                    <a:pt x="1" y="60"/>
                    <a:pt x="84" y="0"/>
                    <a:pt x="155" y="0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2"/>
                    <a:pt x="298" y="155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1"/>
            <p:cNvSpPr/>
            <p:nvPr/>
          </p:nvSpPr>
          <p:spPr>
            <a:xfrm>
              <a:off x="2795275" y="2699575"/>
              <a:ext cx="7475" cy="3900"/>
            </a:xfrm>
            <a:custGeom>
              <a:avLst/>
              <a:gdLst/>
              <a:ahLst/>
              <a:cxnLst/>
              <a:rect l="l" t="t" r="r" b="b"/>
              <a:pathLst>
                <a:path w="299" h="156" extrusionOk="0">
                  <a:moveTo>
                    <a:pt x="155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60"/>
                    <a:pt x="84" y="0"/>
                    <a:pt x="155" y="0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2"/>
                    <a:pt x="298" y="155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1"/>
            <p:cNvSpPr/>
            <p:nvPr/>
          </p:nvSpPr>
          <p:spPr>
            <a:xfrm>
              <a:off x="2820575" y="2673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7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1"/>
            <p:cNvSpPr/>
            <p:nvPr/>
          </p:nvSpPr>
          <p:spPr>
            <a:xfrm>
              <a:off x="2795275" y="2673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7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1"/>
            <p:cNvSpPr/>
            <p:nvPr/>
          </p:nvSpPr>
          <p:spPr>
            <a:xfrm>
              <a:off x="2782775" y="2686475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9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1"/>
            <p:cNvSpPr/>
            <p:nvPr/>
          </p:nvSpPr>
          <p:spPr>
            <a:xfrm>
              <a:off x="2808075" y="2686475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9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1"/>
            <p:cNvSpPr/>
            <p:nvPr/>
          </p:nvSpPr>
          <p:spPr>
            <a:xfrm>
              <a:off x="2782775" y="2661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1"/>
            <p:cNvSpPr/>
            <p:nvPr/>
          </p:nvSpPr>
          <p:spPr>
            <a:xfrm>
              <a:off x="2808075" y="2661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1"/>
            <p:cNvSpPr/>
            <p:nvPr/>
          </p:nvSpPr>
          <p:spPr>
            <a:xfrm>
              <a:off x="2820575" y="2648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7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1"/>
            <p:cNvSpPr/>
            <p:nvPr/>
          </p:nvSpPr>
          <p:spPr>
            <a:xfrm>
              <a:off x="2795275" y="2648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7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1"/>
            <p:cNvSpPr/>
            <p:nvPr/>
          </p:nvSpPr>
          <p:spPr>
            <a:xfrm>
              <a:off x="2820575" y="2724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226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1"/>
            <p:cNvSpPr/>
            <p:nvPr/>
          </p:nvSpPr>
          <p:spPr>
            <a:xfrm>
              <a:off x="2795275" y="2724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226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1"/>
            <p:cNvSpPr/>
            <p:nvPr/>
          </p:nvSpPr>
          <p:spPr>
            <a:xfrm>
              <a:off x="2782775" y="2737675"/>
              <a:ext cx="7475" cy="3000"/>
            </a:xfrm>
            <a:custGeom>
              <a:avLst/>
              <a:gdLst/>
              <a:ahLst/>
              <a:cxnLst/>
              <a:rect l="l" t="t" r="r" b="b"/>
              <a:pathLst>
                <a:path w="299" h="120" extrusionOk="0">
                  <a:moveTo>
                    <a:pt x="143" y="0"/>
                  </a:moveTo>
                  <a:cubicBezTo>
                    <a:pt x="72" y="0"/>
                    <a:pt x="12" y="36"/>
                    <a:pt x="1" y="119"/>
                  </a:cubicBezTo>
                  <a:lnTo>
                    <a:pt x="298" y="119"/>
                  </a:lnTo>
                  <a:cubicBezTo>
                    <a:pt x="286" y="36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1"/>
            <p:cNvSpPr/>
            <p:nvPr/>
          </p:nvSpPr>
          <p:spPr>
            <a:xfrm>
              <a:off x="2808075" y="2737675"/>
              <a:ext cx="6575" cy="2400"/>
            </a:xfrm>
            <a:custGeom>
              <a:avLst/>
              <a:gdLst/>
              <a:ahLst/>
              <a:cxnLst/>
              <a:rect l="l" t="t" r="r" b="b"/>
              <a:pathLst>
                <a:path w="263" h="96" extrusionOk="0">
                  <a:moveTo>
                    <a:pt x="143" y="0"/>
                  </a:moveTo>
                  <a:cubicBezTo>
                    <a:pt x="84" y="0"/>
                    <a:pt x="24" y="36"/>
                    <a:pt x="1" y="95"/>
                  </a:cubicBezTo>
                  <a:cubicBezTo>
                    <a:pt x="84" y="95"/>
                    <a:pt x="179" y="84"/>
                    <a:pt x="263" y="84"/>
                  </a:cubicBezTo>
                  <a:cubicBezTo>
                    <a:pt x="251" y="24"/>
                    <a:pt x="203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1"/>
            <p:cNvSpPr/>
            <p:nvPr/>
          </p:nvSpPr>
          <p:spPr>
            <a:xfrm>
              <a:off x="2782775" y="2712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15"/>
                    <a:pt x="298" y="143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1"/>
            <p:cNvSpPr/>
            <p:nvPr/>
          </p:nvSpPr>
          <p:spPr>
            <a:xfrm>
              <a:off x="2808075" y="2712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15"/>
                    <a:pt x="298" y="143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1"/>
            <p:cNvSpPr/>
            <p:nvPr/>
          </p:nvSpPr>
          <p:spPr>
            <a:xfrm>
              <a:off x="2820575" y="2699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167"/>
                    <a:pt x="1" y="191"/>
                    <a:pt x="24" y="215"/>
                  </a:cubicBezTo>
                  <a:cubicBezTo>
                    <a:pt x="48" y="262"/>
                    <a:pt x="96" y="298"/>
                    <a:pt x="155" y="298"/>
                  </a:cubicBezTo>
                  <a:cubicBezTo>
                    <a:pt x="215" y="298"/>
                    <a:pt x="274" y="250"/>
                    <a:pt x="286" y="215"/>
                  </a:cubicBezTo>
                  <a:cubicBezTo>
                    <a:pt x="298" y="191"/>
                    <a:pt x="298" y="167"/>
                    <a:pt x="298" y="155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1"/>
            <p:cNvSpPr/>
            <p:nvPr/>
          </p:nvSpPr>
          <p:spPr>
            <a:xfrm>
              <a:off x="2795275" y="2699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167"/>
                    <a:pt x="1" y="191"/>
                    <a:pt x="24" y="215"/>
                  </a:cubicBezTo>
                  <a:cubicBezTo>
                    <a:pt x="48" y="262"/>
                    <a:pt x="96" y="298"/>
                    <a:pt x="155" y="298"/>
                  </a:cubicBezTo>
                  <a:cubicBezTo>
                    <a:pt x="215" y="298"/>
                    <a:pt x="274" y="250"/>
                    <a:pt x="286" y="215"/>
                  </a:cubicBezTo>
                  <a:cubicBezTo>
                    <a:pt x="298" y="191"/>
                    <a:pt x="298" y="167"/>
                    <a:pt x="298" y="155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1"/>
            <p:cNvSpPr/>
            <p:nvPr/>
          </p:nvSpPr>
          <p:spPr>
            <a:xfrm>
              <a:off x="2769975" y="2192950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72"/>
                    <a:pt x="60" y="1"/>
                    <a:pt x="155" y="1"/>
                  </a:cubicBezTo>
                  <a:cubicBezTo>
                    <a:pt x="239" y="1"/>
                    <a:pt x="298" y="72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1"/>
            <p:cNvSpPr/>
            <p:nvPr/>
          </p:nvSpPr>
          <p:spPr>
            <a:xfrm>
              <a:off x="2744675" y="2192950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72"/>
                    <a:pt x="60" y="1"/>
                    <a:pt x="155" y="1"/>
                  </a:cubicBezTo>
                  <a:cubicBezTo>
                    <a:pt x="239" y="1"/>
                    <a:pt x="298" y="72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1"/>
            <p:cNvSpPr/>
            <p:nvPr/>
          </p:nvSpPr>
          <p:spPr>
            <a:xfrm>
              <a:off x="2769975" y="21676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8"/>
                    <a:pt x="155" y="298"/>
                  </a:cubicBezTo>
                  <a:cubicBezTo>
                    <a:pt x="239" y="298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1"/>
            <p:cNvSpPr/>
            <p:nvPr/>
          </p:nvSpPr>
          <p:spPr>
            <a:xfrm>
              <a:off x="2744675" y="21676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8"/>
                    <a:pt x="155" y="298"/>
                  </a:cubicBezTo>
                  <a:cubicBezTo>
                    <a:pt x="239" y="298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1"/>
            <p:cNvSpPr/>
            <p:nvPr/>
          </p:nvSpPr>
          <p:spPr>
            <a:xfrm>
              <a:off x="2732175" y="21801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0" y="72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1"/>
            <p:cNvSpPr/>
            <p:nvPr/>
          </p:nvSpPr>
          <p:spPr>
            <a:xfrm>
              <a:off x="2757475" y="21801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1"/>
            <p:cNvSpPr/>
            <p:nvPr/>
          </p:nvSpPr>
          <p:spPr>
            <a:xfrm>
              <a:off x="2731875" y="2157250"/>
              <a:ext cx="7775" cy="5075"/>
            </a:xfrm>
            <a:custGeom>
              <a:avLst/>
              <a:gdLst/>
              <a:ahLst/>
              <a:cxnLst/>
              <a:rect l="l" t="t" r="r" b="b"/>
              <a:pathLst>
                <a:path w="311" h="203" extrusionOk="0">
                  <a:moveTo>
                    <a:pt x="298" y="0"/>
                  </a:moveTo>
                  <a:cubicBezTo>
                    <a:pt x="191" y="12"/>
                    <a:pt x="96" y="24"/>
                    <a:pt x="1" y="36"/>
                  </a:cubicBezTo>
                  <a:cubicBezTo>
                    <a:pt x="12" y="143"/>
                    <a:pt x="72" y="203"/>
                    <a:pt x="155" y="203"/>
                  </a:cubicBezTo>
                  <a:cubicBezTo>
                    <a:pt x="251" y="203"/>
                    <a:pt x="310" y="131"/>
                    <a:pt x="310" y="60"/>
                  </a:cubicBezTo>
                  <a:cubicBezTo>
                    <a:pt x="310" y="36"/>
                    <a:pt x="310" y="12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1"/>
            <p:cNvSpPr/>
            <p:nvPr/>
          </p:nvSpPr>
          <p:spPr>
            <a:xfrm>
              <a:off x="2757475" y="21548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60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1"/>
            <p:cNvSpPr/>
            <p:nvPr/>
          </p:nvSpPr>
          <p:spPr>
            <a:xfrm>
              <a:off x="2719375" y="2192950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1"/>
                  </a:moveTo>
                  <a:lnTo>
                    <a:pt x="155" y="1"/>
                  </a:lnTo>
                  <a:cubicBezTo>
                    <a:pt x="84" y="1"/>
                    <a:pt x="24" y="37"/>
                    <a:pt x="1" y="120"/>
                  </a:cubicBezTo>
                  <a:lnTo>
                    <a:pt x="1" y="144"/>
                  </a:lnTo>
                  <a:cubicBezTo>
                    <a:pt x="1" y="72"/>
                    <a:pt x="60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1"/>
            <p:cNvSpPr/>
            <p:nvPr/>
          </p:nvSpPr>
          <p:spPr>
            <a:xfrm>
              <a:off x="2719375" y="2167650"/>
              <a:ext cx="3900" cy="7475"/>
            </a:xfrm>
            <a:custGeom>
              <a:avLst/>
              <a:gdLst/>
              <a:ahLst/>
              <a:cxnLst/>
              <a:rect l="l" t="t" r="r" b="b"/>
              <a:pathLst>
                <a:path w="156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60"/>
                    <a:pt x="84" y="1"/>
                    <a:pt x="155" y="1"/>
                  </a:cubicBezTo>
                  <a:close/>
                  <a:moveTo>
                    <a:pt x="1" y="144"/>
                  </a:moveTo>
                  <a:cubicBezTo>
                    <a:pt x="1" y="239"/>
                    <a:pt x="60" y="298"/>
                    <a:pt x="155" y="298"/>
                  </a:cubicBezTo>
                  <a:cubicBezTo>
                    <a:pt x="84" y="298"/>
                    <a:pt x="1" y="239"/>
                    <a:pt x="1" y="1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1"/>
            <p:cNvSpPr/>
            <p:nvPr/>
          </p:nvSpPr>
          <p:spPr>
            <a:xfrm>
              <a:off x="2769975" y="2243550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72"/>
                    <a:pt x="60" y="1"/>
                    <a:pt x="155" y="1"/>
                  </a:cubicBezTo>
                  <a:cubicBezTo>
                    <a:pt x="239" y="1"/>
                    <a:pt x="298" y="72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1"/>
            <p:cNvSpPr/>
            <p:nvPr/>
          </p:nvSpPr>
          <p:spPr>
            <a:xfrm>
              <a:off x="2744675" y="2243550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72"/>
                    <a:pt x="60" y="1"/>
                    <a:pt x="155" y="1"/>
                  </a:cubicBezTo>
                  <a:cubicBezTo>
                    <a:pt x="239" y="1"/>
                    <a:pt x="298" y="72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1"/>
            <p:cNvSpPr/>
            <p:nvPr/>
          </p:nvSpPr>
          <p:spPr>
            <a:xfrm>
              <a:off x="2769975" y="22182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1"/>
            <p:cNvSpPr/>
            <p:nvPr/>
          </p:nvSpPr>
          <p:spPr>
            <a:xfrm>
              <a:off x="2744675" y="22182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1"/>
            <p:cNvSpPr/>
            <p:nvPr/>
          </p:nvSpPr>
          <p:spPr>
            <a:xfrm>
              <a:off x="2732175" y="22307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0" y="72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1"/>
            <p:cNvSpPr/>
            <p:nvPr/>
          </p:nvSpPr>
          <p:spPr>
            <a:xfrm>
              <a:off x="2757475" y="22307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1"/>
            <p:cNvSpPr/>
            <p:nvPr/>
          </p:nvSpPr>
          <p:spPr>
            <a:xfrm>
              <a:off x="2732175" y="22054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0" y="72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1"/>
            <p:cNvSpPr/>
            <p:nvPr/>
          </p:nvSpPr>
          <p:spPr>
            <a:xfrm>
              <a:off x="2757475" y="22054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1"/>
            <p:cNvSpPr/>
            <p:nvPr/>
          </p:nvSpPr>
          <p:spPr>
            <a:xfrm>
              <a:off x="2719375" y="2243550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1"/>
                  </a:moveTo>
                  <a:cubicBezTo>
                    <a:pt x="75" y="1"/>
                    <a:pt x="21" y="51"/>
                    <a:pt x="5" y="110"/>
                  </a:cubicBezTo>
                  <a:lnTo>
                    <a:pt x="5" y="110"/>
                  </a:lnTo>
                  <a:cubicBezTo>
                    <a:pt x="31" y="54"/>
                    <a:pt x="88" y="1"/>
                    <a:pt x="155" y="1"/>
                  </a:cubicBezTo>
                  <a:close/>
                  <a:moveTo>
                    <a:pt x="5" y="110"/>
                  </a:moveTo>
                  <a:cubicBezTo>
                    <a:pt x="3" y="113"/>
                    <a:pt x="2" y="116"/>
                    <a:pt x="1" y="120"/>
                  </a:cubicBezTo>
                  <a:lnTo>
                    <a:pt x="1" y="144"/>
                  </a:lnTo>
                  <a:cubicBezTo>
                    <a:pt x="1" y="132"/>
                    <a:pt x="2" y="121"/>
                    <a:pt x="5" y="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1"/>
            <p:cNvSpPr/>
            <p:nvPr/>
          </p:nvSpPr>
          <p:spPr>
            <a:xfrm>
              <a:off x="2719375" y="2218250"/>
              <a:ext cx="3900" cy="7500"/>
            </a:xfrm>
            <a:custGeom>
              <a:avLst/>
              <a:gdLst/>
              <a:ahLst/>
              <a:cxnLst/>
              <a:rect l="l" t="t" r="r" b="b"/>
              <a:pathLst>
                <a:path w="156" h="300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60"/>
                    <a:pt x="84" y="1"/>
                    <a:pt x="155" y="1"/>
                  </a:cubicBezTo>
                  <a:close/>
                  <a:moveTo>
                    <a:pt x="1" y="144"/>
                  </a:moveTo>
                  <a:cubicBezTo>
                    <a:pt x="1" y="232"/>
                    <a:pt x="52" y="300"/>
                    <a:pt x="135" y="300"/>
                  </a:cubicBezTo>
                  <a:cubicBezTo>
                    <a:pt x="142" y="300"/>
                    <a:pt x="148" y="299"/>
                    <a:pt x="155" y="299"/>
                  </a:cubicBezTo>
                  <a:cubicBezTo>
                    <a:pt x="84" y="299"/>
                    <a:pt x="1" y="239"/>
                    <a:pt x="1" y="1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1"/>
            <p:cNvSpPr/>
            <p:nvPr/>
          </p:nvSpPr>
          <p:spPr>
            <a:xfrm>
              <a:off x="2769975" y="21929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1"/>
            <p:cNvSpPr/>
            <p:nvPr/>
          </p:nvSpPr>
          <p:spPr>
            <a:xfrm>
              <a:off x="2744675" y="21929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1"/>
            <p:cNvSpPr/>
            <p:nvPr/>
          </p:nvSpPr>
          <p:spPr>
            <a:xfrm>
              <a:off x="2719375" y="2196525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1" y="1"/>
                  </a:moveTo>
                  <a:cubicBezTo>
                    <a:pt x="1" y="96"/>
                    <a:pt x="60" y="156"/>
                    <a:pt x="155" y="156"/>
                  </a:cubicBezTo>
                  <a:cubicBezTo>
                    <a:pt x="84" y="156"/>
                    <a:pt x="1" y="96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1"/>
            <p:cNvSpPr/>
            <p:nvPr/>
          </p:nvSpPr>
          <p:spPr>
            <a:xfrm>
              <a:off x="2769975" y="2294150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72"/>
                    <a:pt x="60" y="1"/>
                    <a:pt x="155" y="1"/>
                  </a:cubicBezTo>
                  <a:cubicBezTo>
                    <a:pt x="239" y="1"/>
                    <a:pt x="298" y="72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1"/>
            <p:cNvSpPr/>
            <p:nvPr/>
          </p:nvSpPr>
          <p:spPr>
            <a:xfrm>
              <a:off x="2744675" y="2294150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72"/>
                    <a:pt x="60" y="1"/>
                    <a:pt x="155" y="1"/>
                  </a:cubicBezTo>
                  <a:cubicBezTo>
                    <a:pt x="239" y="1"/>
                    <a:pt x="298" y="72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1"/>
            <p:cNvSpPr/>
            <p:nvPr/>
          </p:nvSpPr>
          <p:spPr>
            <a:xfrm>
              <a:off x="2769975" y="22688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15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1"/>
            <p:cNvSpPr/>
            <p:nvPr/>
          </p:nvSpPr>
          <p:spPr>
            <a:xfrm>
              <a:off x="2744675" y="22688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15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1"/>
            <p:cNvSpPr/>
            <p:nvPr/>
          </p:nvSpPr>
          <p:spPr>
            <a:xfrm>
              <a:off x="2732175" y="2281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71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1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1"/>
            <p:cNvSpPr/>
            <p:nvPr/>
          </p:nvSpPr>
          <p:spPr>
            <a:xfrm>
              <a:off x="2757475" y="2281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1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1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1"/>
            <p:cNvSpPr/>
            <p:nvPr/>
          </p:nvSpPr>
          <p:spPr>
            <a:xfrm>
              <a:off x="2732175" y="22560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0" y="72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1"/>
            <p:cNvSpPr/>
            <p:nvPr/>
          </p:nvSpPr>
          <p:spPr>
            <a:xfrm>
              <a:off x="2757475" y="22560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1"/>
            <p:cNvSpPr/>
            <p:nvPr/>
          </p:nvSpPr>
          <p:spPr>
            <a:xfrm>
              <a:off x="2719375" y="2294150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1"/>
                  </a:moveTo>
                  <a:cubicBezTo>
                    <a:pt x="75" y="1"/>
                    <a:pt x="21" y="51"/>
                    <a:pt x="5" y="110"/>
                  </a:cubicBezTo>
                  <a:lnTo>
                    <a:pt x="5" y="110"/>
                  </a:lnTo>
                  <a:cubicBezTo>
                    <a:pt x="31" y="54"/>
                    <a:pt x="88" y="1"/>
                    <a:pt x="155" y="1"/>
                  </a:cubicBezTo>
                  <a:close/>
                  <a:moveTo>
                    <a:pt x="5" y="110"/>
                  </a:moveTo>
                  <a:cubicBezTo>
                    <a:pt x="3" y="113"/>
                    <a:pt x="2" y="117"/>
                    <a:pt x="1" y="120"/>
                  </a:cubicBezTo>
                  <a:lnTo>
                    <a:pt x="1" y="144"/>
                  </a:lnTo>
                  <a:cubicBezTo>
                    <a:pt x="1" y="132"/>
                    <a:pt x="2" y="121"/>
                    <a:pt x="5" y="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1"/>
            <p:cNvSpPr/>
            <p:nvPr/>
          </p:nvSpPr>
          <p:spPr>
            <a:xfrm>
              <a:off x="2719375" y="2268850"/>
              <a:ext cx="3900" cy="7500"/>
            </a:xfrm>
            <a:custGeom>
              <a:avLst/>
              <a:gdLst/>
              <a:ahLst/>
              <a:cxnLst/>
              <a:rect l="l" t="t" r="r" b="b"/>
              <a:pathLst>
                <a:path w="156" h="300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60"/>
                    <a:pt x="84" y="1"/>
                    <a:pt x="155" y="1"/>
                  </a:cubicBezTo>
                  <a:close/>
                  <a:moveTo>
                    <a:pt x="1" y="144"/>
                  </a:moveTo>
                  <a:cubicBezTo>
                    <a:pt x="1" y="232"/>
                    <a:pt x="52" y="300"/>
                    <a:pt x="135" y="300"/>
                  </a:cubicBezTo>
                  <a:cubicBezTo>
                    <a:pt x="142" y="300"/>
                    <a:pt x="148" y="299"/>
                    <a:pt x="155" y="299"/>
                  </a:cubicBezTo>
                  <a:cubicBezTo>
                    <a:pt x="84" y="299"/>
                    <a:pt x="1" y="239"/>
                    <a:pt x="1" y="1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1"/>
            <p:cNvSpPr/>
            <p:nvPr/>
          </p:nvSpPr>
          <p:spPr>
            <a:xfrm>
              <a:off x="2769975" y="22435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156"/>
                    <a:pt x="1" y="191"/>
                    <a:pt x="24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215" y="299"/>
                    <a:pt x="274" y="251"/>
                    <a:pt x="286" y="203"/>
                  </a:cubicBezTo>
                  <a:cubicBezTo>
                    <a:pt x="298" y="191"/>
                    <a:pt x="298" y="156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1"/>
            <p:cNvSpPr/>
            <p:nvPr/>
          </p:nvSpPr>
          <p:spPr>
            <a:xfrm>
              <a:off x="2744675" y="22435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156"/>
                    <a:pt x="1" y="191"/>
                    <a:pt x="24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215" y="299"/>
                    <a:pt x="274" y="251"/>
                    <a:pt x="286" y="203"/>
                  </a:cubicBezTo>
                  <a:cubicBezTo>
                    <a:pt x="298" y="191"/>
                    <a:pt x="298" y="156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1"/>
            <p:cNvSpPr/>
            <p:nvPr/>
          </p:nvSpPr>
          <p:spPr>
            <a:xfrm>
              <a:off x="2719375" y="2247150"/>
              <a:ext cx="3900" cy="3925"/>
            </a:xfrm>
            <a:custGeom>
              <a:avLst/>
              <a:gdLst/>
              <a:ahLst/>
              <a:cxnLst/>
              <a:rect l="l" t="t" r="r" b="b"/>
              <a:pathLst>
                <a:path w="156" h="157" extrusionOk="0">
                  <a:moveTo>
                    <a:pt x="1" y="0"/>
                  </a:moveTo>
                  <a:cubicBezTo>
                    <a:pt x="1" y="36"/>
                    <a:pt x="1" y="47"/>
                    <a:pt x="24" y="59"/>
                  </a:cubicBezTo>
                  <a:cubicBezTo>
                    <a:pt x="1" y="48"/>
                    <a:pt x="1" y="12"/>
                    <a:pt x="1" y="0"/>
                  </a:cubicBezTo>
                  <a:close/>
                  <a:moveTo>
                    <a:pt x="24" y="59"/>
                  </a:moveTo>
                  <a:cubicBezTo>
                    <a:pt x="35" y="113"/>
                    <a:pt x="84" y="156"/>
                    <a:pt x="137" y="156"/>
                  </a:cubicBezTo>
                  <a:cubicBezTo>
                    <a:pt x="143" y="156"/>
                    <a:pt x="149" y="156"/>
                    <a:pt x="155" y="155"/>
                  </a:cubicBezTo>
                  <a:cubicBezTo>
                    <a:pt x="96" y="155"/>
                    <a:pt x="48" y="119"/>
                    <a:pt x="24" y="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1"/>
            <p:cNvSpPr/>
            <p:nvPr/>
          </p:nvSpPr>
          <p:spPr>
            <a:xfrm>
              <a:off x="2769975" y="23447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71"/>
                    <a:pt x="60" y="0"/>
                    <a:pt x="155" y="0"/>
                  </a:cubicBezTo>
                  <a:cubicBezTo>
                    <a:pt x="239" y="0"/>
                    <a:pt x="298" y="71"/>
                    <a:pt x="298" y="143"/>
                  </a:cubicBezTo>
                  <a:cubicBezTo>
                    <a:pt x="298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1"/>
            <p:cNvSpPr/>
            <p:nvPr/>
          </p:nvSpPr>
          <p:spPr>
            <a:xfrm>
              <a:off x="2744675" y="23447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71"/>
                    <a:pt x="60" y="0"/>
                    <a:pt x="155" y="0"/>
                  </a:cubicBezTo>
                  <a:cubicBezTo>
                    <a:pt x="239" y="0"/>
                    <a:pt x="298" y="71"/>
                    <a:pt x="298" y="143"/>
                  </a:cubicBezTo>
                  <a:cubicBezTo>
                    <a:pt x="298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1"/>
            <p:cNvSpPr/>
            <p:nvPr/>
          </p:nvSpPr>
          <p:spPr>
            <a:xfrm>
              <a:off x="2769975" y="2319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298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1"/>
            <p:cNvSpPr/>
            <p:nvPr/>
          </p:nvSpPr>
          <p:spPr>
            <a:xfrm>
              <a:off x="2744675" y="2319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298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1"/>
            <p:cNvSpPr/>
            <p:nvPr/>
          </p:nvSpPr>
          <p:spPr>
            <a:xfrm>
              <a:off x="2732175" y="2331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72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1"/>
            <p:cNvSpPr/>
            <p:nvPr/>
          </p:nvSpPr>
          <p:spPr>
            <a:xfrm>
              <a:off x="2757475" y="2331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1"/>
            <p:cNvSpPr/>
            <p:nvPr/>
          </p:nvSpPr>
          <p:spPr>
            <a:xfrm>
              <a:off x="2732175" y="2306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71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1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1"/>
            <p:cNvSpPr/>
            <p:nvPr/>
          </p:nvSpPr>
          <p:spPr>
            <a:xfrm>
              <a:off x="2757475" y="2306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1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1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1"/>
            <p:cNvSpPr/>
            <p:nvPr/>
          </p:nvSpPr>
          <p:spPr>
            <a:xfrm>
              <a:off x="2719375" y="2344775"/>
              <a:ext cx="3900" cy="3575"/>
            </a:xfrm>
            <a:custGeom>
              <a:avLst/>
              <a:gdLst/>
              <a:ahLst/>
              <a:cxnLst/>
              <a:rect l="l" t="t" r="r" b="b"/>
              <a:pathLst>
                <a:path w="156" h="143" extrusionOk="0">
                  <a:moveTo>
                    <a:pt x="155" y="0"/>
                  </a:moveTo>
                  <a:cubicBezTo>
                    <a:pt x="75" y="0"/>
                    <a:pt x="21" y="50"/>
                    <a:pt x="5" y="109"/>
                  </a:cubicBezTo>
                  <a:lnTo>
                    <a:pt x="5" y="109"/>
                  </a:lnTo>
                  <a:cubicBezTo>
                    <a:pt x="31" y="53"/>
                    <a:pt x="88" y="0"/>
                    <a:pt x="155" y="0"/>
                  </a:cubicBezTo>
                  <a:close/>
                  <a:moveTo>
                    <a:pt x="5" y="109"/>
                  </a:moveTo>
                  <a:cubicBezTo>
                    <a:pt x="3" y="112"/>
                    <a:pt x="2" y="116"/>
                    <a:pt x="1" y="119"/>
                  </a:cubicBezTo>
                  <a:lnTo>
                    <a:pt x="1" y="143"/>
                  </a:lnTo>
                  <a:cubicBezTo>
                    <a:pt x="1" y="131"/>
                    <a:pt x="2" y="120"/>
                    <a:pt x="5" y="1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1"/>
            <p:cNvSpPr/>
            <p:nvPr/>
          </p:nvSpPr>
          <p:spPr>
            <a:xfrm>
              <a:off x="2719375" y="2319725"/>
              <a:ext cx="3900" cy="7500"/>
            </a:xfrm>
            <a:custGeom>
              <a:avLst/>
              <a:gdLst/>
              <a:ahLst/>
              <a:cxnLst/>
              <a:rect l="l" t="t" r="r" b="b"/>
              <a:pathLst>
                <a:path w="156" h="300" extrusionOk="0">
                  <a:moveTo>
                    <a:pt x="135" y="1"/>
                  </a:moveTo>
                  <a:cubicBezTo>
                    <a:pt x="52" y="1"/>
                    <a:pt x="1" y="68"/>
                    <a:pt x="1" y="145"/>
                  </a:cubicBezTo>
                  <a:cubicBezTo>
                    <a:pt x="1" y="61"/>
                    <a:pt x="84" y="2"/>
                    <a:pt x="155" y="2"/>
                  </a:cubicBezTo>
                  <a:cubicBezTo>
                    <a:pt x="148" y="1"/>
                    <a:pt x="141" y="1"/>
                    <a:pt x="135" y="1"/>
                  </a:cubicBezTo>
                  <a:close/>
                  <a:moveTo>
                    <a:pt x="1" y="145"/>
                  </a:moveTo>
                  <a:cubicBezTo>
                    <a:pt x="1" y="228"/>
                    <a:pt x="60" y="300"/>
                    <a:pt x="155" y="300"/>
                  </a:cubicBezTo>
                  <a:cubicBezTo>
                    <a:pt x="84" y="300"/>
                    <a:pt x="1" y="240"/>
                    <a:pt x="1" y="1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1"/>
            <p:cNvSpPr/>
            <p:nvPr/>
          </p:nvSpPr>
          <p:spPr>
            <a:xfrm>
              <a:off x="2769975" y="22941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1"/>
            <p:cNvSpPr/>
            <p:nvPr/>
          </p:nvSpPr>
          <p:spPr>
            <a:xfrm>
              <a:off x="2744675" y="22941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1"/>
            <p:cNvSpPr/>
            <p:nvPr/>
          </p:nvSpPr>
          <p:spPr>
            <a:xfrm>
              <a:off x="2719375" y="2298025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1" y="1"/>
                  </a:moveTo>
                  <a:cubicBezTo>
                    <a:pt x="1" y="84"/>
                    <a:pt x="60" y="156"/>
                    <a:pt x="155" y="156"/>
                  </a:cubicBezTo>
                  <a:cubicBezTo>
                    <a:pt x="84" y="156"/>
                    <a:pt x="1" y="96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1"/>
            <p:cNvSpPr/>
            <p:nvPr/>
          </p:nvSpPr>
          <p:spPr>
            <a:xfrm>
              <a:off x="2769975" y="2395650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55" y="1"/>
                  </a:moveTo>
                  <a:cubicBezTo>
                    <a:pt x="60" y="1"/>
                    <a:pt x="1" y="61"/>
                    <a:pt x="1" y="144"/>
                  </a:cubicBezTo>
                  <a:cubicBezTo>
                    <a:pt x="1" y="72"/>
                    <a:pt x="60" y="1"/>
                    <a:pt x="155" y="1"/>
                  </a:cubicBezTo>
                  <a:close/>
                  <a:moveTo>
                    <a:pt x="155" y="1"/>
                  </a:moveTo>
                  <a:cubicBezTo>
                    <a:pt x="239" y="1"/>
                    <a:pt x="298" y="72"/>
                    <a:pt x="298" y="144"/>
                  </a:cubicBezTo>
                  <a:cubicBezTo>
                    <a:pt x="298" y="61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1"/>
            <p:cNvSpPr/>
            <p:nvPr/>
          </p:nvSpPr>
          <p:spPr>
            <a:xfrm>
              <a:off x="2744675" y="2395650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55" y="1"/>
                  </a:moveTo>
                  <a:cubicBezTo>
                    <a:pt x="60" y="1"/>
                    <a:pt x="1" y="61"/>
                    <a:pt x="1" y="144"/>
                  </a:cubicBezTo>
                  <a:cubicBezTo>
                    <a:pt x="1" y="72"/>
                    <a:pt x="60" y="1"/>
                    <a:pt x="155" y="1"/>
                  </a:cubicBezTo>
                  <a:close/>
                  <a:moveTo>
                    <a:pt x="155" y="1"/>
                  </a:moveTo>
                  <a:cubicBezTo>
                    <a:pt x="239" y="1"/>
                    <a:pt x="298" y="72"/>
                    <a:pt x="298" y="144"/>
                  </a:cubicBezTo>
                  <a:cubicBezTo>
                    <a:pt x="298" y="61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2769975" y="23703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27"/>
                    <a:pt x="298" y="144"/>
                  </a:cubicBezTo>
                  <a:cubicBezTo>
                    <a:pt x="298" y="60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1"/>
            <p:cNvSpPr/>
            <p:nvPr/>
          </p:nvSpPr>
          <p:spPr>
            <a:xfrm>
              <a:off x="2744675" y="23703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27"/>
                    <a:pt x="298" y="144"/>
                  </a:cubicBezTo>
                  <a:cubicBezTo>
                    <a:pt x="298" y="60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1"/>
            <p:cNvSpPr/>
            <p:nvPr/>
          </p:nvSpPr>
          <p:spPr>
            <a:xfrm>
              <a:off x="2732175" y="2382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1"/>
            <p:cNvSpPr/>
            <p:nvPr/>
          </p:nvSpPr>
          <p:spPr>
            <a:xfrm>
              <a:off x="2757475" y="2382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1"/>
            <p:cNvSpPr/>
            <p:nvPr/>
          </p:nvSpPr>
          <p:spPr>
            <a:xfrm>
              <a:off x="2732175" y="23575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0" y="84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61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1"/>
            <p:cNvSpPr/>
            <p:nvPr/>
          </p:nvSpPr>
          <p:spPr>
            <a:xfrm>
              <a:off x="2757475" y="23575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1" y="84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61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1"/>
            <p:cNvSpPr/>
            <p:nvPr/>
          </p:nvSpPr>
          <p:spPr>
            <a:xfrm>
              <a:off x="2719375" y="2395650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1"/>
                  </a:moveTo>
                  <a:cubicBezTo>
                    <a:pt x="78" y="1"/>
                    <a:pt x="24" y="48"/>
                    <a:pt x="7" y="104"/>
                  </a:cubicBezTo>
                  <a:lnTo>
                    <a:pt x="7" y="104"/>
                  </a:lnTo>
                  <a:cubicBezTo>
                    <a:pt x="34" y="41"/>
                    <a:pt x="89" y="1"/>
                    <a:pt x="155" y="1"/>
                  </a:cubicBezTo>
                  <a:close/>
                  <a:moveTo>
                    <a:pt x="7" y="104"/>
                  </a:moveTo>
                  <a:lnTo>
                    <a:pt x="7" y="104"/>
                  </a:lnTo>
                  <a:cubicBezTo>
                    <a:pt x="4" y="109"/>
                    <a:pt x="2" y="114"/>
                    <a:pt x="1" y="120"/>
                  </a:cubicBezTo>
                  <a:lnTo>
                    <a:pt x="1" y="144"/>
                  </a:lnTo>
                  <a:cubicBezTo>
                    <a:pt x="1" y="130"/>
                    <a:pt x="3" y="117"/>
                    <a:pt x="7" y="1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1"/>
            <p:cNvSpPr/>
            <p:nvPr/>
          </p:nvSpPr>
          <p:spPr>
            <a:xfrm>
              <a:off x="2719375" y="2370350"/>
              <a:ext cx="3900" cy="7475"/>
            </a:xfrm>
            <a:custGeom>
              <a:avLst/>
              <a:gdLst/>
              <a:ahLst/>
              <a:cxnLst/>
              <a:rect l="l" t="t" r="r" b="b"/>
              <a:pathLst>
                <a:path w="156" h="299" extrusionOk="0">
                  <a:moveTo>
                    <a:pt x="155" y="1"/>
                  </a:moveTo>
                  <a:cubicBezTo>
                    <a:pt x="60" y="1"/>
                    <a:pt x="1" y="60"/>
                    <a:pt x="1" y="144"/>
                  </a:cubicBezTo>
                  <a:cubicBezTo>
                    <a:pt x="1" y="60"/>
                    <a:pt x="84" y="1"/>
                    <a:pt x="155" y="1"/>
                  </a:cubicBezTo>
                  <a:close/>
                  <a:moveTo>
                    <a:pt x="1" y="144"/>
                  </a:moveTo>
                  <a:cubicBezTo>
                    <a:pt x="1" y="227"/>
                    <a:pt x="60" y="299"/>
                    <a:pt x="155" y="299"/>
                  </a:cubicBezTo>
                  <a:cubicBezTo>
                    <a:pt x="84" y="299"/>
                    <a:pt x="1" y="239"/>
                    <a:pt x="1" y="1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2769975" y="2344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298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2744675" y="2344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298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2719375" y="2348650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1" y="0"/>
                  </a:moveTo>
                  <a:cubicBezTo>
                    <a:pt x="1" y="83"/>
                    <a:pt x="60" y="155"/>
                    <a:pt x="155" y="155"/>
                  </a:cubicBezTo>
                  <a:cubicBezTo>
                    <a:pt x="84" y="155"/>
                    <a:pt x="1" y="9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2769975" y="24462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55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71"/>
                    <a:pt x="60" y="0"/>
                    <a:pt x="155" y="0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1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2744675" y="24462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55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71"/>
                    <a:pt x="60" y="0"/>
                    <a:pt x="155" y="0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1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2769975" y="2420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26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2744675" y="2420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26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2732175" y="2433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2757475" y="2433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2732175" y="2408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2757475" y="2408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2719375" y="2446275"/>
              <a:ext cx="3900" cy="3575"/>
            </a:xfrm>
            <a:custGeom>
              <a:avLst/>
              <a:gdLst/>
              <a:ahLst/>
              <a:cxnLst/>
              <a:rect l="l" t="t" r="r" b="b"/>
              <a:pathLst>
                <a:path w="156" h="143" extrusionOk="0">
                  <a:moveTo>
                    <a:pt x="155" y="0"/>
                  </a:moveTo>
                  <a:cubicBezTo>
                    <a:pt x="78" y="0"/>
                    <a:pt x="24" y="47"/>
                    <a:pt x="7" y="103"/>
                  </a:cubicBezTo>
                  <a:lnTo>
                    <a:pt x="7" y="103"/>
                  </a:lnTo>
                  <a:cubicBezTo>
                    <a:pt x="34" y="40"/>
                    <a:pt x="89" y="0"/>
                    <a:pt x="155" y="0"/>
                  </a:cubicBezTo>
                  <a:close/>
                  <a:moveTo>
                    <a:pt x="7" y="103"/>
                  </a:moveTo>
                  <a:cubicBezTo>
                    <a:pt x="4" y="108"/>
                    <a:pt x="2" y="113"/>
                    <a:pt x="1" y="119"/>
                  </a:cubicBezTo>
                  <a:lnTo>
                    <a:pt x="1" y="143"/>
                  </a:lnTo>
                  <a:cubicBezTo>
                    <a:pt x="1" y="129"/>
                    <a:pt x="3" y="116"/>
                    <a:pt x="7" y="1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2719375" y="2420975"/>
              <a:ext cx="3900" cy="7450"/>
            </a:xfrm>
            <a:custGeom>
              <a:avLst/>
              <a:gdLst/>
              <a:ahLst/>
              <a:cxnLst/>
              <a:rect l="l" t="t" r="r" b="b"/>
              <a:pathLst>
                <a:path w="156" h="298" extrusionOk="0">
                  <a:moveTo>
                    <a:pt x="155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60"/>
                    <a:pt x="84" y="0"/>
                    <a:pt x="155" y="0"/>
                  </a:cubicBezTo>
                  <a:close/>
                  <a:moveTo>
                    <a:pt x="1" y="143"/>
                  </a:moveTo>
                  <a:cubicBezTo>
                    <a:pt x="1" y="238"/>
                    <a:pt x="60" y="298"/>
                    <a:pt x="155" y="298"/>
                  </a:cubicBezTo>
                  <a:cubicBezTo>
                    <a:pt x="84" y="298"/>
                    <a:pt x="1" y="238"/>
                    <a:pt x="1" y="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2769975" y="23956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168"/>
                    <a:pt x="1" y="191"/>
                    <a:pt x="24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215" y="299"/>
                    <a:pt x="274" y="251"/>
                    <a:pt x="286" y="203"/>
                  </a:cubicBezTo>
                  <a:cubicBezTo>
                    <a:pt x="298" y="191"/>
                    <a:pt x="298" y="168"/>
                    <a:pt x="298" y="144"/>
                  </a:cubicBezTo>
                  <a:cubicBezTo>
                    <a:pt x="298" y="61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2744675" y="23956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168"/>
                    <a:pt x="1" y="191"/>
                    <a:pt x="24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215" y="299"/>
                    <a:pt x="274" y="251"/>
                    <a:pt x="286" y="203"/>
                  </a:cubicBezTo>
                  <a:cubicBezTo>
                    <a:pt x="298" y="191"/>
                    <a:pt x="298" y="168"/>
                    <a:pt x="298" y="144"/>
                  </a:cubicBezTo>
                  <a:cubicBezTo>
                    <a:pt x="298" y="61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2719975" y="2400725"/>
              <a:ext cx="3300" cy="2400"/>
            </a:xfrm>
            <a:custGeom>
              <a:avLst/>
              <a:gdLst/>
              <a:ahLst/>
              <a:cxnLst/>
              <a:rect l="l" t="t" r="r" b="b"/>
              <a:pathLst>
                <a:path w="132" h="96" extrusionOk="0">
                  <a:moveTo>
                    <a:pt x="0" y="0"/>
                  </a:moveTo>
                  <a:lnTo>
                    <a:pt x="0" y="0"/>
                  </a:lnTo>
                  <a:cubicBezTo>
                    <a:pt x="5" y="19"/>
                    <a:pt x="17" y="38"/>
                    <a:pt x="34" y="54"/>
                  </a:cubicBezTo>
                  <a:lnTo>
                    <a:pt x="34" y="54"/>
                  </a:lnTo>
                  <a:cubicBezTo>
                    <a:pt x="20" y="40"/>
                    <a:pt x="9" y="21"/>
                    <a:pt x="0" y="0"/>
                  </a:cubicBezTo>
                  <a:close/>
                  <a:moveTo>
                    <a:pt x="34" y="54"/>
                  </a:moveTo>
                  <a:cubicBezTo>
                    <a:pt x="59" y="81"/>
                    <a:pt x="93" y="96"/>
                    <a:pt x="131" y="96"/>
                  </a:cubicBezTo>
                  <a:cubicBezTo>
                    <a:pt x="95" y="96"/>
                    <a:pt x="59" y="78"/>
                    <a:pt x="34" y="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2769975" y="24968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55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72"/>
                    <a:pt x="60" y="0"/>
                    <a:pt x="155" y="0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2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2744675" y="24968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55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72"/>
                    <a:pt x="60" y="0"/>
                    <a:pt x="155" y="0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2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2769975" y="2471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2744675" y="2471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2732175" y="2484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2757475" y="2484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2732175" y="2458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2757475" y="2458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3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2719375" y="2496875"/>
              <a:ext cx="3900" cy="3575"/>
            </a:xfrm>
            <a:custGeom>
              <a:avLst/>
              <a:gdLst/>
              <a:ahLst/>
              <a:cxnLst/>
              <a:rect l="l" t="t" r="r" b="b"/>
              <a:pathLst>
                <a:path w="156" h="143" extrusionOk="0">
                  <a:moveTo>
                    <a:pt x="155" y="0"/>
                  </a:moveTo>
                  <a:cubicBezTo>
                    <a:pt x="78" y="0"/>
                    <a:pt x="24" y="47"/>
                    <a:pt x="7" y="103"/>
                  </a:cubicBezTo>
                  <a:lnTo>
                    <a:pt x="7" y="103"/>
                  </a:lnTo>
                  <a:cubicBezTo>
                    <a:pt x="34" y="41"/>
                    <a:pt x="89" y="0"/>
                    <a:pt x="155" y="0"/>
                  </a:cubicBezTo>
                  <a:close/>
                  <a:moveTo>
                    <a:pt x="7" y="103"/>
                  </a:moveTo>
                  <a:lnTo>
                    <a:pt x="7" y="103"/>
                  </a:lnTo>
                  <a:cubicBezTo>
                    <a:pt x="4" y="108"/>
                    <a:pt x="2" y="114"/>
                    <a:pt x="1" y="119"/>
                  </a:cubicBezTo>
                  <a:lnTo>
                    <a:pt x="1" y="143"/>
                  </a:lnTo>
                  <a:cubicBezTo>
                    <a:pt x="1" y="129"/>
                    <a:pt x="3" y="116"/>
                    <a:pt x="7" y="1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2719375" y="2471575"/>
              <a:ext cx="3900" cy="7450"/>
            </a:xfrm>
            <a:custGeom>
              <a:avLst/>
              <a:gdLst/>
              <a:ahLst/>
              <a:cxnLst/>
              <a:rect l="l" t="t" r="r" b="b"/>
              <a:pathLst>
                <a:path w="156" h="298" extrusionOk="0">
                  <a:moveTo>
                    <a:pt x="155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60"/>
                    <a:pt x="84" y="0"/>
                    <a:pt x="155" y="0"/>
                  </a:cubicBezTo>
                  <a:close/>
                  <a:moveTo>
                    <a:pt x="1" y="143"/>
                  </a:moveTo>
                  <a:cubicBezTo>
                    <a:pt x="1" y="238"/>
                    <a:pt x="60" y="298"/>
                    <a:pt x="155" y="298"/>
                  </a:cubicBezTo>
                  <a:cubicBezTo>
                    <a:pt x="84" y="298"/>
                    <a:pt x="1" y="238"/>
                    <a:pt x="1" y="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1"/>
            <p:cNvSpPr/>
            <p:nvPr/>
          </p:nvSpPr>
          <p:spPr>
            <a:xfrm>
              <a:off x="2769975" y="2446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1"/>
            <p:cNvSpPr/>
            <p:nvPr/>
          </p:nvSpPr>
          <p:spPr>
            <a:xfrm>
              <a:off x="2744675" y="2446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1"/>
            <p:cNvSpPr/>
            <p:nvPr/>
          </p:nvSpPr>
          <p:spPr>
            <a:xfrm>
              <a:off x="2719375" y="2449850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1" y="0"/>
                  </a:moveTo>
                  <a:cubicBezTo>
                    <a:pt x="1" y="95"/>
                    <a:pt x="60" y="155"/>
                    <a:pt x="155" y="155"/>
                  </a:cubicBezTo>
                  <a:cubicBezTo>
                    <a:pt x="84" y="155"/>
                    <a:pt x="1" y="9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1"/>
            <p:cNvSpPr/>
            <p:nvPr/>
          </p:nvSpPr>
          <p:spPr>
            <a:xfrm>
              <a:off x="2769975" y="2547475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72"/>
                    <a:pt x="60" y="0"/>
                    <a:pt x="155" y="0"/>
                  </a:cubicBezTo>
                  <a:cubicBezTo>
                    <a:pt x="239" y="0"/>
                    <a:pt x="298" y="72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1"/>
            <p:cNvSpPr/>
            <p:nvPr/>
          </p:nvSpPr>
          <p:spPr>
            <a:xfrm>
              <a:off x="2744675" y="2547475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72"/>
                    <a:pt x="60" y="0"/>
                    <a:pt x="155" y="0"/>
                  </a:cubicBezTo>
                  <a:cubicBezTo>
                    <a:pt x="239" y="0"/>
                    <a:pt x="298" y="72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2769975" y="2522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2744675" y="2522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2732175" y="2534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2757475" y="2534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1"/>
            <p:cNvSpPr/>
            <p:nvPr/>
          </p:nvSpPr>
          <p:spPr>
            <a:xfrm>
              <a:off x="2732175" y="2509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1"/>
            <p:cNvSpPr/>
            <p:nvPr/>
          </p:nvSpPr>
          <p:spPr>
            <a:xfrm>
              <a:off x="2757475" y="2509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2719375" y="2547475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0"/>
                  </a:moveTo>
                  <a:cubicBezTo>
                    <a:pt x="75" y="0"/>
                    <a:pt x="21" y="50"/>
                    <a:pt x="5" y="109"/>
                  </a:cubicBezTo>
                  <a:lnTo>
                    <a:pt x="5" y="109"/>
                  </a:lnTo>
                  <a:cubicBezTo>
                    <a:pt x="31" y="53"/>
                    <a:pt x="88" y="0"/>
                    <a:pt x="155" y="0"/>
                  </a:cubicBezTo>
                  <a:close/>
                  <a:moveTo>
                    <a:pt x="5" y="109"/>
                  </a:moveTo>
                  <a:cubicBezTo>
                    <a:pt x="3" y="112"/>
                    <a:pt x="2" y="116"/>
                    <a:pt x="1" y="119"/>
                  </a:cubicBezTo>
                  <a:lnTo>
                    <a:pt x="1" y="143"/>
                  </a:lnTo>
                  <a:cubicBezTo>
                    <a:pt x="1" y="132"/>
                    <a:pt x="2" y="120"/>
                    <a:pt x="5" y="1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2719375" y="2522175"/>
              <a:ext cx="3900" cy="7450"/>
            </a:xfrm>
            <a:custGeom>
              <a:avLst/>
              <a:gdLst/>
              <a:ahLst/>
              <a:cxnLst/>
              <a:rect l="l" t="t" r="r" b="b"/>
              <a:pathLst>
                <a:path w="156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60"/>
                    <a:pt x="84" y="0"/>
                    <a:pt x="155" y="0"/>
                  </a:cubicBezTo>
                  <a:close/>
                  <a:moveTo>
                    <a:pt x="1" y="143"/>
                  </a:moveTo>
                  <a:cubicBezTo>
                    <a:pt x="1" y="238"/>
                    <a:pt x="60" y="298"/>
                    <a:pt x="155" y="298"/>
                  </a:cubicBezTo>
                  <a:cubicBezTo>
                    <a:pt x="84" y="298"/>
                    <a:pt x="1" y="238"/>
                    <a:pt x="1" y="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2769975" y="2496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2744675" y="2496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1"/>
            <p:cNvSpPr/>
            <p:nvPr/>
          </p:nvSpPr>
          <p:spPr>
            <a:xfrm>
              <a:off x="2719375" y="2500450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1" y="0"/>
                  </a:moveTo>
                  <a:cubicBezTo>
                    <a:pt x="1" y="95"/>
                    <a:pt x="60" y="155"/>
                    <a:pt x="155" y="155"/>
                  </a:cubicBezTo>
                  <a:cubicBezTo>
                    <a:pt x="84" y="155"/>
                    <a:pt x="1" y="9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1"/>
            <p:cNvSpPr/>
            <p:nvPr/>
          </p:nvSpPr>
          <p:spPr>
            <a:xfrm>
              <a:off x="2769975" y="2598075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72"/>
                    <a:pt x="60" y="0"/>
                    <a:pt x="155" y="0"/>
                  </a:cubicBezTo>
                  <a:cubicBezTo>
                    <a:pt x="239" y="0"/>
                    <a:pt x="298" y="72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1"/>
            <p:cNvSpPr/>
            <p:nvPr/>
          </p:nvSpPr>
          <p:spPr>
            <a:xfrm>
              <a:off x="2744675" y="2598075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72"/>
                    <a:pt x="60" y="0"/>
                    <a:pt x="155" y="0"/>
                  </a:cubicBezTo>
                  <a:cubicBezTo>
                    <a:pt x="239" y="0"/>
                    <a:pt x="298" y="72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1"/>
            <p:cNvSpPr/>
            <p:nvPr/>
          </p:nvSpPr>
          <p:spPr>
            <a:xfrm>
              <a:off x="2769975" y="2572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26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2744675" y="2572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26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2732175" y="2585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1"/>
            <p:cNvSpPr/>
            <p:nvPr/>
          </p:nvSpPr>
          <p:spPr>
            <a:xfrm>
              <a:off x="2757475" y="2585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1"/>
            <p:cNvSpPr/>
            <p:nvPr/>
          </p:nvSpPr>
          <p:spPr>
            <a:xfrm>
              <a:off x="2732175" y="2559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2757475" y="2559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2719375" y="2598075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0"/>
                  </a:moveTo>
                  <a:cubicBezTo>
                    <a:pt x="75" y="0"/>
                    <a:pt x="21" y="50"/>
                    <a:pt x="5" y="109"/>
                  </a:cubicBezTo>
                  <a:lnTo>
                    <a:pt x="5" y="109"/>
                  </a:lnTo>
                  <a:cubicBezTo>
                    <a:pt x="31" y="53"/>
                    <a:pt x="88" y="0"/>
                    <a:pt x="155" y="0"/>
                  </a:cubicBezTo>
                  <a:close/>
                  <a:moveTo>
                    <a:pt x="5" y="109"/>
                  </a:moveTo>
                  <a:cubicBezTo>
                    <a:pt x="3" y="112"/>
                    <a:pt x="2" y="116"/>
                    <a:pt x="1" y="119"/>
                  </a:cubicBezTo>
                  <a:lnTo>
                    <a:pt x="1" y="143"/>
                  </a:lnTo>
                  <a:cubicBezTo>
                    <a:pt x="1" y="132"/>
                    <a:pt x="2" y="120"/>
                    <a:pt x="5" y="1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2719375" y="2572775"/>
              <a:ext cx="3900" cy="7500"/>
            </a:xfrm>
            <a:custGeom>
              <a:avLst/>
              <a:gdLst/>
              <a:ahLst/>
              <a:cxnLst/>
              <a:rect l="l" t="t" r="r" b="b"/>
              <a:pathLst>
                <a:path w="156" h="300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60"/>
                    <a:pt x="84" y="0"/>
                    <a:pt x="155" y="0"/>
                  </a:cubicBezTo>
                  <a:close/>
                  <a:moveTo>
                    <a:pt x="1" y="143"/>
                  </a:moveTo>
                  <a:cubicBezTo>
                    <a:pt x="1" y="231"/>
                    <a:pt x="52" y="299"/>
                    <a:pt x="135" y="299"/>
                  </a:cubicBezTo>
                  <a:cubicBezTo>
                    <a:pt x="142" y="299"/>
                    <a:pt x="148" y="299"/>
                    <a:pt x="155" y="298"/>
                  </a:cubicBezTo>
                  <a:cubicBezTo>
                    <a:pt x="84" y="298"/>
                    <a:pt x="1" y="238"/>
                    <a:pt x="1" y="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2769975" y="2547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167"/>
                    <a:pt x="1" y="191"/>
                    <a:pt x="24" y="203"/>
                  </a:cubicBezTo>
                  <a:cubicBezTo>
                    <a:pt x="48" y="262"/>
                    <a:pt x="96" y="298"/>
                    <a:pt x="155" y="298"/>
                  </a:cubicBezTo>
                  <a:cubicBezTo>
                    <a:pt x="215" y="298"/>
                    <a:pt x="274" y="250"/>
                    <a:pt x="286" y="203"/>
                  </a:cubicBezTo>
                  <a:cubicBezTo>
                    <a:pt x="298" y="191"/>
                    <a:pt x="298" y="167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2744675" y="2547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167"/>
                    <a:pt x="1" y="191"/>
                    <a:pt x="24" y="203"/>
                  </a:cubicBezTo>
                  <a:cubicBezTo>
                    <a:pt x="48" y="262"/>
                    <a:pt x="96" y="298"/>
                    <a:pt x="155" y="298"/>
                  </a:cubicBezTo>
                  <a:cubicBezTo>
                    <a:pt x="215" y="298"/>
                    <a:pt x="274" y="250"/>
                    <a:pt x="286" y="203"/>
                  </a:cubicBezTo>
                  <a:cubicBezTo>
                    <a:pt x="298" y="191"/>
                    <a:pt x="298" y="167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1"/>
            <p:cNvSpPr/>
            <p:nvPr/>
          </p:nvSpPr>
          <p:spPr>
            <a:xfrm>
              <a:off x="2719375" y="2551050"/>
              <a:ext cx="3900" cy="3875"/>
            </a:xfrm>
            <a:custGeom>
              <a:avLst/>
              <a:gdLst/>
              <a:ahLst/>
              <a:cxnLst/>
              <a:rect l="l" t="t" r="r" b="b"/>
              <a:pathLst>
                <a:path w="156" h="155" extrusionOk="0">
                  <a:moveTo>
                    <a:pt x="1" y="1"/>
                  </a:moveTo>
                  <a:cubicBezTo>
                    <a:pt x="1" y="36"/>
                    <a:pt x="1" y="48"/>
                    <a:pt x="24" y="60"/>
                  </a:cubicBezTo>
                  <a:cubicBezTo>
                    <a:pt x="1" y="48"/>
                    <a:pt x="1" y="24"/>
                    <a:pt x="1" y="1"/>
                  </a:cubicBezTo>
                  <a:close/>
                  <a:moveTo>
                    <a:pt x="24" y="60"/>
                  </a:moveTo>
                  <a:cubicBezTo>
                    <a:pt x="36" y="119"/>
                    <a:pt x="96" y="155"/>
                    <a:pt x="155" y="155"/>
                  </a:cubicBezTo>
                  <a:cubicBezTo>
                    <a:pt x="96" y="155"/>
                    <a:pt x="48" y="119"/>
                    <a:pt x="24" y="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1"/>
            <p:cNvSpPr/>
            <p:nvPr/>
          </p:nvSpPr>
          <p:spPr>
            <a:xfrm>
              <a:off x="2769975" y="2648675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72"/>
                    <a:pt x="60" y="0"/>
                    <a:pt x="155" y="0"/>
                  </a:cubicBezTo>
                  <a:cubicBezTo>
                    <a:pt x="239" y="0"/>
                    <a:pt x="298" y="72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1"/>
            <p:cNvSpPr/>
            <p:nvPr/>
          </p:nvSpPr>
          <p:spPr>
            <a:xfrm>
              <a:off x="2744675" y="2648675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72"/>
                    <a:pt x="60" y="0"/>
                    <a:pt x="155" y="0"/>
                  </a:cubicBezTo>
                  <a:cubicBezTo>
                    <a:pt x="239" y="0"/>
                    <a:pt x="298" y="72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1"/>
            <p:cNvSpPr/>
            <p:nvPr/>
          </p:nvSpPr>
          <p:spPr>
            <a:xfrm>
              <a:off x="2769975" y="2623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1"/>
            <p:cNvSpPr/>
            <p:nvPr/>
          </p:nvSpPr>
          <p:spPr>
            <a:xfrm>
              <a:off x="2744675" y="2623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1"/>
            <p:cNvSpPr/>
            <p:nvPr/>
          </p:nvSpPr>
          <p:spPr>
            <a:xfrm>
              <a:off x="2732175" y="2635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1"/>
            <p:cNvSpPr/>
            <p:nvPr/>
          </p:nvSpPr>
          <p:spPr>
            <a:xfrm>
              <a:off x="2757475" y="2635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2732175" y="2610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2757475" y="2610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2719375" y="2648675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0"/>
                  </a:moveTo>
                  <a:cubicBezTo>
                    <a:pt x="75" y="0"/>
                    <a:pt x="21" y="51"/>
                    <a:pt x="5" y="109"/>
                  </a:cubicBezTo>
                  <a:lnTo>
                    <a:pt x="5" y="109"/>
                  </a:lnTo>
                  <a:cubicBezTo>
                    <a:pt x="31" y="53"/>
                    <a:pt x="88" y="0"/>
                    <a:pt x="155" y="0"/>
                  </a:cubicBezTo>
                  <a:close/>
                  <a:moveTo>
                    <a:pt x="5" y="109"/>
                  </a:moveTo>
                  <a:cubicBezTo>
                    <a:pt x="3" y="112"/>
                    <a:pt x="2" y="116"/>
                    <a:pt x="1" y="119"/>
                  </a:cubicBezTo>
                  <a:lnTo>
                    <a:pt x="1" y="143"/>
                  </a:lnTo>
                  <a:cubicBezTo>
                    <a:pt x="1" y="132"/>
                    <a:pt x="2" y="120"/>
                    <a:pt x="5" y="1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2719375" y="2623625"/>
              <a:ext cx="3900" cy="7500"/>
            </a:xfrm>
            <a:custGeom>
              <a:avLst/>
              <a:gdLst/>
              <a:ahLst/>
              <a:cxnLst/>
              <a:rect l="l" t="t" r="r" b="b"/>
              <a:pathLst>
                <a:path w="156" h="300" extrusionOk="0">
                  <a:moveTo>
                    <a:pt x="135" y="1"/>
                  </a:moveTo>
                  <a:cubicBezTo>
                    <a:pt x="52" y="1"/>
                    <a:pt x="1" y="69"/>
                    <a:pt x="1" y="157"/>
                  </a:cubicBezTo>
                  <a:cubicBezTo>
                    <a:pt x="1" y="62"/>
                    <a:pt x="84" y="2"/>
                    <a:pt x="155" y="2"/>
                  </a:cubicBezTo>
                  <a:cubicBezTo>
                    <a:pt x="148" y="1"/>
                    <a:pt x="142" y="1"/>
                    <a:pt x="135" y="1"/>
                  </a:cubicBezTo>
                  <a:close/>
                  <a:moveTo>
                    <a:pt x="1" y="157"/>
                  </a:moveTo>
                  <a:cubicBezTo>
                    <a:pt x="1" y="229"/>
                    <a:pt x="60" y="300"/>
                    <a:pt x="155" y="300"/>
                  </a:cubicBezTo>
                  <a:cubicBezTo>
                    <a:pt x="84" y="300"/>
                    <a:pt x="1" y="240"/>
                    <a:pt x="1" y="1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1"/>
            <p:cNvSpPr/>
            <p:nvPr/>
          </p:nvSpPr>
          <p:spPr>
            <a:xfrm>
              <a:off x="2769975" y="2598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11"/>
            <p:cNvSpPr/>
            <p:nvPr/>
          </p:nvSpPr>
          <p:spPr>
            <a:xfrm>
              <a:off x="2744675" y="2598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2719375" y="2601650"/>
              <a:ext cx="3900" cy="3925"/>
            </a:xfrm>
            <a:custGeom>
              <a:avLst/>
              <a:gdLst/>
              <a:ahLst/>
              <a:cxnLst/>
              <a:rect l="l" t="t" r="r" b="b"/>
              <a:pathLst>
                <a:path w="156" h="157" extrusionOk="0">
                  <a:moveTo>
                    <a:pt x="1" y="0"/>
                  </a:moveTo>
                  <a:cubicBezTo>
                    <a:pt x="1" y="88"/>
                    <a:pt x="52" y="156"/>
                    <a:pt x="135" y="156"/>
                  </a:cubicBezTo>
                  <a:cubicBezTo>
                    <a:pt x="142" y="156"/>
                    <a:pt x="148" y="156"/>
                    <a:pt x="155" y="155"/>
                  </a:cubicBezTo>
                  <a:cubicBezTo>
                    <a:pt x="84" y="155"/>
                    <a:pt x="1" y="95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2769975" y="2699575"/>
              <a:ext cx="7475" cy="3900"/>
            </a:xfrm>
            <a:custGeom>
              <a:avLst/>
              <a:gdLst/>
              <a:ahLst/>
              <a:cxnLst/>
              <a:rect l="l" t="t" r="r" b="b"/>
              <a:pathLst>
                <a:path w="299" h="156" extrusionOk="0">
                  <a:moveTo>
                    <a:pt x="155" y="0"/>
                  </a:moveTo>
                  <a:cubicBezTo>
                    <a:pt x="60" y="0"/>
                    <a:pt x="1" y="60"/>
                    <a:pt x="1" y="155"/>
                  </a:cubicBezTo>
                  <a:cubicBezTo>
                    <a:pt x="1" y="72"/>
                    <a:pt x="60" y="0"/>
                    <a:pt x="155" y="0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2"/>
                    <a:pt x="298" y="155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2744675" y="2699575"/>
              <a:ext cx="7475" cy="3900"/>
            </a:xfrm>
            <a:custGeom>
              <a:avLst/>
              <a:gdLst/>
              <a:ahLst/>
              <a:cxnLst/>
              <a:rect l="l" t="t" r="r" b="b"/>
              <a:pathLst>
                <a:path w="299" h="156" extrusionOk="0">
                  <a:moveTo>
                    <a:pt x="155" y="0"/>
                  </a:moveTo>
                  <a:cubicBezTo>
                    <a:pt x="60" y="0"/>
                    <a:pt x="1" y="60"/>
                    <a:pt x="1" y="155"/>
                  </a:cubicBezTo>
                  <a:cubicBezTo>
                    <a:pt x="1" y="72"/>
                    <a:pt x="60" y="0"/>
                    <a:pt x="155" y="0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2"/>
                    <a:pt x="298" y="155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2769975" y="2673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7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2744675" y="2673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7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1"/>
            <p:cNvSpPr/>
            <p:nvPr/>
          </p:nvSpPr>
          <p:spPr>
            <a:xfrm>
              <a:off x="2732175" y="2686475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9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1"/>
            <p:cNvSpPr/>
            <p:nvPr/>
          </p:nvSpPr>
          <p:spPr>
            <a:xfrm>
              <a:off x="2757475" y="2686475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9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11"/>
            <p:cNvSpPr/>
            <p:nvPr/>
          </p:nvSpPr>
          <p:spPr>
            <a:xfrm>
              <a:off x="2732175" y="2661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11"/>
            <p:cNvSpPr/>
            <p:nvPr/>
          </p:nvSpPr>
          <p:spPr>
            <a:xfrm>
              <a:off x="2757475" y="2661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84"/>
                    <a:pt x="1" y="155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1"/>
            <p:cNvSpPr/>
            <p:nvPr/>
          </p:nvSpPr>
          <p:spPr>
            <a:xfrm>
              <a:off x="2719375" y="2699575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155" y="0"/>
                  </a:moveTo>
                  <a:cubicBezTo>
                    <a:pt x="90" y="0"/>
                    <a:pt x="41" y="34"/>
                    <a:pt x="17" y="83"/>
                  </a:cubicBezTo>
                  <a:lnTo>
                    <a:pt x="17" y="83"/>
                  </a:lnTo>
                  <a:cubicBezTo>
                    <a:pt x="46" y="32"/>
                    <a:pt x="97" y="0"/>
                    <a:pt x="155" y="0"/>
                  </a:cubicBezTo>
                  <a:close/>
                  <a:moveTo>
                    <a:pt x="17" y="83"/>
                  </a:moveTo>
                  <a:cubicBezTo>
                    <a:pt x="10" y="94"/>
                    <a:pt x="5" y="106"/>
                    <a:pt x="1" y="119"/>
                  </a:cubicBezTo>
                  <a:lnTo>
                    <a:pt x="1" y="155"/>
                  </a:lnTo>
                  <a:cubicBezTo>
                    <a:pt x="1" y="129"/>
                    <a:pt x="6" y="105"/>
                    <a:pt x="17" y="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1"/>
            <p:cNvSpPr/>
            <p:nvPr/>
          </p:nvSpPr>
          <p:spPr>
            <a:xfrm>
              <a:off x="2719375" y="2674225"/>
              <a:ext cx="3900" cy="7500"/>
            </a:xfrm>
            <a:custGeom>
              <a:avLst/>
              <a:gdLst/>
              <a:ahLst/>
              <a:cxnLst/>
              <a:rect l="l" t="t" r="r" b="b"/>
              <a:pathLst>
                <a:path w="156" h="300" extrusionOk="0">
                  <a:moveTo>
                    <a:pt x="135" y="1"/>
                  </a:moveTo>
                  <a:cubicBezTo>
                    <a:pt x="52" y="1"/>
                    <a:pt x="1" y="69"/>
                    <a:pt x="1" y="157"/>
                  </a:cubicBezTo>
                  <a:cubicBezTo>
                    <a:pt x="1" y="62"/>
                    <a:pt x="84" y="2"/>
                    <a:pt x="155" y="2"/>
                  </a:cubicBezTo>
                  <a:cubicBezTo>
                    <a:pt x="148" y="1"/>
                    <a:pt x="142" y="1"/>
                    <a:pt x="135" y="1"/>
                  </a:cubicBezTo>
                  <a:close/>
                  <a:moveTo>
                    <a:pt x="1" y="157"/>
                  </a:moveTo>
                  <a:cubicBezTo>
                    <a:pt x="1" y="229"/>
                    <a:pt x="60" y="300"/>
                    <a:pt x="155" y="300"/>
                  </a:cubicBezTo>
                  <a:cubicBezTo>
                    <a:pt x="84" y="300"/>
                    <a:pt x="1" y="240"/>
                    <a:pt x="1" y="1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1"/>
            <p:cNvSpPr/>
            <p:nvPr/>
          </p:nvSpPr>
          <p:spPr>
            <a:xfrm>
              <a:off x="2769975" y="2648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7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11"/>
            <p:cNvSpPr/>
            <p:nvPr/>
          </p:nvSpPr>
          <p:spPr>
            <a:xfrm>
              <a:off x="2744675" y="2648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7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1"/>
            <p:cNvSpPr/>
            <p:nvPr/>
          </p:nvSpPr>
          <p:spPr>
            <a:xfrm>
              <a:off x="2719375" y="2652850"/>
              <a:ext cx="3900" cy="3575"/>
            </a:xfrm>
            <a:custGeom>
              <a:avLst/>
              <a:gdLst/>
              <a:ahLst/>
              <a:cxnLst/>
              <a:rect l="l" t="t" r="r" b="b"/>
              <a:pathLst>
                <a:path w="156" h="143" extrusionOk="0">
                  <a:moveTo>
                    <a:pt x="1" y="0"/>
                  </a:moveTo>
                  <a:cubicBezTo>
                    <a:pt x="1" y="72"/>
                    <a:pt x="60" y="143"/>
                    <a:pt x="155" y="143"/>
                  </a:cubicBezTo>
                  <a:cubicBezTo>
                    <a:pt x="84" y="143"/>
                    <a:pt x="1" y="83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1"/>
            <p:cNvSpPr/>
            <p:nvPr/>
          </p:nvSpPr>
          <p:spPr>
            <a:xfrm>
              <a:off x="2769975" y="2724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226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1"/>
            <p:cNvSpPr/>
            <p:nvPr/>
          </p:nvSpPr>
          <p:spPr>
            <a:xfrm>
              <a:off x="2744675" y="2724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226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11"/>
            <p:cNvSpPr/>
            <p:nvPr/>
          </p:nvSpPr>
          <p:spPr>
            <a:xfrm>
              <a:off x="2758075" y="2737675"/>
              <a:ext cx="5975" cy="2100"/>
            </a:xfrm>
            <a:custGeom>
              <a:avLst/>
              <a:gdLst/>
              <a:ahLst/>
              <a:cxnLst/>
              <a:rect l="l" t="t" r="r" b="b"/>
              <a:pathLst>
                <a:path w="239" h="84" extrusionOk="0">
                  <a:moveTo>
                    <a:pt x="119" y="0"/>
                  </a:moveTo>
                  <a:cubicBezTo>
                    <a:pt x="84" y="0"/>
                    <a:pt x="36" y="12"/>
                    <a:pt x="0" y="60"/>
                  </a:cubicBezTo>
                  <a:cubicBezTo>
                    <a:pt x="84" y="72"/>
                    <a:pt x="167" y="72"/>
                    <a:pt x="238" y="84"/>
                  </a:cubicBezTo>
                  <a:cubicBezTo>
                    <a:pt x="227" y="24"/>
                    <a:pt x="179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11"/>
            <p:cNvSpPr/>
            <p:nvPr/>
          </p:nvSpPr>
          <p:spPr>
            <a:xfrm>
              <a:off x="2732175" y="2712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15"/>
                    <a:pt x="298" y="143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11"/>
            <p:cNvSpPr/>
            <p:nvPr/>
          </p:nvSpPr>
          <p:spPr>
            <a:xfrm>
              <a:off x="2757475" y="2712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3" y="298"/>
                  </a:cubicBezTo>
                  <a:cubicBezTo>
                    <a:pt x="239" y="298"/>
                    <a:pt x="298" y="215"/>
                    <a:pt x="298" y="143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11"/>
            <p:cNvSpPr/>
            <p:nvPr/>
          </p:nvSpPr>
          <p:spPr>
            <a:xfrm>
              <a:off x="2719375" y="2724875"/>
              <a:ext cx="3900" cy="7450"/>
            </a:xfrm>
            <a:custGeom>
              <a:avLst/>
              <a:gdLst/>
              <a:ahLst/>
              <a:cxnLst/>
              <a:rect l="l" t="t" r="r" b="b"/>
              <a:pathLst>
                <a:path w="156" h="298" extrusionOk="0">
                  <a:moveTo>
                    <a:pt x="155" y="0"/>
                  </a:moveTo>
                  <a:cubicBezTo>
                    <a:pt x="60" y="0"/>
                    <a:pt x="1" y="60"/>
                    <a:pt x="1" y="155"/>
                  </a:cubicBezTo>
                  <a:cubicBezTo>
                    <a:pt x="1" y="60"/>
                    <a:pt x="84" y="0"/>
                    <a:pt x="155" y="0"/>
                  </a:cubicBezTo>
                  <a:close/>
                  <a:moveTo>
                    <a:pt x="1" y="155"/>
                  </a:moveTo>
                  <a:cubicBezTo>
                    <a:pt x="1" y="227"/>
                    <a:pt x="60" y="298"/>
                    <a:pt x="155" y="298"/>
                  </a:cubicBezTo>
                  <a:cubicBezTo>
                    <a:pt x="84" y="298"/>
                    <a:pt x="1" y="239"/>
                    <a:pt x="1" y="1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11"/>
            <p:cNvSpPr/>
            <p:nvPr/>
          </p:nvSpPr>
          <p:spPr>
            <a:xfrm>
              <a:off x="2769975" y="2699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167"/>
                    <a:pt x="1" y="191"/>
                    <a:pt x="24" y="215"/>
                  </a:cubicBezTo>
                  <a:cubicBezTo>
                    <a:pt x="48" y="262"/>
                    <a:pt x="96" y="298"/>
                    <a:pt x="155" y="298"/>
                  </a:cubicBezTo>
                  <a:cubicBezTo>
                    <a:pt x="215" y="298"/>
                    <a:pt x="274" y="250"/>
                    <a:pt x="286" y="215"/>
                  </a:cubicBezTo>
                  <a:cubicBezTo>
                    <a:pt x="298" y="191"/>
                    <a:pt x="298" y="167"/>
                    <a:pt x="298" y="155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11"/>
            <p:cNvSpPr/>
            <p:nvPr/>
          </p:nvSpPr>
          <p:spPr>
            <a:xfrm>
              <a:off x="2744675" y="2699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167"/>
                    <a:pt x="1" y="191"/>
                    <a:pt x="24" y="215"/>
                  </a:cubicBezTo>
                  <a:cubicBezTo>
                    <a:pt x="48" y="262"/>
                    <a:pt x="96" y="298"/>
                    <a:pt x="155" y="298"/>
                  </a:cubicBezTo>
                  <a:cubicBezTo>
                    <a:pt x="215" y="298"/>
                    <a:pt x="274" y="250"/>
                    <a:pt x="286" y="215"/>
                  </a:cubicBezTo>
                  <a:cubicBezTo>
                    <a:pt x="298" y="191"/>
                    <a:pt x="298" y="167"/>
                    <a:pt x="298" y="155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1"/>
            <p:cNvSpPr/>
            <p:nvPr/>
          </p:nvSpPr>
          <p:spPr>
            <a:xfrm>
              <a:off x="2719375" y="2703450"/>
              <a:ext cx="3900" cy="3575"/>
            </a:xfrm>
            <a:custGeom>
              <a:avLst/>
              <a:gdLst/>
              <a:ahLst/>
              <a:cxnLst/>
              <a:rect l="l" t="t" r="r" b="b"/>
              <a:pathLst>
                <a:path w="156" h="143" extrusionOk="0">
                  <a:moveTo>
                    <a:pt x="1" y="1"/>
                  </a:moveTo>
                  <a:cubicBezTo>
                    <a:pt x="1" y="13"/>
                    <a:pt x="1" y="36"/>
                    <a:pt x="24" y="60"/>
                  </a:cubicBezTo>
                  <a:cubicBezTo>
                    <a:pt x="1" y="25"/>
                    <a:pt x="1" y="12"/>
                    <a:pt x="1" y="1"/>
                  </a:cubicBezTo>
                  <a:close/>
                  <a:moveTo>
                    <a:pt x="24" y="60"/>
                  </a:moveTo>
                  <a:cubicBezTo>
                    <a:pt x="28" y="72"/>
                    <a:pt x="38" y="85"/>
                    <a:pt x="51" y="98"/>
                  </a:cubicBezTo>
                  <a:lnTo>
                    <a:pt x="51" y="98"/>
                  </a:lnTo>
                  <a:cubicBezTo>
                    <a:pt x="40" y="86"/>
                    <a:pt x="31" y="74"/>
                    <a:pt x="24" y="60"/>
                  </a:cubicBezTo>
                  <a:close/>
                  <a:moveTo>
                    <a:pt x="51" y="98"/>
                  </a:moveTo>
                  <a:lnTo>
                    <a:pt x="51" y="98"/>
                  </a:lnTo>
                  <a:cubicBezTo>
                    <a:pt x="77" y="125"/>
                    <a:pt x="113" y="143"/>
                    <a:pt x="155" y="143"/>
                  </a:cubicBezTo>
                  <a:cubicBezTo>
                    <a:pt x="116" y="143"/>
                    <a:pt x="77" y="122"/>
                    <a:pt x="51" y="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1"/>
            <p:cNvSpPr/>
            <p:nvPr/>
          </p:nvSpPr>
          <p:spPr>
            <a:xfrm>
              <a:off x="2719375" y="2192950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1"/>
                  </a:moveTo>
                  <a:lnTo>
                    <a:pt x="155" y="1"/>
                  </a:lnTo>
                  <a:cubicBezTo>
                    <a:pt x="84" y="1"/>
                    <a:pt x="24" y="37"/>
                    <a:pt x="1" y="120"/>
                  </a:cubicBezTo>
                  <a:lnTo>
                    <a:pt x="1" y="144"/>
                  </a:lnTo>
                  <a:cubicBezTo>
                    <a:pt x="1" y="72"/>
                    <a:pt x="60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1"/>
            <p:cNvSpPr/>
            <p:nvPr/>
          </p:nvSpPr>
          <p:spPr>
            <a:xfrm>
              <a:off x="2694075" y="2192950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72"/>
                    <a:pt x="60" y="1"/>
                    <a:pt x="155" y="1"/>
                  </a:cubicBezTo>
                  <a:cubicBezTo>
                    <a:pt x="239" y="1"/>
                    <a:pt x="298" y="72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1"/>
            <p:cNvSpPr/>
            <p:nvPr/>
          </p:nvSpPr>
          <p:spPr>
            <a:xfrm>
              <a:off x="2719375" y="21676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8"/>
                    <a:pt x="155" y="298"/>
                  </a:cubicBezTo>
                  <a:cubicBezTo>
                    <a:pt x="239" y="298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1"/>
            <p:cNvSpPr/>
            <p:nvPr/>
          </p:nvSpPr>
          <p:spPr>
            <a:xfrm>
              <a:off x="2694075" y="21676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120" y="13"/>
                    <a:pt x="84" y="25"/>
                    <a:pt x="48" y="25"/>
                  </a:cubicBezTo>
                  <a:cubicBezTo>
                    <a:pt x="24" y="60"/>
                    <a:pt x="0" y="96"/>
                    <a:pt x="0" y="144"/>
                  </a:cubicBezTo>
                  <a:cubicBezTo>
                    <a:pt x="0" y="239"/>
                    <a:pt x="84" y="298"/>
                    <a:pt x="155" y="298"/>
                  </a:cubicBezTo>
                  <a:cubicBezTo>
                    <a:pt x="239" y="298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11"/>
            <p:cNvSpPr/>
            <p:nvPr/>
          </p:nvSpPr>
          <p:spPr>
            <a:xfrm>
              <a:off x="2681575" y="21801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0" y="72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11"/>
            <p:cNvSpPr/>
            <p:nvPr/>
          </p:nvSpPr>
          <p:spPr>
            <a:xfrm>
              <a:off x="2706875" y="21801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0" y="72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1"/>
            <p:cNvSpPr/>
            <p:nvPr/>
          </p:nvSpPr>
          <p:spPr>
            <a:xfrm>
              <a:off x="2719375" y="2243550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1"/>
                  </a:moveTo>
                  <a:cubicBezTo>
                    <a:pt x="84" y="1"/>
                    <a:pt x="24" y="37"/>
                    <a:pt x="1" y="120"/>
                  </a:cubicBezTo>
                  <a:lnTo>
                    <a:pt x="1" y="144"/>
                  </a:lnTo>
                  <a:cubicBezTo>
                    <a:pt x="1" y="72"/>
                    <a:pt x="60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2694075" y="2243550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72"/>
                    <a:pt x="60" y="1"/>
                    <a:pt x="155" y="1"/>
                  </a:cubicBezTo>
                  <a:cubicBezTo>
                    <a:pt x="239" y="1"/>
                    <a:pt x="298" y="72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2719375" y="22182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2694075" y="22182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2681575" y="22307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0" y="72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2706875" y="22307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0" y="72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2681575" y="22054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0" y="72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2706875" y="22054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0" y="72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2719375" y="21929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2694075" y="21929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2719375" y="2294150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1"/>
                  </a:moveTo>
                  <a:lnTo>
                    <a:pt x="155" y="1"/>
                  </a:lnTo>
                  <a:cubicBezTo>
                    <a:pt x="84" y="1"/>
                    <a:pt x="24" y="37"/>
                    <a:pt x="1" y="120"/>
                  </a:cubicBezTo>
                  <a:lnTo>
                    <a:pt x="1" y="144"/>
                  </a:lnTo>
                  <a:cubicBezTo>
                    <a:pt x="1" y="72"/>
                    <a:pt x="60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2694075" y="2294150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72"/>
                    <a:pt x="60" y="1"/>
                    <a:pt x="155" y="1"/>
                  </a:cubicBezTo>
                  <a:cubicBezTo>
                    <a:pt x="239" y="1"/>
                    <a:pt x="298" y="72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2719375" y="22688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15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2694075" y="22688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15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1"/>
            <p:cNvSpPr/>
            <p:nvPr/>
          </p:nvSpPr>
          <p:spPr>
            <a:xfrm>
              <a:off x="2681575" y="2281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71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1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11"/>
            <p:cNvSpPr/>
            <p:nvPr/>
          </p:nvSpPr>
          <p:spPr>
            <a:xfrm>
              <a:off x="2706875" y="2281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71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1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11"/>
            <p:cNvSpPr/>
            <p:nvPr/>
          </p:nvSpPr>
          <p:spPr>
            <a:xfrm>
              <a:off x="2681575" y="22560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0" y="72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1"/>
            <p:cNvSpPr/>
            <p:nvPr/>
          </p:nvSpPr>
          <p:spPr>
            <a:xfrm>
              <a:off x="2706875" y="22560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0" y="72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1"/>
            <p:cNvSpPr/>
            <p:nvPr/>
          </p:nvSpPr>
          <p:spPr>
            <a:xfrm>
              <a:off x="2719375" y="22435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156"/>
                    <a:pt x="1" y="191"/>
                    <a:pt x="24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215" y="299"/>
                    <a:pt x="274" y="251"/>
                    <a:pt x="286" y="203"/>
                  </a:cubicBezTo>
                  <a:cubicBezTo>
                    <a:pt x="298" y="191"/>
                    <a:pt x="298" y="156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11"/>
            <p:cNvSpPr/>
            <p:nvPr/>
          </p:nvSpPr>
          <p:spPr>
            <a:xfrm>
              <a:off x="2694075" y="22435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156"/>
                    <a:pt x="0" y="191"/>
                    <a:pt x="24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215" y="299"/>
                    <a:pt x="274" y="251"/>
                    <a:pt x="286" y="203"/>
                  </a:cubicBezTo>
                  <a:cubicBezTo>
                    <a:pt x="298" y="191"/>
                    <a:pt x="298" y="156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11"/>
            <p:cNvSpPr/>
            <p:nvPr/>
          </p:nvSpPr>
          <p:spPr>
            <a:xfrm>
              <a:off x="2719375" y="2344775"/>
              <a:ext cx="3900" cy="3575"/>
            </a:xfrm>
            <a:custGeom>
              <a:avLst/>
              <a:gdLst/>
              <a:ahLst/>
              <a:cxnLst/>
              <a:rect l="l" t="t" r="r" b="b"/>
              <a:pathLst>
                <a:path w="156" h="143" extrusionOk="0">
                  <a:moveTo>
                    <a:pt x="155" y="0"/>
                  </a:moveTo>
                  <a:lnTo>
                    <a:pt x="155" y="0"/>
                  </a:lnTo>
                  <a:cubicBezTo>
                    <a:pt x="84" y="0"/>
                    <a:pt x="24" y="36"/>
                    <a:pt x="1" y="119"/>
                  </a:cubicBezTo>
                  <a:lnTo>
                    <a:pt x="1" y="143"/>
                  </a:lnTo>
                  <a:cubicBezTo>
                    <a:pt x="1" y="71"/>
                    <a:pt x="60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11"/>
            <p:cNvSpPr/>
            <p:nvPr/>
          </p:nvSpPr>
          <p:spPr>
            <a:xfrm>
              <a:off x="2694075" y="23447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71"/>
                    <a:pt x="60" y="0"/>
                    <a:pt x="155" y="0"/>
                  </a:cubicBezTo>
                  <a:cubicBezTo>
                    <a:pt x="239" y="0"/>
                    <a:pt x="298" y="71"/>
                    <a:pt x="298" y="143"/>
                  </a:cubicBezTo>
                  <a:cubicBezTo>
                    <a:pt x="298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11"/>
            <p:cNvSpPr/>
            <p:nvPr/>
          </p:nvSpPr>
          <p:spPr>
            <a:xfrm>
              <a:off x="2719375" y="2319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298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11"/>
            <p:cNvSpPr/>
            <p:nvPr/>
          </p:nvSpPr>
          <p:spPr>
            <a:xfrm>
              <a:off x="2694075" y="2319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298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11"/>
            <p:cNvSpPr/>
            <p:nvPr/>
          </p:nvSpPr>
          <p:spPr>
            <a:xfrm>
              <a:off x="2681575" y="2331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72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11"/>
            <p:cNvSpPr/>
            <p:nvPr/>
          </p:nvSpPr>
          <p:spPr>
            <a:xfrm>
              <a:off x="2706875" y="2331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72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11"/>
            <p:cNvSpPr/>
            <p:nvPr/>
          </p:nvSpPr>
          <p:spPr>
            <a:xfrm>
              <a:off x="2681575" y="2306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71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1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11"/>
            <p:cNvSpPr/>
            <p:nvPr/>
          </p:nvSpPr>
          <p:spPr>
            <a:xfrm>
              <a:off x="2706875" y="2306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71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1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11"/>
            <p:cNvSpPr/>
            <p:nvPr/>
          </p:nvSpPr>
          <p:spPr>
            <a:xfrm>
              <a:off x="2719375" y="22941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1"/>
            <p:cNvSpPr/>
            <p:nvPr/>
          </p:nvSpPr>
          <p:spPr>
            <a:xfrm>
              <a:off x="2694075" y="22941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1"/>
            <p:cNvSpPr/>
            <p:nvPr/>
          </p:nvSpPr>
          <p:spPr>
            <a:xfrm>
              <a:off x="2719375" y="2395650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55" y="1"/>
                  </a:moveTo>
                  <a:cubicBezTo>
                    <a:pt x="73" y="1"/>
                    <a:pt x="18" y="45"/>
                    <a:pt x="4" y="111"/>
                  </a:cubicBezTo>
                  <a:lnTo>
                    <a:pt x="4" y="111"/>
                  </a:lnTo>
                  <a:cubicBezTo>
                    <a:pt x="30" y="45"/>
                    <a:pt x="87" y="1"/>
                    <a:pt x="155" y="1"/>
                  </a:cubicBezTo>
                  <a:close/>
                  <a:moveTo>
                    <a:pt x="4" y="111"/>
                  </a:moveTo>
                  <a:lnTo>
                    <a:pt x="4" y="111"/>
                  </a:lnTo>
                  <a:cubicBezTo>
                    <a:pt x="3" y="114"/>
                    <a:pt x="2" y="117"/>
                    <a:pt x="1" y="120"/>
                  </a:cubicBezTo>
                  <a:lnTo>
                    <a:pt x="1" y="144"/>
                  </a:lnTo>
                  <a:cubicBezTo>
                    <a:pt x="1" y="132"/>
                    <a:pt x="2" y="121"/>
                    <a:pt x="4" y="111"/>
                  </a:cubicBezTo>
                  <a:close/>
                  <a:moveTo>
                    <a:pt x="155" y="1"/>
                  </a:moveTo>
                  <a:cubicBezTo>
                    <a:pt x="239" y="1"/>
                    <a:pt x="298" y="72"/>
                    <a:pt x="298" y="144"/>
                  </a:cubicBezTo>
                  <a:cubicBezTo>
                    <a:pt x="298" y="61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1"/>
            <p:cNvSpPr/>
            <p:nvPr/>
          </p:nvSpPr>
          <p:spPr>
            <a:xfrm>
              <a:off x="2694075" y="2395650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55" y="1"/>
                  </a:moveTo>
                  <a:cubicBezTo>
                    <a:pt x="60" y="1"/>
                    <a:pt x="0" y="61"/>
                    <a:pt x="0" y="144"/>
                  </a:cubicBezTo>
                  <a:cubicBezTo>
                    <a:pt x="0" y="72"/>
                    <a:pt x="60" y="1"/>
                    <a:pt x="155" y="1"/>
                  </a:cubicBezTo>
                  <a:close/>
                  <a:moveTo>
                    <a:pt x="155" y="1"/>
                  </a:moveTo>
                  <a:cubicBezTo>
                    <a:pt x="239" y="1"/>
                    <a:pt x="298" y="72"/>
                    <a:pt x="298" y="144"/>
                  </a:cubicBezTo>
                  <a:cubicBezTo>
                    <a:pt x="298" y="61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1"/>
            <p:cNvSpPr/>
            <p:nvPr/>
          </p:nvSpPr>
          <p:spPr>
            <a:xfrm>
              <a:off x="2719375" y="23703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84" y="299"/>
                    <a:pt x="155" y="299"/>
                  </a:cubicBezTo>
                  <a:cubicBezTo>
                    <a:pt x="239" y="299"/>
                    <a:pt x="298" y="227"/>
                    <a:pt x="298" y="144"/>
                  </a:cubicBezTo>
                  <a:cubicBezTo>
                    <a:pt x="298" y="60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1"/>
            <p:cNvSpPr/>
            <p:nvPr/>
          </p:nvSpPr>
          <p:spPr>
            <a:xfrm>
              <a:off x="2694075" y="23703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39"/>
                    <a:pt x="84" y="299"/>
                    <a:pt x="155" y="299"/>
                  </a:cubicBezTo>
                  <a:cubicBezTo>
                    <a:pt x="239" y="299"/>
                    <a:pt x="298" y="227"/>
                    <a:pt x="298" y="144"/>
                  </a:cubicBezTo>
                  <a:cubicBezTo>
                    <a:pt x="298" y="60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11"/>
            <p:cNvSpPr/>
            <p:nvPr/>
          </p:nvSpPr>
          <p:spPr>
            <a:xfrm>
              <a:off x="2681575" y="2382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11"/>
            <p:cNvSpPr/>
            <p:nvPr/>
          </p:nvSpPr>
          <p:spPr>
            <a:xfrm>
              <a:off x="2706875" y="2382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1"/>
            <p:cNvSpPr/>
            <p:nvPr/>
          </p:nvSpPr>
          <p:spPr>
            <a:xfrm>
              <a:off x="2681575" y="23575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0" y="84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61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1"/>
            <p:cNvSpPr/>
            <p:nvPr/>
          </p:nvSpPr>
          <p:spPr>
            <a:xfrm>
              <a:off x="2706875" y="23575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0" y="84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61"/>
                    <a:pt x="239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1"/>
            <p:cNvSpPr/>
            <p:nvPr/>
          </p:nvSpPr>
          <p:spPr>
            <a:xfrm>
              <a:off x="2719375" y="2344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298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11"/>
            <p:cNvSpPr/>
            <p:nvPr/>
          </p:nvSpPr>
          <p:spPr>
            <a:xfrm>
              <a:off x="2694075" y="2344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298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11"/>
            <p:cNvSpPr/>
            <p:nvPr/>
          </p:nvSpPr>
          <p:spPr>
            <a:xfrm>
              <a:off x="2719375" y="24462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55" y="0"/>
                  </a:moveTo>
                  <a:cubicBezTo>
                    <a:pt x="73" y="0"/>
                    <a:pt x="18" y="44"/>
                    <a:pt x="4" y="110"/>
                  </a:cubicBezTo>
                  <a:lnTo>
                    <a:pt x="4" y="110"/>
                  </a:lnTo>
                  <a:cubicBezTo>
                    <a:pt x="30" y="44"/>
                    <a:pt x="87" y="0"/>
                    <a:pt x="155" y="0"/>
                  </a:cubicBezTo>
                  <a:close/>
                  <a:moveTo>
                    <a:pt x="4" y="110"/>
                  </a:moveTo>
                  <a:cubicBezTo>
                    <a:pt x="3" y="113"/>
                    <a:pt x="2" y="116"/>
                    <a:pt x="1" y="119"/>
                  </a:cubicBezTo>
                  <a:lnTo>
                    <a:pt x="1" y="143"/>
                  </a:lnTo>
                  <a:cubicBezTo>
                    <a:pt x="1" y="131"/>
                    <a:pt x="2" y="120"/>
                    <a:pt x="4" y="110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1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1"/>
            <p:cNvSpPr/>
            <p:nvPr/>
          </p:nvSpPr>
          <p:spPr>
            <a:xfrm>
              <a:off x="2694075" y="24462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55" y="0"/>
                  </a:moveTo>
                  <a:cubicBezTo>
                    <a:pt x="60" y="0"/>
                    <a:pt x="0" y="60"/>
                    <a:pt x="0" y="143"/>
                  </a:cubicBezTo>
                  <a:cubicBezTo>
                    <a:pt x="0" y="71"/>
                    <a:pt x="60" y="0"/>
                    <a:pt x="155" y="0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1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1"/>
            <p:cNvSpPr/>
            <p:nvPr/>
          </p:nvSpPr>
          <p:spPr>
            <a:xfrm>
              <a:off x="2719375" y="2420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26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1"/>
            <p:cNvSpPr/>
            <p:nvPr/>
          </p:nvSpPr>
          <p:spPr>
            <a:xfrm>
              <a:off x="2694075" y="2420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26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1"/>
            <p:cNvSpPr/>
            <p:nvPr/>
          </p:nvSpPr>
          <p:spPr>
            <a:xfrm>
              <a:off x="2681575" y="2433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1"/>
            <p:cNvSpPr/>
            <p:nvPr/>
          </p:nvSpPr>
          <p:spPr>
            <a:xfrm>
              <a:off x="2706875" y="2433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1"/>
            <p:cNvSpPr/>
            <p:nvPr/>
          </p:nvSpPr>
          <p:spPr>
            <a:xfrm>
              <a:off x="2681575" y="2408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1"/>
            <p:cNvSpPr/>
            <p:nvPr/>
          </p:nvSpPr>
          <p:spPr>
            <a:xfrm>
              <a:off x="2706875" y="2408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1"/>
            <p:cNvSpPr/>
            <p:nvPr/>
          </p:nvSpPr>
          <p:spPr>
            <a:xfrm>
              <a:off x="2719375" y="23956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168"/>
                    <a:pt x="1" y="191"/>
                    <a:pt x="24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215" y="299"/>
                    <a:pt x="274" y="251"/>
                    <a:pt x="286" y="203"/>
                  </a:cubicBezTo>
                  <a:cubicBezTo>
                    <a:pt x="298" y="191"/>
                    <a:pt x="298" y="168"/>
                    <a:pt x="298" y="144"/>
                  </a:cubicBezTo>
                  <a:cubicBezTo>
                    <a:pt x="298" y="61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1"/>
            <p:cNvSpPr/>
            <p:nvPr/>
          </p:nvSpPr>
          <p:spPr>
            <a:xfrm>
              <a:off x="2694075" y="23956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168"/>
                    <a:pt x="0" y="191"/>
                    <a:pt x="24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215" y="299"/>
                    <a:pt x="274" y="251"/>
                    <a:pt x="286" y="203"/>
                  </a:cubicBezTo>
                  <a:cubicBezTo>
                    <a:pt x="298" y="191"/>
                    <a:pt x="298" y="168"/>
                    <a:pt x="298" y="144"/>
                  </a:cubicBezTo>
                  <a:cubicBezTo>
                    <a:pt x="298" y="61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1"/>
            <p:cNvSpPr/>
            <p:nvPr/>
          </p:nvSpPr>
          <p:spPr>
            <a:xfrm>
              <a:off x="2719375" y="24968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55" y="0"/>
                  </a:moveTo>
                  <a:cubicBezTo>
                    <a:pt x="73" y="0"/>
                    <a:pt x="18" y="44"/>
                    <a:pt x="4" y="110"/>
                  </a:cubicBezTo>
                  <a:lnTo>
                    <a:pt x="4" y="110"/>
                  </a:lnTo>
                  <a:cubicBezTo>
                    <a:pt x="30" y="44"/>
                    <a:pt x="87" y="0"/>
                    <a:pt x="155" y="0"/>
                  </a:cubicBezTo>
                  <a:close/>
                  <a:moveTo>
                    <a:pt x="4" y="110"/>
                  </a:moveTo>
                  <a:lnTo>
                    <a:pt x="4" y="110"/>
                  </a:lnTo>
                  <a:cubicBezTo>
                    <a:pt x="3" y="113"/>
                    <a:pt x="2" y="116"/>
                    <a:pt x="1" y="119"/>
                  </a:cubicBezTo>
                  <a:lnTo>
                    <a:pt x="1" y="143"/>
                  </a:lnTo>
                  <a:cubicBezTo>
                    <a:pt x="1" y="131"/>
                    <a:pt x="2" y="120"/>
                    <a:pt x="4" y="110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2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1"/>
            <p:cNvSpPr/>
            <p:nvPr/>
          </p:nvSpPr>
          <p:spPr>
            <a:xfrm>
              <a:off x="2694075" y="24968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55" y="0"/>
                  </a:moveTo>
                  <a:cubicBezTo>
                    <a:pt x="60" y="0"/>
                    <a:pt x="0" y="60"/>
                    <a:pt x="0" y="143"/>
                  </a:cubicBezTo>
                  <a:cubicBezTo>
                    <a:pt x="0" y="72"/>
                    <a:pt x="60" y="0"/>
                    <a:pt x="155" y="0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2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1"/>
            <p:cNvSpPr/>
            <p:nvPr/>
          </p:nvSpPr>
          <p:spPr>
            <a:xfrm>
              <a:off x="2719375" y="2471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1"/>
            <p:cNvSpPr/>
            <p:nvPr/>
          </p:nvSpPr>
          <p:spPr>
            <a:xfrm>
              <a:off x="2694075" y="2471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1"/>
            <p:cNvSpPr/>
            <p:nvPr/>
          </p:nvSpPr>
          <p:spPr>
            <a:xfrm>
              <a:off x="2681575" y="2484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1"/>
            <p:cNvSpPr/>
            <p:nvPr/>
          </p:nvSpPr>
          <p:spPr>
            <a:xfrm>
              <a:off x="2706875" y="2484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1"/>
            <p:cNvSpPr/>
            <p:nvPr/>
          </p:nvSpPr>
          <p:spPr>
            <a:xfrm>
              <a:off x="2681575" y="2458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1"/>
            <p:cNvSpPr/>
            <p:nvPr/>
          </p:nvSpPr>
          <p:spPr>
            <a:xfrm>
              <a:off x="2706875" y="2458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1"/>
            <p:cNvSpPr/>
            <p:nvPr/>
          </p:nvSpPr>
          <p:spPr>
            <a:xfrm>
              <a:off x="2719375" y="2446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1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1"/>
            <p:cNvSpPr/>
            <p:nvPr/>
          </p:nvSpPr>
          <p:spPr>
            <a:xfrm>
              <a:off x="2694075" y="2446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1"/>
            <p:cNvSpPr/>
            <p:nvPr/>
          </p:nvSpPr>
          <p:spPr>
            <a:xfrm>
              <a:off x="2719375" y="2547475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0"/>
                  </a:moveTo>
                  <a:cubicBezTo>
                    <a:pt x="78" y="0"/>
                    <a:pt x="24" y="47"/>
                    <a:pt x="7" y="103"/>
                  </a:cubicBezTo>
                  <a:lnTo>
                    <a:pt x="7" y="103"/>
                  </a:lnTo>
                  <a:cubicBezTo>
                    <a:pt x="34" y="41"/>
                    <a:pt x="89" y="0"/>
                    <a:pt x="155" y="0"/>
                  </a:cubicBezTo>
                  <a:close/>
                  <a:moveTo>
                    <a:pt x="7" y="103"/>
                  </a:moveTo>
                  <a:cubicBezTo>
                    <a:pt x="4" y="108"/>
                    <a:pt x="2" y="114"/>
                    <a:pt x="1" y="119"/>
                  </a:cubicBezTo>
                  <a:lnTo>
                    <a:pt x="1" y="143"/>
                  </a:lnTo>
                  <a:cubicBezTo>
                    <a:pt x="1" y="129"/>
                    <a:pt x="3" y="116"/>
                    <a:pt x="7" y="1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1"/>
            <p:cNvSpPr/>
            <p:nvPr/>
          </p:nvSpPr>
          <p:spPr>
            <a:xfrm>
              <a:off x="2694075" y="2547475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72"/>
                    <a:pt x="60" y="0"/>
                    <a:pt x="155" y="0"/>
                  </a:cubicBezTo>
                  <a:cubicBezTo>
                    <a:pt x="239" y="0"/>
                    <a:pt x="298" y="72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1"/>
            <p:cNvSpPr/>
            <p:nvPr/>
          </p:nvSpPr>
          <p:spPr>
            <a:xfrm>
              <a:off x="2719375" y="2522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1"/>
            <p:cNvSpPr/>
            <p:nvPr/>
          </p:nvSpPr>
          <p:spPr>
            <a:xfrm>
              <a:off x="2694075" y="2522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1"/>
            <p:cNvSpPr/>
            <p:nvPr/>
          </p:nvSpPr>
          <p:spPr>
            <a:xfrm>
              <a:off x="2681575" y="2534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1"/>
            <p:cNvSpPr/>
            <p:nvPr/>
          </p:nvSpPr>
          <p:spPr>
            <a:xfrm>
              <a:off x="2706875" y="2534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1"/>
            <p:cNvSpPr/>
            <p:nvPr/>
          </p:nvSpPr>
          <p:spPr>
            <a:xfrm>
              <a:off x="2681575" y="2509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1"/>
            <p:cNvSpPr/>
            <p:nvPr/>
          </p:nvSpPr>
          <p:spPr>
            <a:xfrm>
              <a:off x="2706875" y="2509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1"/>
            <p:cNvSpPr/>
            <p:nvPr/>
          </p:nvSpPr>
          <p:spPr>
            <a:xfrm>
              <a:off x="2719375" y="2496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1"/>
            <p:cNvSpPr/>
            <p:nvPr/>
          </p:nvSpPr>
          <p:spPr>
            <a:xfrm>
              <a:off x="2694075" y="2496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1"/>
            <p:cNvSpPr/>
            <p:nvPr/>
          </p:nvSpPr>
          <p:spPr>
            <a:xfrm>
              <a:off x="2719375" y="2598075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0"/>
                  </a:moveTo>
                  <a:cubicBezTo>
                    <a:pt x="78" y="0"/>
                    <a:pt x="24" y="47"/>
                    <a:pt x="7" y="103"/>
                  </a:cubicBezTo>
                  <a:lnTo>
                    <a:pt x="7" y="103"/>
                  </a:lnTo>
                  <a:cubicBezTo>
                    <a:pt x="34" y="41"/>
                    <a:pt x="89" y="0"/>
                    <a:pt x="155" y="0"/>
                  </a:cubicBezTo>
                  <a:close/>
                  <a:moveTo>
                    <a:pt x="7" y="103"/>
                  </a:moveTo>
                  <a:cubicBezTo>
                    <a:pt x="4" y="108"/>
                    <a:pt x="2" y="114"/>
                    <a:pt x="1" y="119"/>
                  </a:cubicBezTo>
                  <a:lnTo>
                    <a:pt x="1" y="143"/>
                  </a:lnTo>
                  <a:cubicBezTo>
                    <a:pt x="1" y="130"/>
                    <a:pt x="3" y="116"/>
                    <a:pt x="7" y="1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1"/>
            <p:cNvSpPr/>
            <p:nvPr/>
          </p:nvSpPr>
          <p:spPr>
            <a:xfrm>
              <a:off x="2694075" y="2598075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72"/>
                    <a:pt x="60" y="0"/>
                    <a:pt x="155" y="0"/>
                  </a:cubicBezTo>
                  <a:cubicBezTo>
                    <a:pt x="239" y="0"/>
                    <a:pt x="298" y="72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1"/>
            <p:cNvSpPr/>
            <p:nvPr/>
          </p:nvSpPr>
          <p:spPr>
            <a:xfrm>
              <a:off x="2719375" y="2572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26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1"/>
            <p:cNvSpPr/>
            <p:nvPr/>
          </p:nvSpPr>
          <p:spPr>
            <a:xfrm>
              <a:off x="2694075" y="2572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26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1"/>
            <p:cNvSpPr/>
            <p:nvPr/>
          </p:nvSpPr>
          <p:spPr>
            <a:xfrm>
              <a:off x="2681575" y="2585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1"/>
            <p:cNvSpPr/>
            <p:nvPr/>
          </p:nvSpPr>
          <p:spPr>
            <a:xfrm>
              <a:off x="2706875" y="2585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1"/>
            <p:cNvSpPr/>
            <p:nvPr/>
          </p:nvSpPr>
          <p:spPr>
            <a:xfrm>
              <a:off x="2681575" y="2559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1"/>
            <p:cNvSpPr/>
            <p:nvPr/>
          </p:nvSpPr>
          <p:spPr>
            <a:xfrm>
              <a:off x="2706875" y="2559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1"/>
            <p:cNvSpPr/>
            <p:nvPr/>
          </p:nvSpPr>
          <p:spPr>
            <a:xfrm>
              <a:off x="2719375" y="2547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167"/>
                    <a:pt x="1" y="191"/>
                    <a:pt x="24" y="203"/>
                  </a:cubicBezTo>
                  <a:cubicBezTo>
                    <a:pt x="48" y="262"/>
                    <a:pt x="96" y="298"/>
                    <a:pt x="155" y="298"/>
                  </a:cubicBezTo>
                  <a:cubicBezTo>
                    <a:pt x="215" y="298"/>
                    <a:pt x="274" y="250"/>
                    <a:pt x="286" y="203"/>
                  </a:cubicBezTo>
                  <a:cubicBezTo>
                    <a:pt x="298" y="191"/>
                    <a:pt x="298" y="167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1"/>
            <p:cNvSpPr/>
            <p:nvPr/>
          </p:nvSpPr>
          <p:spPr>
            <a:xfrm>
              <a:off x="2694075" y="2547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167"/>
                    <a:pt x="0" y="191"/>
                    <a:pt x="24" y="203"/>
                  </a:cubicBezTo>
                  <a:cubicBezTo>
                    <a:pt x="48" y="262"/>
                    <a:pt x="96" y="298"/>
                    <a:pt x="155" y="298"/>
                  </a:cubicBezTo>
                  <a:cubicBezTo>
                    <a:pt x="215" y="298"/>
                    <a:pt x="274" y="250"/>
                    <a:pt x="286" y="203"/>
                  </a:cubicBezTo>
                  <a:cubicBezTo>
                    <a:pt x="298" y="191"/>
                    <a:pt x="298" y="167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1"/>
            <p:cNvSpPr/>
            <p:nvPr/>
          </p:nvSpPr>
          <p:spPr>
            <a:xfrm>
              <a:off x="2719375" y="2648675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0"/>
                  </a:moveTo>
                  <a:cubicBezTo>
                    <a:pt x="78" y="0"/>
                    <a:pt x="24" y="47"/>
                    <a:pt x="7" y="103"/>
                  </a:cubicBezTo>
                  <a:lnTo>
                    <a:pt x="7" y="103"/>
                  </a:lnTo>
                  <a:cubicBezTo>
                    <a:pt x="34" y="41"/>
                    <a:pt x="89" y="0"/>
                    <a:pt x="155" y="0"/>
                  </a:cubicBezTo>
                  <a:close/>
                  <a:moveTo>
                    <a:pt x="7" y="103"/>
                  </a:moveTo>
                  <a:cubicBezTo>
                    <a:pt x="4" y="108"/>
                    <a:pt x="2" y="114"/>
                    <a:pt x="1" y="119"/>
                  </a:cubicBezTo>
                  <a:lnTo>
                    <a:pt x="1" y="143"/>
                  </a:lnTo>
                  <a:cubicBezTo>
                    <a:pt x="1" y="130"/>
                    <a:pt x="3" y="116"/>
                    <a:pt x="7" y="1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1"/>
            <p:cNvSpPr/>
            <p:nvPr/>
          </p:nvSpPr>
          <p:spPr>
            <a:xfrm>
              <a:off x="2694075" y="2648675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72"/>
                    <a:pt x="60" y="0"/>
                    <a:pt x="155" y="0"/>
                  </a:cubicBezTo>
                  <a:cubicBezTo>
                    <a:pt x="239" y="0"/>
                    <a:pt x="298" y="72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1"/>
            <p:cNvSpPr/>
            <p:nvPr/>
          </p:nvSpPr>
          <p:spPr>
            <a:xfrm>
              <a:off x="2719375" y="2623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1"/>
            <p:cNvSpPr/>
            <p:nvPr/>
          </p:nvSpPr>
          <p:spPr>
            <a:xfrm>
              <a:off x="2694075" y="2623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1"/>
            <p:cNvSpPr/>
            <p:nvPr/>
          </p:nvSpPr>
          <p:spPr>
            <a:xfrm>
              <a:off x="2681575" y="2635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1"/>
            <p:cNvSpPr/>
            <p:nvPr/>
          </p:nvSpPr>
          <p:spPr>
            <a:xfrm>
              <a:off x="2706875" y="2635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1"/>
            <p:cNvSpPr/>
            <p:nvPr/>
          </p:nvSpPr>
          <p:spPr>
            <a:xfrm>
              <a:off x="2681575" y="2610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1"/>
            <p:cNvSpPr/>
            <p:nvPr/>
          </p:nvSpPr>
          <p:spPr>
            <a:xfrm>
              <a:off x="2706875" y="2610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1"/>
            <p:cNvSpPr/>
            <p:nvPr/>
          </p:nvSpPr>
          <p:spPr>
            <a:xfrm>
              <a:off x="2719375" y="2598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1"/>
            <p:cNvSpPr/>
            <p:nvPr/>
          </p:nvSpPr>
          <p:spPr>
            <a:xfrm>
              <a:off x="2694075" y="2598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1"/>
            <p:cNvSpPr/>
            <p:nvPr/>
          </p:nvSpPr>
          <p:spPr>
            <a:xfrm>
              <a:off x="2719375" y="2699575"/>
              <a:ext cx="7475" cy="3900"/>
            </a:xfrm>
            <a:custGeom>
              <a:avLst/>
              <a:gdLst/>
              <a:ahLst/>
              <a:cxnLst/>
              <a:rect l="l" t="t" r="r" b="b"/>
              <a:pathLst>
                <a:path w="299" h="156" extrusionOk="0">
                  <a:moveTo>
                    <a:pt x="155" y="0"/>
                  </a:moveTo>
                  <a:cubicBezTo>
                    <a:pt x="80" y="0"/>
                    <a:pt x="27" y="37"/>
                    <a:pt x="8" y="99"/>
                  </a:cubicBezTo>
                  <a:lnTo>
                    <a:pt x="8" y="99"/>
                  </a:lnTo>
                  <a:cubicBezTo>
                    <a:pt x="36" y="39"/>
                    <a:pt x="91" y="0"/>
                    <a:pt x="155" y="0"/>
                  </a:cubicBezTo>
                  <a:close/>
                  <a:moveTo>
                    <a:pt x="8" y="99"/>
                  </a:moveTo>
                  <a:lnTo>
                    <a:pt x="8" y="99"/>
                  </a:lnTo>
                  <a:cubicBezTo>
                    <a:pt x="5" y="106"/>
                    <a:pt x="3" y="112"/>
                    <a:pt x="1" y="119"/>
                  </a:cubicBezTo>
                  <a:lnTo>
                    <a:pt x="1" y="155"/>
                  </a:lnTo>
                  <a:cubicBezTo>
                    <a:pt x="1" y="135"/>
                    <a:pt x="3" y="116"/>
                    <a:pt x="8" y="99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2"/>
                    <a:pt x="298" y="155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1"/>
            <p:cNvSpPr/>
            <p:nvPr/>
          </p:nvSpPr>
          <p:spPr>
            <a:xfrm>
              <a:off x="2694075" y="2699575"/>
              <a:ext cx="7475" cy="3900"/>
            </a:xfrm>
            <a:custGeom>
              <a:avLst/>
              <a:gdLst/>
              <a:ahLst/>
              <a:cxnLst/>
              <a:rect l="l" t="t" r="r" b="b"/>
              <a:pathLst>
                <a:path w="299" h="156" extrusionOk="0">
                  <a:moveTo>
                    <a:pt x="155" y="0"/>
                  </a:moveTo>
                  <a:cubicBezTo>
                    <a:pt x="60" y="0"/>
                    <a:pt x="0" y="60"/>
                    <a:pt x="0" y="155"/>
                  </a:cubicBezTo>
                  <a:cubicBezTo>
                    <a:pt x="0" y="72"/>
                    <a:pt x="60" y="0"/>
                    <a:pt x="155" y="0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2"/>
                    <a:pt x="298" y="155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1"/>
            <p:cNvSpPr/>
            <p:nvPr/>
          </p:nvSpPr>
          <p:spPr>
            <a:xfrm>
              <a:off x="2719375" y="2673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7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1"/>
            <p:cNvSpPr/>
            <p:nvPr/>
          </p:nvSpPr>
          <p:spPr>
            <a:xfrm>
              <a:off x="2694075" y="2673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9" y="298"/>
                    <a:pt x="298" y="227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1"/>
            <p:cNvSpPr/>
            <p:nvPr/>
          </p:nvSpPr>
          <p:spPr>
            <a:xfrm>
              <a:off x="2681575" y="2686475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9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1"/>
            <p:cNvSpPr/>
            <p:nvPr/>
          </p:nvSpPr>
          <p:spPr>
            <a:xfrm>
              <a:off x="2706875" y="2686475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9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1"/>
            <p:cNvSpPr/>
            <p:nvPr/>
          </p:nvSpPr>
          <p:spPr>
            <a:xfrm>
              <a:off x="2681575" y="2661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1"/>
            <p:cNvSpPr/>
            <p:nvPr/>
          </p:nvSpPr>
          <p:spPr>
            <a:xfrm>
              <a:off x="2706875" y="2661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1"/>
            <p:cNvSpPr/>
            <p:nvPr/>
          </p:nvSpPr>
          <p:spPr>
            <a:xfrm>
              <a:off x="2719375" y="2648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84" y="298"/>
                    <a:pt x="155" y="298"/>
                  </a:cubicBezTo>
                  <a:cubicBezTo>
                    <a:pt x="239" y="298"/>
                    <a:pt x="298" y="227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1"/>
            <p:cNvSpPr/>
            <p:nvPr/>
          </p:nvSpPr>
          <p:spPr>
            <a:xfrm>
              <a:off x="2694075" y="2648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9" y="298"/>
                    <a:pt x="298" y="227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1"/>
            <p:cNvSpPr/>
            <p:nvPr/>
          </p:nvSpPr>
          <p:spPr>
            <a:xfrm>
              <a:off x="2719375" y="2724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226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1"/>
            <p:cNvSpPr/>
            <p:nvPr/>
          </p:nvSpPr>
          <p:spPr>
            <a:xfrm>
              <a:off x="2696450" y="2724875"/>
              <a:ext cx="4500" cy="1800"/>
            </a:xfrm>
            <a:custGeom>
              <a:avLst/>
              <a:gdLst/>
              <a:ahLst/>
              <a:cxnLst/>
              <a:rect l="l" t="t" r="r" b="b"/>
              <a:pathLst>
                <a:path w="180" h="72" extrusionOk="0">
                  <a:moveTo>
                    <a:pt x="60" y="0"/>
                  </a:moveTo>
                  <a:cubicBezTo>
                    <a:pt x="48" y="0"/>
                    <a:pt x="13" y="0"/>
                    <a:pt x="1" y="12"/>
                  </a:cubicBezTo>
                  <a:cubicBezTo>
                    <a:pt x="60" y="36"/>
                    <a:pt x="120" y="60"/>
                    <a:pt x="179" y="72"/>
                  </a:cubicBezTo>
                  <a:cubicBezTo>
                    <a:pt x="167" y="36"/>
                    <a:pt x="120" y="0"/>
                    <a:pt x="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1"/>
            <p:cNvSpPr/>
            <p:nvPr/>
          </p:nvSpPr>
          <p:spPr>
            <a:xfrm>
              <a:off x="2681575" y="2712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15"/>
                    <a:pt x="298" y="143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1"/>
            <p:cNvSpPr/>
            <p:nvPr/>
          </p:nvSpPr>
          <p:spPr>
            <a:xfrm>
              <a:off x="2706875" y="2712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15"/>
                    <a:pt x="298" y="143"/>
                  </a:cubicBezTo>
                  <a:cubicBezTo>
                    <a:pt x="298" y="60"/>
                    <a:pt x="239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1"/>
            <p:cNvSpPr/>
            <p:nvPr/>
          </p:nvSpPr>
          <p:spPr>
            <a:xfrm>
              <a:off x="2719375" y="2699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1" y="72"/>
                    <a:pt x="1" y="155"/>
                  </a:cubicBezTo>
                  <a:cubicBezTo>
                    <a:pt x="1" y="167"/>
                    <a:pt x="1" y="191"/>
                    <a:pt x="24" y="215"/>
                  </a:cubicBezTo>
                  <a:cubicBezTo>
                    <a:pt x="48" y="262"/>
                    <a:pt x="96" y="298"/>
                    <a:pt x="155" y="298"/>
                  </a:cubicBezTo>
                  <a:cubicBezTo>
                    <a:pt x="215" y="298"/>
                    <a:pt x="274" y="250"/>
                    <a:pt x="286" y="215"/>
                  </a:cubicBezTo>
                  <a:cubicBezTo>
                    <a:pt x="298" y="191"/>
                    <a:pt x="298" y="167"/>
                    <a:pt x="298" y="155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1"/>
            <p:cNvSpPr/>
            <p:nvPr/>
          </p:nvSpPr>
          <p:spPr>
            <a:xfrm>
              <a:off x="2694075" y="2699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55"/>
                  </a:cubicBezTo>
                  <a:cubicBezTo>
                    <a:pt x="0" y="167"/>
                    <a:pt x="0" y="191"/>
                    <a:pt x="24" y="215"/>
                  </a:cubicBezTo>
                  <a:cubicBezTo>
                    <a:pt x="48" y="262"/>
                    <a:pt x="96" y="298"/>
                    <a:pt x="155" y="298"/>
                  </a:cubicBezTo>
                  <a:cubicBezTo>
                    <a:pt x="215" y="298"/>
                    <a:pt x="274" y="250"/>
                    <a:pt x="286" y="215"/>
                  </a:cubicBezTo>
                  <a:cubicBezTo>
                    <a:pt x="298" y="191"/>
                    <a:pt x="298" y="167"/>
                    <a:pt x="298" y="155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1"/>
            <p:cNvSpPr/>
            <p:nvPr/>
          </p:nvSpPr>
          <p:spPr>
            <a:xfrm>
              <a:off x="2672650" y="2192950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0" y="1"/>
                  </a:moveTo>
                  <a:lnTo>
                    <a:pt x="0" y="1"/>
                  </a:lnTo>
                  <a:cubicBezTo>
                    <a:pt x="72" y="1"/>
                    <a:pt x="143" y="72"/>
                    <a:pt x="143" y="144"/>
                  </a:cubicBezTo>
                  <a:cubicBezTo>
                    <a:pt x="143" y="72"/>
                    <a:pt x="84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1"/>
            <p:cNvSpPr/>
            <p:nvPr/>
          </p:nvSpPr>
          <p:spPr>
            <a:xfrm>
              <a:off x="2647350" y="2192950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0" y="1"/>
                  </a:moveTo>
                  <a:lnTo>
                    <a:pt x="0" y="1"/>
                  </a:lnTo>
                  <a:cubicBezTo>
                    <a:pt x="72" y="1"/>
                    <a:pt x="143" y="72"/>
                    <a:pt x="143" y="144"/>
                  </a:cubicBezTo>
                  <a:cubicBezTo>
                    <a:pt x="143" y="72"/>
                    <a:pt x="84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1"/>
            <p:cNvSpPr/>
            <p:nvPr/>
          </p:nvSpPr>
          <p:spPr>
            <a:xfrm>
              <a:off x="2656275" y="2181650"/>
              <a:ext cx="7475" cy="5975"/>
            </a:xfrm>
            <a:custGeom>
              <a:avLst/>
              <a:gdLst/>
              <a:ahLst/>
              <a:cxnLst/>
              <a:rect l="l" t="t" r="r" b="b"/>
              <a:pathLst>
                <a:path w="299" h="239" extrusionOk="0">
                  <a:moveTo>
                    <a:pt x="262" y="0"/>
                  </a:moveTo>
                  <a:lnTo>
                    <a:pt x="0" y="131"/>
                  </a:lnTo>
                  <a:cubicBezTo>
                    <a:pt x="24" y="191"/>
                    <a:pt x="72" y="239"/>
                    <a:pt x="143" y="239"/>
                  </a:cubicBezTo>
                  <a:cubicBezTo>
                    <a:pt x="239" y="239"/>
                    <a:pt x="298" y="167"/>
                    <a:pt x="298" y="96"/>
                  </a:cubicBezTo>
                  <a:cubicBezTo>
                    <a:pt x="298" y="60"/>
                    <a:pt x="274" y="36"/>
                    <a:pt x="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1"/>
            <p:cNvSpPr/>
            <p:nvPr/>
          </p:nvSpPr>
          <p:spPr>
            <a:xfrm>
              <a:off x="2672650" y="2243550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0" y="1"/>
                  </a:moveTo>
                  <a:lnTo>
                    <a:pt x="0" y="1"/>
                  </a:lnTo>
                  <a:cubicBezTo>
                    <a:pt x="72" y="1"/>
                    <a:pt x="143" y="72"/>
                    <a:pt x="143" y="144"/>
                  </a:cubicBezTo>
                  <a:cubicBezTo>
                    <a:pt x="143" y="72"/>
                    <a:pt x="84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1"/>
            <p:cNvSpPr/>
            <p:nvPr/>
          </p:nvSpPr>
          <p:spPr>
            <a:xfrm>
              <a:off x="2647350" y="2243550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0" y="1"/>
                  </a:moveTo>
                  <a:lnTo>
                    <a:pt x="0" y="1"/>
                  </a:lnTo>
                  <a:cubicBezTo>
                    <a:pt x="72" y="1"/>
                    <a:pt x="143" y="72"/>
                    <a:pt x="143" y="144"/>
                  </a:cubicBezTo>
                  <a:cubicBezTo>
                    <a:pt x="143" y="72"/>
                    <a:pt x="84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1"/>
            <p:cNvSpPr/>
            <p:nvPr/>
          </p:nvSpPr>
          <p:spPr>
            <a:xfrm>
              <a:off x="2668775" y="22182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39"/>
                    <a:pt x="72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1"/>
            <p:cNvSpPr/>
            <p:nvPr/>
          </p:nvSpPr>
          <p:spPr>
            <a:xfrm>
              <a:off x="2643475" y="22182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1"/>
            <p:cNvSpPr/>
            <p:nvPr/>
          </p:nvSpPr>
          <p:spPr>
            <a:xfrm>
              <a:off x="2630975" y="2230750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43" y="1"/>
                  </a:moveTo>
                  <a:cubicBezTo>
                    <a:pt x="60" y="1"/>
                    <a:pt x="0" y="72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8" y="299"/>
                    <a:pt x="298" y="227"/>
                    <a:pt x="298" y="156"/>
                  </a:cubicBezTo>
                  <a:cubicBezTo>
                    <a:pt x="298" y="72"/>
                    <a:pt x="227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1"/>
            <p:cNvSpPr/>
            <p:nvPr/>
          </p:nvSpPr>
          <p:spPr>
            <a:xfrm>
              <a:off x="2656275" y="22307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0" y="72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27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1"/>
            <p:cNvSpPr/>
            <p:nvPr/>
          </p:nvSpPr>
          <p:spPr>
            <a:xfrm>
              <a:off x="2630975" y="2205450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43" y="1"/>
                  </a:moveTo>
                  <a:cubicBezTo>
                    <a:pt x="60" y="1"/>
                    <a:pt x="0" y="72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8" y="299"/>
                    <a:pt x="298" y="227"/>
                    <a:pt x="298" y="156"/>
                  </a:cubicBezTo>
                  <a:cubicBezTo>
                    <a:pt x="298" y="72"/>
                    <a:pt x="227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1"/>
            <p:cNvSpPr/>
            <p:nvPr/>
          </p:nvSpPr>
          <p:spPr>
            <a:xfrm>
              <a:off x="2656275" y="22054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0" y="72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27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11"/>
            <p:cNvSpPr/>
            <p:nvPr/>
          </p:nvSpPr>
          <p:spPr>
            <a:xfrm>
              <a:off x="2668775" y="21929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39"/>
                    <a:pt x="72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11"/>
            <p:cNvSpPr/>
            <p:nvPr/>
          </p:nvSpPr>
          <p:spPr>
            <a:xfrm>
              <a:off x="2643475" y="21929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11"/>
            <p:cNvSpPr/>
            <p:nvPr/>
          </p:nvSpPr>
          <p:spPr>
            <a:xfrm>
              <a:off x="2672650" y="2294150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0" y="1"/>
                  </a:moveTo>
                  <a:lnTo>
                    <a:pt x="0" y="1"/>
                  </a:lnTo>
                  <a:cubicBezTo>
                    <a:pt x="72" y="1"/>
                    <a:pt x="143" y="72"/>
                    <a:pt x="143" y="144"/>
                  </a:cubicBezTo>
                  <a:cubicBezTo>
                    <a:pt x="143" y="72"/>
                    <a:pt x="84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1"/>
            <p:cNvSpPr/>
            <p:nvPr/>
          </p:nvSpPr>
          <p:spPr>
            <a:xfrm>
              <a:off x="2647350" y="2294150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0" y="1"/>
                  </a:moveTo>
                  <a:lnTo>
                    <a:pt x="0" y="1"/>
                  </a:lnTo>
                  <a:cubicBezTo>
                    <a:pt x="72" y="1"/>
                    <a:pt x="143" y="72"/>
                    <a:pt x="143" y="144"/>
                  </a:cubicBezTo>
                  <a:cubicBezTo>
                    <a:pt x="143" y="72"/>
                    <a:pt x="84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1"/>
            <p:cNvSpPr/>
            <p:nvPr/>
          </p:nvSpPr>
          <p:spPr>
            <a:xfrm>
              <a:off x="2668775" y="22688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15"/>
                    <a:pt x="72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1"/>
            <p:cNvSpPr/>
            <p:nvPr/>
          </p:nvSpPr>
          <p:spPr>
            <a:xfrm>
              <a:off x="2643475" y="22688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72" y="1"/>
                    <a:pt x="0" y="60"/>
                    <a:pt x="0" y="144"/>
                  </a:cubicBezTo>
                  <a:cubicBezTo>
                    <a:pt x="0" y="227"/>
                    <a:pt x="72" y="299"/>
                    <a:pt x="155" y="299"/>
                  </a:cubicBezTo>
                  <a:cubicBezTo>
                    <a:pt x="239" y="299"/>
                    <a:pt x="298" y="227"/>
                    <a:pt x="298" y="144"/>
                  </a:cubicBezTo>
                  <a:cubicBezTo>
                    <a:pt x="298" y="60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11"/>
            <p:cNvSpPr/>
            <p:nvPr/>
          </p:nvSpPr>
          <p:spPr>
            <a:xfrm>
              <a:off x="2630975" y="22813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71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71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11"/>
            <p:cNvSpPr/>
            <p:nvPr/>
          </p:nvSpPr>
          <p:spPr>
            <a:xfrm>
              <a:off x="2656275" y="2281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71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1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11"/>
            <p:cNvSpPr/>
            <p:nvPr/>
          </p:nvSpPr>
          <p:spPr>
            <a:xfrm>
              <a:off x="2630975" y="2256050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43" y="1"/>
                  </a:moveTo>
                  <a:cubicBezTo>
                    <a:pt x="60" y="1"/>
                    <a:pt x="0" y="72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8" y="299"/>
                    <a:pt x="298" y="227"/>
                    <a:pt x="298" y="156"/>
                  </a:cubicBezTo>
                  <a:cubicBezTo>
                    <a:pt x="298" y="72"/>
                    <a:pt x="227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11"/>
            <p:cNvSpPr/>
            <p:nvPr/>
          </p:nvSpPr>
          <p:spPr>
            <a:xfrm>
              <a:off x="2656275" y="22560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0" y="72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72"/>
                    <a:pt x="227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11"/>
            <p:cNvSpPr/>
            <p:nvPr/>
          </p:nvSpPr>
          <p:spPr>
            <a:xfrm>
              <a:off x="2668775" y="22435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156"/>
                    <a:pt x="0" y="191"/>
                    <a:pt x="24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215" y="299"/>
                    <a:pt x="274" y="251"/>
                    <a:pt x="286" y="203"/>
                  </a:cubicBezTo>
                  <a:cubicBezTo>
                    <a:pt x="298" y="191"/>
                    <a:pt x="298" y="156"/>
                    <a:pt x="298" y="144"/>
                  </a:cubicBez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11"/>
            <p:cNvSpPr/>
            <p:nvPr/>
          </p:nvSpPr>
          <p:spPr>
            <a:xfrm>
              <a:off x="2643475" y="22435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156"/>
                    <a:pt x="0" y="191"/>
                    <a:pt x="24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215" y="299"/>
                    <a:pt x="274" y="251"/>
                    <a:pt x="286" y="203"/>
                  </a:cubicBezTo>
                  <a:cubicBezTo>
                    <a:pt x="298" y="191"/>
                    <a:pt x="298" y="156"/>
                    <a:pt x="298" y="144"/>
                  </a:cubicBez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11"/>
            <p:cNvSpPr/>
            <p:nvPr/>
          </p:nvSpPr>
          <p:spPr>
            <a:xfrm>
              <a:off x="2672650" y="2344775"/>
              <a:ext cx="3600" cy="3575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0"/>
                    <a:pt x="143" y="71"/>
                    <a:pt x="143" y="143"/>
                  </a:cubicBezTo>
                  <a:cubicBezTo>
                    <a:pt x="143" y="71"/>
                    <a:pt x="84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11"/>
            <p:cNvSpPr/>
            <p:nvPr/>
          </p:nvSpPr>
          <p:spPr>
            <a:xfrm>
              <a:off x="2647350" y="2344775"/>
              <a:ext cx="3600" cy="3575"/>
            </a:xfrm>
            <a:custGeom>
              <a:avLst/>
              <a:gdLst/>
              <a:ahLst/>
              <a:cxnLst/>
              <a:rect l="l" t="t" r="r" b="b"/>
              <a:pathLst>
                <a:path w="144" h="143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0"/>
                    <a:pt x="143" y="71"/>
                    <a:pt x="143" y="143"/>
                  </a:cubicBezTo>
                  <a:cubicBezTo>
                    <a:pt x="143" y="71"/>
                    <a:pt x="84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11"/>
            <p:cNvSpPr/>
            <p:nvPr/>
          </p:nvSpPr>
          <p:spPr>
            <a:xfrm>
              <a:off x="2668775" y="2319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298" y="71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11"/>
            <p:cNvSpPr/>
            <p:nvPr/>
          </p:nvSpPr>
          <p:spPr>
            <a:xfrm>
              <a:off x="2643475" y="2319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298" y="71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11"/>
            <p:cNvSpPr/>
            <p:nvPr/>
          </p:nvSpPr>
          <p:spPr>
            <a:xfrm>
              <a:off x="2630975" y="23319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72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72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11"/>
            <p:cNvSpPr/>
            <p:nvPr/>
          </p:nvSpPr>
          <p:spPr>
            <a:xfrm>
              <a:off x="2656275" y="2331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72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2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11"/>
            <p:cNvSpPr/>
            <p:nvPr/>
          </p:nvSpPr>
          <p:spPr>
            <a:xfrm>
              <a:off x="2630975" y="23066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71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71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11"/>
            <p:cNvSpPr/>
            <p:nvPr/>
          </p:nvSpPr>
          <p:spPr>
            <a:xfrm>
              <a:off x="2656275" y="2306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71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71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11"/>
            <p:cNvSpPr/>
            <p:nvPr/>
          </p:nvSpPr>
          <p:spPr>
            <a:xfrm>
              <a:off x="2668775" y="22941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39"/>
                    <a:pt x="72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11"/>
            <p:cNvSpPr/>
            <p:nvPr/>
          </p:nvSpPr>
          <p:spPr>
            <a:xfrm>
              <a:off x="2643475" y="22941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39"/>
                    <a:pt x="84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11"/>
            <p:cNvSpPr/>
            <p:nvPr/>
          </p:nvSpPr>
          <p:spPr>
            <a:xfrm>
              <a:off x="2668775" y="2395650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55" y="1"/>
                  </a:moveTo>
                  <a:lnTo>
                    <a:pt x="155" y="1"/>
                  </a:lnTo>
                  <a:cubicBezTo>
                    <a:pt x="192" y="1"/>
                    <a:pt x="229" y="17"/>
                    <a:pt x="256" y="43"/>
                  </a:cubicBezTo>
                  <a:lnTo>
                    <a:pt x="256" y="43"/>
                  </a:lnTo>
                  <a:cubicBezTo>
                    <a:pt x="231" y="18"/>
                    <a:pt x="196" y="1"/>
                    <a:pt x="155" y="1"/>
                  </a:cubicBezTo>
                  <a:close/>
                  <a:moveTo>
                    <a:pt x="155" y="1"/>
                  </a:moveTo>
                  <a:cubicBezTo>
                    <a:pt x="60" y="1"/>
                    <a:pt x="0" y="61"/>
                    <a:pt x="0" y="144"/>
                  </a:cubicBezTo>
                  <a:cubicBezTo>
                    <a:pt x="0" y="72"/>
                    <a:pt x="60" y="1"/>
                    <a:pt x="155" y="1"/>
                  </a:cubicBezTo>
                  <a:close/>
                  <a:moveTo>
                    <a:pt x="256" y="43"/>
                  </a:moveTo>
                  <a:cubicBezTo>
                    <a:pt x="282" y="70"/>
                    <a:pt x="298" y="107"/>
                    <a:pt x="298" y="144"/>
                  </a:cubicBezTo>
                  <a:cubicBezTo>
                    <a:pt x="298" y="103"/>
                    <a:pt x="281" y="69"/>
                    <a:pt x="256" y="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11"/>
            <p:cNvSpPr/>
            <p:nvPr/>
          </p:nvSpPr>
          <p:spPr>
            <a:xfrm>
              <a:off x="2643475" y="2395650"/>
              <a:ext cx="7475" cy="3600"/>
            </a:xfrm>
            <a:custGeom>
              <a:avLst/>
              <a:gdLst/>
              <a:ahLst/>
              <a:cxnLst/>
              <a:rect l="l" t="t" r="r" b="b"/>
              <a:pathLst>
                <a:path w="299" h="144" extrusionOk="0">
                  <a:moveTo>
                    <a:pt x="155" y="1"/>
                  </a:moveTo>
                  <a:lnTo>
                    <a:pt x="155" y="1"/>
                  </a:lnTo>
                  <a:cubicBezTo>
                    <a:pt x="192" y="1"/>
                    <a:pt x="229" y="17"/>
                    <a:pt x="256" y="43"/>
                  </a:cubicBezTo>
                  <a:lnTo>
                    <a:pt x="256" y="43"/>
                  </a:lnTo>
                  <a:cubicBezTo>
                    <a:pt x="231" y="18"/>
                    <a:pt x="196" y="1"/>
                    <a:pt x="155" y="1"/>
                  </a:cubicBezTo>
                  <a:close/>
                  <a:moveTo>
                    <a:pt x="155" y="1"/>
                  </a:moveTo>
                  <a:cubicBezTo>
                    <a:pt x="60" y="1"/>
                    <a:pt x="0" y="61"/>
                    <a:pt x="0" y="144"/>
                  </a:cubicBezTo>
                  <a:cubicBezTo>
                    <a:pt x="0" y="72"/>
                    <a:pt x="60" y="1"/>
                    <a:pt x="155" y="1"/>
                  </a:cubicBezTo>
                  <a:close/>
                  <a:moveTo>
                    <a:pt x="256" y="43"/>
                  </a:moveTo>
                  <a:cubicBezTo>
                    <a:pt x="282" y="70"/>
                    <a:pt x="298" y="107"/>
                    <a:pt x="298" y="144"/>
                  </a:cubicBezTo>
                  <a:cubicBezTo>
                    <a:pt x="298" y="103"/>
                    <a:pt x="281" y="69"/>
                    <a:pt x="256" y="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11"/>
            <p:cNvSpPr/>
            <p:nvPr/>
          </p:nvSpPr>
          <p:spPr>
            <a:xfrm>
              <a:off x="2668775" y="23703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39"/>
                    <a:pt x="72" y="299"/>
                    <a:pt x="155" y="299"/>
                  </a:cubicBezTo>
                  <a:cubicBezTo>
                    <a:pt x="239" y="299"/>
                    <a:pt x="298" y="227"/>
                    <a:pt x="298" y="144"/>
                  </a:cubicBezTo>
                  <a:cubicBezTo>
                    <a:pt x="298" y="60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11"/>
            <p:cNvSpPr/>
            <p:nvPr/>
          </p:nvSpPr>
          <p:spPr>
            <a:xfrm>
              <a:off x="2643475" y="23703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39"/>
                    <a:pt x="84" y="299"/>
                    <a:pt x="155" y="299"/>
                  </a:cubicBezTo>
                  <a:cubicBezTo>
                    <a:pt x="239" y="299"/>
                    <a:pt x="298" y="227"/>
                    <a:pt x="298" y="144"/>
                  </a:cubicBezTo>
                  <a:cubicBezTo>
                    <a:pt x="298" y="60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11"/>
            <p:cNvSpPr/>
            <p:nvPr/>
          </p:nvSpPr>
          <p:spPr>
            <a:xfrm>
              <a:off x="2630975" y="23828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11"/>
            <p:cNvSpPr/>
            <p:nvPr/>
          </p:nvSpPr>
          <p:spPr>
            <a:xfrm>
              <a:off x="2656275" y="2382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11"/>
            <p:cNvSpPr/>
            <p:nvPr/>
          </p:nvSpPr>
          <p:spPr>
            <a:xfrm>
              <a:off x="2630975" y="2357550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43" y="1"/>
                  </a:moveTo>
                  <a:cubicBezTo>
                    <a:pt x="60" y="1"/>
                    <a:pt x="0" y="84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8" y="299"/>
                    <a:pt x="298" y="227"/>
                    <a:pt x="298" y="156"/>
                  </a:cubicBezTo>
                  <a:cubicBezTo>
                    <a:pt x="298" y="61"/>
                    <a:pt x="227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11"/>
            <p:cNvSpPr/>
            <p:nvPr/>
          </p:nvSpPr>
          <p:spPr>
            <a:xfrm>
              <a:off x="2656275" y="23575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1"/>
                  </a:moveTo>
                  <a:cubicBezTo>
                    <a:pt x="60" y="1"/>
                    <a:pt x="0" y="84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9" y="299"/>
                    <a:pt x="298" y="227"/>
                    <a:pt x="298" y="156"/>
                  </a:cubicBezTo>
                  <a:cubicBezTo>
                    <a:pt x="298" y="61"/>
                    <a:pt x="227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11"/>
            <p:cNvSpPr/>
            <p:nvPr/>
          </p:nvSpPr>
          <p:spPr>
            <a:xfrm>
              <a:off x="2668775" y="2344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298" y="71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11"/>
            <p:cNvSpPr/>
            <p:nvPr/>
          </p:nvSpPr>
          <p:spPr>
            <a:xfrm>
              <a:off x="2643475" y="2344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298" y="71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11"/>
            <p:cNvSpPr/>
            <p:nvPr/>
          </p:nvSpPr>
          <p:spPr>
            <a:xfrm>
              <a:off x="2668775" y="24462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55" y="0"/>
                  </a:moveTo>
                  <a:cubicBezTo>
                    <a:pt x="192" y="0"/>
                    <a:pt x="229" y="16"/>
                    <a:pt x="256" y="42"/>
                  </a:cubicBezTo>
                  <a:lnTo>
                    <a:pt x="256" y="42"/>
                  </a:lnTo>
                  <a:cubicBezTo>
                    <a:pt x="231" y="17"/>
                    <a:pt x="196" y="0"/>
                    <a:pt x="155" y="0"/>
                  </a:cubicBezTo>
                  <a:close/>
                  <a:moveTo>
                    <a:pt x="155" y="0"/>
                  </a:moveTo>
                  <a:cubicBezTo>
                    <a:pt x="60" y="0"/>
                    <a:pt x="0" y="60"/>
                    <a:pt x="0" y="143"/>
                  </a:cubicBezTo>
                  <a:cubicBezTo>
                    <a:pt x="0" y="71"/>
                    <a:pt x="60" y="0"/>
                    <a:pt x="155" y="0"/>
                  </a:cubicBezTo>
                  <a:close/>
                  <a:moveTo>
                    <a:pt x="256" y="42"/>
                  </a:moveTo>
                  <a:lnTo>
                    <a:pt x="256" y="42"/>
                  </a:lnTo>
                  <a:cubicBezTo>
                    <a:pt x="282" y="69"/>
                    <a:pt x="298" y="106"/>
                    <a:pt x="298" y="143"/>
                  </a:cubicBezTo>
                  <a:cubicBezTo>
                    <a:pt x="298" y="102"/>
                    <a:pt x="281" y="68"/>
                    <a:pt x="256" y="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11"/>
            <p:cNvSpPr/>
            <p:nvPr/>
          </p:nvSpPr>
          <p:spPr>
            <a:xfrm>
              <a:off x="2643475" y="24462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55" y="0"/>
                  </a:moveTo>
                  <a:cubicBezTo>
                    <a:pt x="192" y="0"/>
                    <a:pt x="229" y="16"/>
                    <a:pt x="256" y="42"/>
                  </a:cubicBezTo>
                  <a:lnTo>
                    <a:pt x="256" y="42"/>
                  </a:lnTo>
                  <a:cubicBezTo>
                    <a:pt x="231" y="17"/>
                    <a:pt x="196" y="0"/>
                    <a:pt x="155" y="0"/>
                  </a:cubicBezTo>
                  <a:close/>
                  <a:moveTo>
                    <a:pt x="155" y="0"/>
                  </a:moveTo>
                  <a:cubicBezTo>
                    <a:pt x="60" y="0"/>
                    <a:pt x="0" y="60"/>
                    <a:pt x="0" y="143"/>
                  </a:cubicBezTo>
                  <a:cubicBezTo>
                    <a:pt x="0" y="71"/>
                    <a:pt x="60" y="0"/>
                    <a:pt x="155" y="0"/>
                  </a:cubicBezTo>
                  <a:close/>
                  <a:moveTo>
                    <a:pt x="256" y="42"/>
                  </a:moveTo>
                  <a:lnTo>
                    <a:pt x="256" y="42"/>
                  </a:lnTo>
                  <a:cubicBezTo>
                    <a:pt x="282" y="69"/>
                    <a:pt x="298" y="106"/>
                    <a:pt x="298" y="143"/>
                  </a:cubicBezTo>
                  <a:cubicBezTo>
                    <a:pt x="298" y="102"/>
                    <a:pt x="281" y="68"/>
                    <a:pt x="256" y="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11"/>
            <p:cNvSpPr/>
            <p:nvPr/>
          </p:nvSpPr>
          <p:spPr>
            <a:xfrm>
              <a:off x="2668775" y="2420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26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1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11"/>
            <p:cNvSpPr/>
            <p:nvPr/>
          </p:nvSpPr>
          <p:spPr>
            <a:xfrm>
              <a:off x="2643475" y="2420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72" y="0"/>
                    <a:pt x="0" y="60"/>
                    <a:pt x="0" y="143"/>
                  </a:cubicBezTo>
                  <a:cubicBezTo>
                    <a:pt x="0" y="226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11"/>
            <p:cNvSpPr/>
            <p:nvPr/>
          </p:nvSpPr>
          <p:spPr>
            <a:xfrm>
              <a:off x="2630975" y="24334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11"/>
            <p:cNvSpPr/>
            <p:nvPr/>
          </p:nvSpPr>
          <p:spPr>
            <a:xfrm>
              <a:off x="2656275" y="2433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11"/>
            <p:cNvSpPr/>
            <p:nvPr/>
          </p:nvSpPr>
          <p:spPr>
            <a:xfrm>
              <a:off x="2630975" y="24081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11"/>
            <p:cNvSpPr/>
            <p:nvPr/>
          </p:nvSpPr>
          <p:spPr>
            <a:xfrm>
              <a:off x="2656275" y="2408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11"/>
            <p:cNvSpPr/>
            <p:nvPr/>
          </p:nvSpPr>
          <p:spPr>
            <a:xfrm>
              <a:off x="2668775" y="23956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168"/>
                    <a:pt x="0" y="191"/>
                    <a:pt x="24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215" y="299"/>
                    <a:pt x="274" y="251"/>
                    <a:pt x="286" y="203"/>
                  </a:cubicBezTo>
                  <a:cubicBezTo>
                    <a:pt x="298" y="191"/>
                    <a:pt x="298" y="168"/>
                    <a:pt x="298" y="144"/>
                  </a:cubicBezTo>
                  <a:cubicBezTo>
                    <a:pt x="298" y="61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11"/>
            <p:cNvSpPr/>
            <p:nvPr/>
          </p:nvSpPr>
          <p:spPr>
            <a:xfrm>
              <a:off x="2643475" y="23956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168"/>
                    <a:pt x="0" y="191"/>
                    <a:pt x="24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215" y="299"/>
                    <a:pt x="274" y="251"/>
                    <a:pt x="286" y="203"/>
                  </a:cubicBezTo>
                  <a:cubicBezTo>
                    <a:pt x="298" y="191"/>
                    <a:pt x="298" y="168"/>
                    <a:pt x="298" y="144"/>
                  </a:cubicBezTo>
                  <a:cubicBezTo>
                    <a:pt x="298" y="61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11"/>
            <p:cNvSpPr/>
            <p:nvPr/>
          </p:nvSpPr>
          <p:spPr>
            <a:xfrm>
              <a:off x="2668775" y="24968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55" y="0"/>
                  </a:moveTo>
                  <a:cubicBezTo>
                    <a:pt x="192" y="0"/>
                    <a:pt x="229" y="16"/>
                    <a:pt x="256" y="42"/>
                  </a:cubicBezTo>
                  <a:lnTo>
                    <a:pt x="256" y="42"/>
                  </a:lnTo>
                  <a:cubicBezTo>
                    <a:pt x="231" y="17"/>
                    <a:pt x="196" y="0"/>
                    <a:pt x="155" y="0"/>
                  </a:cubicBezTo>
                  <a:close/>
                  <a:moveTo>
                    <a:pt x="155" y="0"/>
                  </a:moveTo>
                  <a:cubicBezTo>
                    <a:pt x="60" y="0"/>
                    <a:pt x="0" y="60"/>
                    <a:pt x="0" y="143"/>
                  </a:cubicBezTo>
                  <a:cubicBezTo>
                    <a:pt x="0" y="72"/>
                    <a:pt x="60" y="0"/>
                    <a:pt x="155" y="0"/>
                  </a:cubicBezTo>
                  <a:close/>
                  <a:moveTo>
                    <a:pt x="256" y="42"/>
                  </a:moveTo>
                  <a:cubicBezTo>
                    <a:pt x="282" y="70"/>
                    <a:pt x="298" y="106"/>
                    <a:pt x="298" y="143"/>
                  </a:cubicBezTo>
                  <a:cubicBezTo>
                    <a:pt x="298" y="103"/>
                    <a:pt x="281" y="68"/>
                    <a:pt x="256" y="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1"/>
            <p:cNvSpPr/>
            <p:nvPr/>
          </p:nvSpPr>
          <p:spPr>
            <a:xfrm>
              <a:off x="2643475" y="2496875"/>
              <a:ext cx="7475" cy="3575"/>
            </a:xfrm>
            <a:custGeom>
              <a:avLst/>
              <a:gdLst/>
              <a:ahLst/>
              <a:cxnLst/>
              <a:rect l="l" t="t" r="r" b="b"/>
              <a:pathLst>
                <a:path w="299" h="143" extrusionOk="0">
                  <a:moveTo>
                    <a:pt x="155" y="0"/>
                  </a:moveTo>
                  <a:cubicBezTo>
                    <a:pt x="192" y="0"/>
                    <a:pt x="229" y="16"/>
                    <a:pt x="256" y="42"/>
                  </a:cubicBezTo>
                  <a:lnTo>
                    <a:pt x="256" y="42"/>
                  </a:lnTo>
                  <a:cubicBezTo>
                    <a:pt x="231" y="17"/>
                    <a:pt x="196" y="0"/>
                    <a:pt x="155" y="0"/>
                  </a:cubicBezTo>
                  <a:close/>
                  <a:moveTo>
                    <a:pt x="155" y="0"/>
                  </a:moveTo>
                  <a:cubicBezTo>
                    <a:pt x="60" y="0"/>
                    <a:pt x="0" y="60"/>
                    <a:pt x="0" y="143"/>
                  </a:cubicBezTo>
                  <a:cubicBezTo>
                    <a:pt x="0" y="72"/>
                    <a:pt x="60" y="0"/>
                    <a:pt x="155" y="0"/>
                  </a:cubicBezTo>
                  <a:close/>
                  <a:moveTo>
                    <a:pt x="256" y="42"/>
                  </a:moveTo>
                  <a:cubicBezTo>
                    <a:pt x="282" y="70"/>
                    <a:pt x="298" y="106"/>
                    <a:pt x="298" y="143"/>
                  </a:cubicBezTo>
                  <a:cubicBezTo>
                    <a:pt x="298" y="103"/>
                    <a:pt x="281" y="68"/>
                    <a:pt x="256" y="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1"/>
            <p:cNvSpPr/>
            <p:nvPr/>
          </p:nvSpPr>
          <p:spPr>
            <a:xfrm>
              <a:off x="2668775" y="2471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1"/>
            <p:cNvSpPr/>
            <p:nvPr/>
          </p:nvSpPr>
          <p:spPr>
            <a:xfrm>
              <a:off x="2643475" y="2471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1"/>
            <p:cNvSpPr/>
            <p:nvPr/>
          </p:nvSpPr>
          <p:spPr>
            <a:xfrm>
              <a:off x="2630975" y="24840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1"/>
            <p:cNvSpPr/>
            <p:nvPr/>
          </p:nvSpPr>
          <p:spPr>
            <a:xfrm>
              <a:off x="2656275" y="2484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11"/>
            <p:cNvSpPr/>
            <p:nvPr/>
          </p:nvSpPr>
          <p:spPr>
            <a:xfrm>
              <a:off x="2630975" y="24587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11"/>
            <p:cNvSpPr/>
            <p:nvPr/>
          </p:nvSpPr>
          <p:spPr>
            <a:xfrm>
              <a:off x="2656275" y="2458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1"/>
            <p:cNvSpPr/>
            <p:nvPr/>
          </p:nvSpPr>
          <p:spPr>
            <a:xfrm>
              <a:off x="2668775" y="2446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1"/>
            <p:cNvSpPr/>
            <p:nvPr/>
          </p:nvSpPr>
          <p:spPr>
            <a:xfrm>
              <a:off x="2643475" y="2446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1"/>
            <p:cNvSpPr/>
            <p:nvPr/>
          </p:nvSpPr>
          <p:spPr>
            <a:xfrm>
              <a:off x="2672650" y="2547475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0"/>
                    <a:pt x="143" y="72"/>
                    <a:pt x="143" y="143"/>
                  </a:cubicBezTo>
                  <a:cubicBezTo>
                    <a:pt x="143" y="72"/>
                    <a:pt x="84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1"/>
            <p:cNvSpPr/>
            <p:nvPr/>
          </p:nvSpPr>
          <p:spPr>
            <a:xfrm>
              <a:off x="2647350" y="2547475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0"/>
                    <a:pt x="143" y="72"/>
                    <a:pt x="143" y="143"/>
                  </a:cubicBezTo>
                  <a:cubicBezTo>
                    <a:pt x="143" y="72"/>
                    <a:pt x="84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11"/>
            <p:cNvSpPr/>
            <p:nvPr/>
          </p:nvSpPr>
          <p:spPr>
            <a:xfrm>
              <a:off x="2668775" y="2522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11"/>
            <p:cNvSpPr/>
            <p:nvPr/>
          </p:nvSpPr>
          <p:spPr>
            <a:xfrm>
              <a:off x="2643475" y="2522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11"/>
            <p:cNvSpPr/>
            <p:nvPr/>
          </p:nvSpPr>
          <p:spPr>
            <a:xfrm>
              <a:off x="2630975" y="25346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1"/>
            <p:cNvSpPr/>
            <p:nvPr/>
          </p:nvSpPr>
          <p:spPr>
            <a:xfrm>
              <a:off x="2656275" y="2534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1"/>
            <p:cNvSpPr/>
            <p:nvPr/>
          </p:nvSpPr>
          <p:spPr>
            <a:xfrm>
              <a:off x="2630975" y="25093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1"/>
            <p:cNvSpPr/>
            <p:nvPr/>
          </p:nvSpPr>
          <p:spPr>
            <a:xfrm>
              <a:off x="2656275" y="2509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1"/>
            <p:cNvSpPr/>
            <p:nvPr/>
          </p:nvSpPr>
          <p:spPr>
            <a:xfrm>
              <a:off x="2668775" y="2496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1"/>
            <p:cNvSpPr/>
            <p:nvPr/>
          </p:nvSpPr>
          <p:spPr>
            <a:xfrm>
              <a:off x="2643475" y="2496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1"/>
            <p:cNvSpPr/>
            <p:nvPr/>
          </p:nvSpPr>
          <p:spPr>
            <a:xfrm>
              <a:off x="2672650" y="2598075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0"/>
                    <a:pt x="143" y="72"/>
                    <a:pt x="143" y="143"/>
                  </a:cubicBezTo>
                  <a:cubicBezTo>
                    <a:pt x="143" y="72"/>
                    <a:pt x="84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1"/>
            <p:cNvSpPr/>
            <p:nvPr/>
          </p:nvSpPr>
          <p:spPr>
            <a:xfrm>
              <a:off x="2647350" y="2598075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0"/>
                    <a:pt x="143" y="72"/>
                    <a:pt x="143" y="143"/>
                  </a:cubicBezTo>
                  <a:cubicBezTo>
                    <a:pt x="143" y="72"/>
                    <a:pt x="84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1"/>
            <p:cNvSpPr/>
            <p:nvPr/>
          </p:nvSpPr>
          <p:spPr>
            <a:xfrm>
              <a:off x="2668775" y="2572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26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1"/>
            <p:cNvSpPr/>
            <p:nvPr/>
          </p:nvSpPr>
          <p:spPr>
            <a:xfrm>
              <a:off x="2643475" y="2572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72" y="0"/>
                    <a:pt x="0" y="60"/>
                    <a:pt x="0" y="143"/>
                  </a:cubicBezTo>
                  <a:cubicBezTo>
                    <a:pt x="0" y="226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1"/>
            <p:cNvSpPr/>
            <p:nvPr/>
          </p:nvSpPr>
          <p:spPr>
            <a:xfrm>
              <a:off x="2630975" y="25852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1"/>
            <p:cNvSpPr/>
            <p:nvPr/>
          </p:nvSpPr>
          <p:spPr>
            <a:xfrm>
              <a:off x="2656275" y="2585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1"/>
            <p:cNvSpPr/>
            <p:nvPr/>
          </p:nvSpPr>
          <p:spPr>
            <a:xfrm>
              <a:off x="2630975" y="25599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1"/>
            <p:cNvSpPr/>
            <p:nvPr/>
          </p:nvSpPr>
          <p:spPr>
            <a:xfrm>
              <a:off x="2656275" y="2559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1"/>
            <p:cNvSpPr/>
            <p:nvPr/>
          </p:nvSpPr>
          <p:spPr>
            <a:xfrm>
              <a:off x="2668775" y="2547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167"/>
                    <a:pt x="0" y="191"/>
                    <a:pt x="24" y="203"/>
                  </a:cubicBezTo>
                  <a:cubicBezTo>
                    <a:pt x="48" y="262"/>
                    <a:pt x="96" y="298"/>
                    <a:pt x="155" y="298"/>
                  </a:cubicBezTo>
                  <a:cubicBezTo>
                    <a:pt x="215" y="298"/>
                    <a:pt x="274" y="250"/>
                    <a:pt x="286" y="203"/>
                  </a:cubicBezTo>
                  <a:cubicBezTo>
                    <a:pt x="298" y="191"/>
                    <a:pt x="298" y="167"/>
                    <a:pt x="298" y="143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1"/>
            <p:cNvSpPr/>
            <p:nvPr/>
          </p:nvSpPr>
          <p:spPr>
            <a:xfrm>
              <a:off x="2643475" y="2547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167"/>
                    <a:pt x="0" y="191"/>
                    <a:pt x="24" y="203"/>
                  </a:cubicBezTo>
                  <a:cubicBezTo>
                    <a:pt x="48" y="262"/>
                    <a:pt x="96" y="298"/>
                    <a:pt x="155" y="298"/>
                  </a:cubicBezTo>
                  <a:cubicBezTo>
                    <a:pt x="215" y="298"/>
                    <a:pt x="274" y="250"/>
                    <a:pt x="286" y="203"/>
                  </a:cubicBezTo>
                  <a:cubicBezTo>
                    <a:pt x="298" y="191"/>
                    <a:pt x="298" y="167"/>
                    <a:pt x="298" y="143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1"/>
            <p:cNvSpPr/>
            <p:nvPr/>
          </p:nvSpPr>
          <p:spPr>
            <a:xfrm>
              <a:off x="2672650" y="2648675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0"/>
                    <a:pt x="143" y="72"/>
                    <a:pt x="143" y="143"/>
                  </a:cubicBezTo>
                  <a:cubicBezTo>
                    <a:pt x="143" y="72"/>
                    <a:pt x="84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1"/>
            <p:cNvSpPr/>
            <p:nvPr/>
          </p:nvSpPr>
          <p:spPr>
            <a:xfrm>
              <a:off x="2647350" y="2648675"/>
              <a:ext cx="3600" cy="3600"/>
            </a:xfrm>
            <a:custGeom>
              <a:avLst/>
              <a:gdLst/>
              <a:ahLst/>
              <a:cxnLst/>
              <a:rect l="l" t="t" r="r" b="b"/>
              <a:pathLst>
                <a:path w="144" h="144" extrusionOk="0">
                  <a:moveTo>
                    <a:pt x="0" y="0"/>
                  </a:moveTo>
                  <a:lnTo>
                    <a:pt x="0" y="0"/>
                  </a:lnTo>
                  <a:cubicBezTo>
                    <a:pt x="72" y="0"/>
                    <a:pt x="143" y="72"/>
                    <a:pt x="143" y="143"/>
                  </a:cubicBezTo>
                  <a:cubicBezTo>
                    <a:pt x="143" y="72"/>
                    <a:pt x="84" y="0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1"/>
            <p:cNvSpPr/>
            <p:nvPr/>
          </p:nvSpPr>
          <p:spPr>
            <a:xfrm>
              <a:off x="2668775" y="2623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1"/>
            <p:cNvSpPr/>
            <p:nvPr/>
          </p:nvSpPr>
          <p:spPr>
            <a:xfrm>
              <a:off x="2643475" y="2623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1"/>
            <p:cNvSpPr/>
            <p:nvPr/>
          </p:nvSpPr>
          <p:spPr>
            <a:xfrm>
              <a:off x="2630975" y="26358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7"/>
                    <a:pt x="298" y="155"/>
                  </a:cubicBezTo>
                  <a:cubicBezTo>
                    <a:pt x="298" y="84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1"/>
            <p:cNvSpPr/>
            <p:nvPr/>
          </p:nvSpPr>
          <p:spPr>
            <a:xfrm>
              <a:off x="2656275" y="2635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1"/>
            <p:cNvSpPr/>
            <p:nvPr/>
          </p:nvSpPr>
          <p:spPr>
            <a:xfrm>
              <a:off x="2630975" y="26105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7"/>
                    <a:pt x="298" y="155"/>
                  </a:cubicBezTo>
                  <a:cubicBezTo>
                    <a:pt x="298" y="84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1"/>
            <p:cNvSpPr/>
            <p:nvPr/>
          </p:nvSpPr>
          <p:spPr>
            <a:xfrm>
              <a:off x="2656275" y="2610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1"/>
            <p:cNvSpPr/>
            <p:nvPr/>
          </p:nvSpPr>
          <p:spPr>
            <a:xfrm>
              <a:off x="2668775" y="2598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1"/>
            <p:cNvSpPr/>
            <p:nvPr/>
          </p:nvSpPr>
          <p:spPr>
            <a:xfrm>
              <a:off x="2643475" y="2598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1"/>
            <p:cNvSpPr/>
            <p:nvPr/>
          </p:nvSpPr>
          <p:spPr>
            <a:xfrm>
              <a:off x="2668775" y="2699575"/>
              <a:ext cx="7475" cy="3900"/>
            </a:xfrm>
            <a:custGeom>
              <a:avLst/>
              <a:gdLst/>
              <a:ahLst/>
              <a:cxnLst/>
              <a:rect l="l" t="t" r="r" b="b"/>
              <a:pathLst>
                <a:path w="299" h="156" extrusionOk="0">
                  <a:moveTo>
                    <a:pt x="155" y="0"/>
                  </a:moveTo>
                  <a:lnTo>
                    <a:pt x="155" y="0"/>
                  </a:lnTo>
                  <a:cubicBezTo>
                    <a:pt x="196" y="0"/>
                    <a:pt x="238" y="20"/>
                    <a:pt x="265" y="55"/>
                  </a:cubicBezTo>
                  <a:lnTo>
                    <a:pt x="265" y="55"/>
                  </a:lnTo>
                  <a:cubicBezTo>
                    <a:pt x="240" y="22"/>
                    <a:pt x="201" y="0"/>
                    <a:pt x="155" y="0"/>
                  </a:cubicBezTo>
                  <a:close/>
                  <a:moveTo>
                    <a:pt x="155" y="0"/>
                  </a:moveTo>
                  <a:cubicBezTo>
                    <a:pt x="60" y="0"/>
                    <a:pt x="0" y="60"/>
                    <a:pt x="0" y="155"/>
                  </a:cubicBezTo>
                  <a:cubicBezTo>
                    <a:pt x="0" y="72"/>
                    <a:pt x="60" y="0"/>
                    <a:pt x="155" y="0"/>
                  </a:cubicBezTo>
                  <a:close/>
                  <a:moveTo>
                    <a:pt x="265" y="55"/>
                  </a:moveTo>
                  <a:lnTo>
                    <a:pt x="265" y="55"/>
                  </a:lnTo>
                  <a:cubicBezTo>
                    <a:pt x="286" y="82"/>
                    <a:pt x="298" y="117"/>
                    <a:pt x="298" y="155"/>
                  </a:cubicBezTo>
                  <a:cubicBezTo>
                    <a:pt x="298" y="115"/>
                    <a:pt x="285" y="81"/>
                    <a:pt x="265" y="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1"/>
            <p:cNvSpPr/>
            <p:nvPr/>
          </p:nvSpPr>
          <p:spPr>
            <a:xfrm>
              <a:off x="2647350" y="2699575"/>
              <a:ext cx="3600" cy="3900"/>
            </a:xfrm>
            <a:custGeom>
              <a:avLst/>
              <a:gdLst/>
              <a:ahLst/>
              <a:cxnLst/>
              <a:rect l="l" t="t" r="r" b="b"/>
              <a:pathLst>
                <a:path w="144" h="156" extrusionOk="0">
                  <a:moveTo>
                    <a:pt x="0" y="0"/>
                  </a:moveTo>
                  <a:lnTo>
                    <a:pt x="0" y="0"/>
                  </a:lnTo>
                  <a:cubicBezTo>
                    <a:pt x="41" y="0"/>
                    <a:pt x="83" y="20"/>
                    <a:pt x="110" y="55"/>
                  </a:cubicBezTo>
                  <a:lnTo>
                    <a:pt x="110" y="55"/>
                  </a:lnTo>
                  <a:cubicBezTo>
                    <a:pt x="85" y="22"/>
                    <a:pt x="46" y="0"/>
                    <a:pt x="0" y="0"/>
                  </a:cubicBezTo>
                  <a:close/>
                  <a:moveTo>
                    <a:pt x="110" y="55"/>
                  </a:moveTo>
                  <a:cubicBezTo>
                    <a:pt x="131" y="82"/>
                    <a:pt x="143" y="117"/>
                    <a:pt x="143" y="155"/>
                  </a:cubicBezTo>
                  <a:cubicBezTo>
                    <a:pt x="143" y="115"/>
                    <a:pt x="130" y="81"/>
                    <a:pt x="110" y="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1"/>
            <p:cNvSpPr/>
            <p:nvPr/>
          </p:nvSpPr>
          <p:spPr>
            <a:xfrm>
              <a:off x="2668775" y="2673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cubicBezTo>
                    <a:pt x="239" y="298"/>
                    <a:pt x="298" y="227"/>
                    <a:pt x="298" y="143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1"/>
            <p:cNvSpPr/>
            <p:nvPr/>
          </p:nvSpPr>
          <p:spPr>
            <a:xfrm>
              <a:off x="2643475" y="2673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9" y="298"/>
                    <a:pt x="298" y="227"/>
                    <a:pt x="298" y="143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1"/>
            <p:cNvSpPr/>
            <p:nvPr/>
          </p:nvSpPr>
          <p:spPr>
            <a:xfrm>
              <a:off x="2630975" y="2686475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9"/>
                    <a:pt x="72" y="298"/>
                    <a:pt x="143" y="298"/>
                  </a:cubicBezTo>
                  <a:cubicBezTo>
                    <a:pt x="238" y="298"/>
                    <a:pt x="298" y="227"/>
                    <a:pt x="298" y="155"/>
                  </a:cubicBezTo>
                  <a:cubicBezTo>
                    <a:pt x="298" y="84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1"/>
            <p:cNvSpPr/>
            <p:nvPr/>
          </p:nvSpPr>
          <p:spPr>
            <a:xfrm>
              <a:off x="2656275" y="2686475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9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1"/>
            <p:cNvSpPr/>
            <p:nvPr/>
          </p:nvSpPr>
          <p:spPr>
            <a:xfrm>
              <a:off x="2630975" y="26611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7"/>
                    <a:pt x="298" y="155"/>
                  </a:cubicBezTo>
                  <a:cubicBezTo>
                    <a:pt x="298" y="84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1"/>
            <p:cNvSpPr/>
            <p:nvPr/>
          </p:nvSpPr>
          <p:spPr>
            <a:xfrm>
              <a:off x="2656275" y="2661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9" y="298"/>
                    <a:pt x="298" y="227"/>
                    <a:pt x="298" y="155"/>
                  </a:cubicBezTo>
                  <a:cubicBezTo>
                    <a:pt x="298" y="84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1"/>
            <p:cNvSpPr/>
            <p:nvPr/>
          </p:nvSpPr>
          <p:spPr>
            <a:xfrm>
              <a:off x="2668775" y="2648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cubicBezTo>
                    <a:pt x="239" y="298"/>
                    <a:pt x="298" y="227"/>
                    <a:pt x="298" y="143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1"/>
            <p:cNvSpPr/>
            <p:nvPr/>
          </p:nvSpPr>
          <p:spPr>
            <a:xfrm>
              <a:off x="2643475" y="2648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9" y="298"/>
                    <a:pt x="298" y="227"/>
                    <a:pt x="298" y="143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1"/>
            <p:cNvSpPr/>
            <p:nvPr/>
          </p:nvSpPr>
          <p:spPr>
            <a:xfrm>
              <a:off x="2668775" y="2699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55"/>
                  </a:cubicBezTo>
                  <a:cubicBezTo>
                    <a:pt x="0" y="167"/>
                    <a:pt x="0" y="191"/>
                    <a:pt x="24" y="215"/>
                  </a:cubicBezTo>
                  <a:cubicBezTo>
                    <a:pt x="48" y="262"/>
                    <a:pt x="96" y="298"/>
                    <a:pt x="155" y="298"/>
                  </a:cubicBezTo>
                  <a:cubicBezTo>
                    <a:pt x="215" y="298"/>
                    <a:pt x="274" y="250"/>
                    <a:pt x="286" y="215"/>
                  </a:cubicBezTo>
                  <a:cubicBezTo>
                    <a:pt x="298" y="191"/>
                    <a:pt x="298" y="167"/>
                    <a:pt x="298" y="155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1"/>
            <p:cNvSpPr/>
            <p:nvPr/>
          </p:nvSpPr>
          <p:spPr>
            <a:xfrm>
              <a:off x="2644075" y="2699575"/>
              <a:ext cx="6875" cy="5675"/>
            </a:xfrm>
            <a:custGeom>
              <a:avLst/>
              <a:gdLst/>
              <a:ahLst/>
              <a:cxnLst/>
              <a:rect l="l" t="t" r="r" b="b"/>
              <a:pathLst>
                <a:path w="275" h="227" extrusionOk="0">
                  <a:moveTo>
                    <a:pt x="131" y="0"/>
                  </a:moveTo>
                  <a:cubicBezTo>
                    <a:pt x="72" y="0"/>
                    <a:pt x="24" y="36"/>
                    <a:pt x="0" y="72"/>
                  </a:cubicBezTo>
                  <a:cubicBezTo>
                    <a:pt x="84" y="119"/>
                    <a:pt x="179" y="179"/>
                    <a:pt x="250" y="226"/>
                  </a:cubicBezTo>
                  <a:lnTo>
                    <a:pt x="262" y="215"/>
                  </a:lnTo>
                  <a:cubicBezTo>
                    <a:pt x="274" y="179"/>
                    <a:pt x="274" y="167"/>
                    <a:pt x="274" y="155"/>
                  </a:cubicBezTo>
                  <a:cubicBezTo>
                    <a:pt x="274" y="60"/>
                    <a:pt x="203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11"/>
            <p:cNvSpPr/>
            <p:nvPr/>
          </p:nvSpPr>
          <p:spPr>
            <a:xfrm>
              <a:off x="2617875" y="2243550"/>
              <a:ext cx="4175" cy="3600"/>
            </a:xfrm>
            <a:custGeom>
              <a:avLst/>
              <a:gdLst/>
              <a:ahLst/>
              <a:cxnLst/>
              <a:rect l="l" t="t" r="r" b="b"/>
              <a:pathLst>
                <a:path w="167" h="144" extrusionOk="0">
                  <a:moveTo>
                    <a:pt x="167" y="1"/>
                  </a:moveTo>
                  <a:lnTo>
                    <a:pt x="167" y="1"/>
                  </a:lnTo>
                  <a:cubicBezTo>
                    <a:pt x="72" y="1"/>
                    <a:pt x="0" y="72"/>
                    <a:pt x="12" y="144"/>
                  </a:cubicBezTo>
                  <a:cubicBezTo>
                    <a:pt x="12" y="72"/>
                    <a:pt x="72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11"/>
            <p:cNvSpPr/>
            <p:nvPr/>
          </p:nvSpPr>
          <p:spPr>
            <a:xfrm>
              <a:off x="2592575" y="2243550"/>
              <a:ext cx="7750" cy="3600"/>
            </a:xfrm>
            <a:custGeom>
              <a:avLst/>
              <a:gdLst/>
              <a:ahLst/>
              <a:cxnLst/>
              <a:rect l="l" t="t" r="r" b="b"/>
              <a:pathLst>
                <a:path w="310" h="144" extrusionOk="0">
                  <a:moveTo>
                    <a:pt x="167" y="1"/>
                  </a:moveTo>
                  <a:lnTo>
                    <a:pt x="167" y="1"/>
                  </a:lnTo>
                  <a:cubicBezTo>
                    <a:pt x="72" y="1"/>
                    <a:pt x="0" y="72"/>
                    <a:pt x="12" y="144"/>
                  </a:cubicBezTo>
                  <a:cubicBezTo>
                    <a:pt x="12" y="72"/>
                    <a:pt x="72" y="1"/>
                    <a:pt x="167" y="1"/>
                  </a:cubicBezTo>
                  <a:close/>
                  <a:moveTo>
                    <a:pt x="167" y="1"/>
                  </a:moveTo>
                  <a:lnTo>
                    <a:pt x="167" y="1"/>
                  </a:lnTo>
                  <a:cubicBezTo>
                    <a:pt x="239" y="1"/>
                    <a:pt x="310" y="72"/>
                    <a:pt x="310" y="144"/>
                  </a:cubicBezTo>
                  <a:cubicBezTo>
                    <a:pt x="310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11"/>
            <p:cNvSpPr/>
            <p:nvPr/>
          </p:nvSpPr>
          <p:spPr>
            <a:xfrm>
              <a:off x="2618175" y="22182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39"/>
                    <a:pt x="84" y="299"/>
                    <a:pt x="155" y="299"/>
                  </a:cubicBezTo>
                  <a:cubicBezTo>
                    <a:pt x="203" y="299"/>
                    <a:pt x="227" y="275"/>
                    <a:pt x="262" y="251"/>
                  </a:cubicBezTo>
                  <a:cubicBezTo>
                    <a:pt x="286" y="215"/>
                    <a:pt x="298" y="191"/>
                    <a:pt x="298" y="144"/>
                  </a:cubicBezTo>
                  <a:cubicBezTo>
                    <a:pt x="298" y="96"/>
                    <a:pt x="286" y="72"/>
                    <a:pt x="262" y="37"/>
                  </a:cubicBezTo>
                  <a:cubicBezTo>
                    <a:pt x="227" y="13"/>
                    <a:pt x="203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11"/>
            <p:cNvSpPr/>
            <p:nvPr/>
          </p:nvSpPr>
          <p:spPr>
            <a:xfrm>
              <a:off x="2596750" y="2222725"/>
              <a:ext cx="3300" cy="3000"/>
            </a:xfrm>
            <a:custGeom>
              <a:avLst/>
              <a:gdLst/>
              <a:ahLst/>
              <a:cxnLst/>
              <a:rect l="l" t="t" r="r" b="b"/>
              <a:pathLst>
                <a:path w="132" h="120" extrusionOk="0">
                  <a:moveTo>
                    <a:pt x="131" y="0"/>
                  </a:moveTo>
                  <a:cubicBezTo>
                    <a:pt x="83" y="36"/>
                    <a:pt x="36" y="72"/>
                    <a:pt x="0" y="120"/>
                  </a:cubicBezTo>
                  <a:cubicBezTo>
                    <a:pt x="72" y="120"/>
                    <a:pt x="131" y="72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11"/>
            <p:cNvSpPr/>
            <p:nvPr/>
          </p:nvSpPr>
          <p:spPr>
            <a:xfrm>
              <a:off x="2583350" y="2234025"/>
              <a:ext cx="4475" cy="4225"/>
            </a:xfrm>
            <a:custGeom>
              <a:avLst/>
              <a:gdLst/>
              <a:ahLst/>
              <a:cxnLst/>
              <a:rect l="l" t="t" r="r" b="b"/>
              <a:pathLst>
                <a:path w="179" h="169" extrusionOk="0">
                  <a:moveTo>
                    <a:pt x="179" y="1"/>
                  </a:moveTo>
                  <a:cubicBezTo>
                    <a:pt x="119" y="60"/>
                    <a:pt x="60" y="108"/>
                    <a:pt x="0" y="168"/>
                  </a:cubicBezTo>
                  <a:lnTo>
                    <a:pt x="24" y="168"/>
                  </a:lnTo>
                  <a:cubicBezTo>
                    <a:pt x="30" y="168"/>
                    <a:pt x="36" y="169"/>
                    <a:pt x="42" y="169"/>
                  </a:cubicBezTo>
                  <a:cubicBezTo>
                    <a:pt x="118" y="169"/>
                    <a:pt x="179" y="102"/>
                    <a:pt x="179" y="25"/>
                  </a:cubicBezTo>
                  <a:lnTo>
                    <a:pt x="1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1"/>
            <p:cNvSpPr/>
            <p:nvPr/>
          </p:nvSpPr>
          <p:spPr>
            <a:xfrm>
              <a:off x="2605675" y="2230750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43" y="1"/>
                  </a:moveTo>
                  <a:cubicBezTo>
                    <a:pt x="60" y="1"/>
                    <a:pt x="0" y="72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8" y="299"/>
                    <a:pt x="298" y="227"/>
                    <a:pt x="298" y="156"/>
                  </a:cubicBezTo>
                  <a:cubicBezTo>
                    <a:pt x="298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1"/>
            <p:cNvSpPr/>
            <p:nvPr/>
          </p:nvSpPr>
          <p:spPr>
            <a:xfrm>
              <a:off x="2617875" y="2294150"/>
              <a:ext cx="4175" cy="3600"/>
            </a:xfrm>
            <a:custGeom>
              <a:avLst/>
              <a:gdLst/>
              <a:ahLst/>
              <a:cxnLst/>
              <a:rect l="l" t="t" r="r" b="b"/>
              <a:pathLst>
                <a:path w="167" h="144" extrusionOk="0">
                  <a:moveTo>
                    <a:pt x="167" y="1"/>
                  </a:moveTo>
                  <a:cubicBezTo>
                    <a:pt x="72" y="1"/>
                    <a:pt x="0" y="72"/>
                    <a:pt x="12" y="144"/>
                  </a:cubicBezTo>
                  <a:cubicBezTo>
                    <a:pt x="12" y="72"/>
                    <a:pt x="72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1"/>
            <p:cNvSpPr/>
            <p:nvPr/>
          </p:nvSpPr>
          <p:spPr>
            <a:xfrm>
              <a:off x="2592575" y="2294150"/>
              <a:ext cx="7750" cy="3600"/>
            </a:xfrm>
            <a:custGeom>
              <a:avLst/>
              <a:gdLst/>
              <a:ahLst/>
              <a:cxnLst/>
              <a:rect l="l" t="t" r="r" b="b"/>
              <a:pathLst>
                <a:path w="310" h="144" extrusionOk="0">
                  <a:moveTo>
                    <a:pt x="167" y="1"/>
                  </a:moveTo>
                  <a:cubicBezTo>
                    <a:pt x="72" y="1"/>
                    <a:pt x="0" y="72"/>
                    <a:pt x="12" y="144"/>
                  </a:cubicBezTo>
                  <a:cubicBezTo>
                    <a:pt x="12" y="72"/>
                    <a:pt x="72" y="1"/>
                    <a:pt x="167" y="1"/>
                  </a:cubicBezTo>
                  <a:close/>
                  <a:moveTo>
                    <a:pt x="167" y="1"/>
                  </a:moveTo>
                  <a:lnTo>
                    <a:pt x="167" y="1"/>
                  </a:lnTo>
                  <a:cubicBezTo>
                    <a:pt x="239" y="1"/>
                    <a:pt x="310" y="72"/>
                    <a:pt x="310" y="144"/>
                  </a:cubicBezTo>
                  <a:cubicBezTo>
                    <a:pt x="310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1"/>
            <p:cNvSpPr/>
            <p:nvPr/>
          </p:nvSpPr>
          <p:spPr>
            <a:xfrm>
              <a:off x="2618175" y="22688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15"/>
                    <a:pt x="84" y="299"/>
                    <a:pt x="155" y="299"/>
                  </a:cubicBezTo>
                  <a:cubicBezTo>
                    <a:pt x="203" y="299"/>
                    <a:pt x="227" y="275"/>
                    <a:pt x="262" y="251"/>
                  </a:cubicBezTo>
                  <a:cubicBezTo>
                    <a:pt x="286" y="215"/>
                    <a:pt x="298" y="191"/>
                    <a:pt x="298" y="144"/>
                  </a:cubicBezTo>
                  <a:cubicBezTo>
                    <a:pt x="298" y="96"/>
                    <a:pt x="286" y="72"/>
                    <a:pt x="262" y="37"/>
                  </a:cubicBezTo>
                  <a:cubicBezTo>
                    <a:pt x="227" y="13"/>
                    <a:pt x="203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1"/>
            <p:cNvSpPr/>
            <p:nvPr/>
          </p:nvSpPr>
          <p:spPr>
            <a:xfrm>
              <a:off x="2592875" y="2268850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15"/>
                    <a:pt x="84" y="299"/>
                    <a:pt x="155" y="299"/>
                  </a:cubicBezTo>
                  <a:cubicBezTo>
                    <a:pt x="238" y="299"/>
                    <a:pt x="298" y="215"/>
                    <a:pt x="298" y="144"/>
                  </a:cubicBez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11"/>
            <p:cNvSpPr/>
            <p:nvPr/>
          </p:nvSpPr>
          <p:spPr>
            <a:xfrm>
              <a:off x="2580375" y="22813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71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71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11"/>
            <p:cNvSpPr/>
            <p:nvPr/>
          </p:nvSpPr>
          <p:spPr>
            <a:xfrm>
              <a:off x="2605675" y="22813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71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71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11"/>
            <p:cNvSpPr/>
            <p:nvPr/>
          </p:nvSpPr>
          <p:spPr>
            <a:xfrm>
              <a:off x="2580375" y="2256050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43" y="1"/>
                  </a:moveTo>
                  <a:cubicBezTo>
                    <a:pt x="60" y="1"/>
                    <a:pt x="0" y="72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8" y="299"/>
                    <a:pt x="298" y="227"/>
                    <a:pt x="298" y="156"/>
                  </a:cubicBezTo>
                  <a:cubicBezTo>
                    <a:pt x="298" y="72"/>
                    <a:pt x="227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1"/>
            <p:cNvSpPr/>
            <p:nvPr/>
          </p:nvSpPr>
          <p:spPr>
            <a:xfrm>
              <a:off x="2605675" y="2256050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43" y="1"/>
                  </a:moveTo>
                  <a:cubicBezTo>
                    <a:pt x="60" y="1"/>
                    <a:pt x="0" y="72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8" y="299"/>
                    <a:pt x="298" y="227"/>
                    <a:pt x="298" y="156"/>
                  </a:cubicBezTo>
                  <a:cubicBezTo>
                    <a:pt x="298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1"/>
            <p:cNvSpPr/>
            <p:nvPr/>
          </p:nvSpPr>
          <p:spPr>
            <a:xfrm>
              <a:off x="2567575" y="2294150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1"/>
                  </a:moveTo>
                  <a:cubicBezTo>
                    <a:pt x="75" y="1"/>
                    <a:pt x="20" y="51"/>
                    <a:pt x="5" y="110"/>
                  </a:cubicBezTo>
                  <a:lnTo>
                    <a:pt x="5" y="110"/>
                  </a:lnTo>
                  <a:cubicBezTo>
                    <a:pt x="31" y="54"/>
                    <a:pt x="88" y="1"/>
                    <a:pt x="155" y="1"/>
                  </a:cubicBezTo>
                  <a:close/>
                  <a:moveTo>
                    <a:pt x="5" y="110"/>
                  </a:moveTo>
                  <a:lnTo>
                    <a:pt x="5" y="110"/>
                  </a:lnTo>
                  <a:cubicBezTo>
                    <a:pt x="3" y="113"/>
                    <a:pt x="2" y="117"/>
                    <a:pt x="0" y="120"/>
                  </a:cubicBezTo>
                  <a:lnTo>
                    <a:pt x="0" y="144"/>
                  </a:lnTo>
                  <a:cubicBezTo>
                    <a:pt x="0" y="132"/>
                    <a:pt x="2" y="121"/>
                    <a:pt x="5" y="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11"/>
            <p:cNvSpPr/>
            <p:nvPr/>
          </p:nvSpPr>
          <p:spPr>
            <a:xfrm>
              <a:off x="2567275" y="2268850"/>
              <a:ext cx="3900" cy="7500"/>
            </a:xfrm>
            <a:custGeom>
              <a:avLst/>
              <a:gdLst/>
              <a:ahLst/>
              <a:cxnLst/>
              <a:rect l="l" t="t" r="r" b="b"/>
              <a:pathLst>
                <a:path w="156" h="300" extrusionOk="0">
                  <a:moveTo>
                    <a:pt x="155" y="1"/>
                  </a:moveTo>
                  <a:cubicBezTo>
                    <a:pt x="72" y="1"/>
                    <a:pt x="0" y="60"/>
                    <a:pt x="0" y="144"/>
                  </a:cubicBezTo>
                  <a:cubicBezTo>
                    <a:pt x="0" y="72"/>
                    <a:pt x="72" y="1"/>
                    <a:pt x="155" y="1"/>
                  </a:cubicBezTo>
                  <a:close/>
                  <a:moveTo>
                    <a:pt x="0" y="144"/>
                  </a:moveTo>
                  <a:cubicBezTo>
                    <a:pt x="0" y="232"/>
                    <a:pt x="62" y="300"/>
                    <a:pt x="137" y="300"/>
                  </a:cubicBezTo>
                  <a:cubicBezTo>
                    <a:pt x="143" y="300"/>
                    <a:pt x="149" y="299"/>
                    <a:pt x="155" y="299"/>
                  </a:cubicBezTo>
                  <a:cubicBezTo>
                    <a:pt x="72" y="299"/>
                    <a:pt x="0" y="215"/>
                    <a:pt x="0" y="14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11"/>
            <p:cNvSpPr/>
            <p:nvPr/>
          </p:nvSpPr>
          <p:spPr>
            <a:xfrm>
              <a:off x="2618175" y="22435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156"/>
                    <a:pt x="0" y="191"/>
                    <a:pt x="24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203" y="299"/>
                    <a:pt x="227" y="275"/>
                    <a:pt x="262" y="251"/>
                  </a:cubicBezTo>
                  <a:cubicBezTo>
                    <a:pt x="274" y="227"/>
                    <a:pt x="286" y="215"/>
                    <a:pt x="286" y="203"/>
                  </a:cubicBezTo>
                  <a:cubicBezTo>
                    <a:pt x="298" y="191"/>
                    <a:pt x="298" y="156"/>
                    <a:pt x="298" y="144"/>
                  </a:cubicBezTo>
                  <a:cubicBezTo>
                    <a:pt x="298" y="96"/>
                    <a:pt x="286" y="72"/>
                    <a:pt x="262" y="37"/>
                  </a:cubicBezTo>
                  <a:cubicBezTo>
                    <a:pt x="227" y="13"/>
                    <a:pt x="203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11"/>
            <p:cNvSpPr/>
            <p:nvPr/>
          </p:nvSpPr>
          <p:spPr>
            <a:xfrm>
              <a:off x="2592875" y="2243550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156"/>
                    <a:pt x="0" y="191"/>
                    <a:pt x="24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215" y="299"/>
                    <a:pt x="274" y="251"/>
                    <a:pt x="286" y="203"/>
                  </a:cubicBezTo>
                  <a:cubicBezTo>
                    <a:pt x="298" y="191"/>
                    <a:pt x="298" y="156"/>
                    <a:pt x="298" y="144"/>
                  </a:cubicBez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11"/>
            <p:cNvSpPr/>
            <p:nvPr/>
          </p:nvSpPr>
          <p:spPr>
            <a:xfrm>
              <a:off x="2571150" y="22513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1"/>
            <p:cNvSpPr/>
            <p:nvPr/>
          </p:nvSpPr>
          <p:spPr>
            <a:xfrm>
              <a:off x="2617875" y="2344775"/>
              <a:ext cx="6875" cy="3575"/>
            </a:xfrm>
            <a:custGeom>
              <a:avLst/>
              <a:gdLst/>
              <a:ahLst/>
              <a:cxnLst/>
              <a:rect l="l" t="t" r="r" b="b"/>
              <a:pathLst>
                <a:path w="275" h="143" extrusionOk="0">
                  <a:moveTo>
                    <a:pt x="167" y="0"/>
                  </a:moveTo>
                  <a:cubicBezTo>
                    <a:pt x="215" y="0"/>
                    <a:pt x="239" y="24"/>
                    <a:pt x="274" y="36"/>
                  </a:cubicBezTo>
                  <a:cubicBezTo>
                    <a:pt x="239" y="12"/>
                    <a:pt x="215" y="0"/>
                    <a:pt x="167" y="0"/>
                  </a:cubicBezTo>
                  <a:close/>
                  <a:moveTo>
                    <a:pt x="167" y="0"/>
                  </a:moveTo>
                  <a:cubicBezTo>
                    <a:pt x="72" y="0"/>
                    <a:pt x="0" y="72"/>
                    <a:pt x="12" y="143"/>
                  </a:cubicBezTo>
                  <a:cubicBezTo>
                    <a:pt x="12" y="72"/>
                    <a:pt x="72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1"/>
            <p:cNvSpPr/>
            <p:nvPr/>
          </p:nvSpPr>
          <p:spPr>
            <a:xfrm>
              <a:off x="2592575" y="2344775"/>
              <a:ext cx="7750" cy="3575"/>
            </a:xfrm>
            <a:custGeom>
              <a:avLst/>
              <a:gdLst/>
              <a:ahLst/>
              <a:cxnLst/>
              <a:rect l="l" t="t" r="r" b="b"/>
              <a:pathLst>
                <a:path w="310" h="143" extrusionOk="0">
                  <a:moveTo>
                    <a:pt x="167" y="0"/>
                  </a:moveTo>
                  <a:cubicBezTo>
                    <a:pt x="72" y="0"/>
                    <a:pt x="0" y="72"/>
                    <a:pt x="12" y="143"/>
                  </a:cubicBezTo>
                  <a:cubicBezTo>
                    <a:pt x="12" y="72"/>
                    <a:pt x="72" y="0"/>
                    <a:pt x="167" y="0"/>
                  </a:cubicBezTo>
                  <a:close/>
                  <a:moveTo>
                    <a:pt x="167" y="0"/>
                  </a:moveTo>
                  <a:lnTo>
                    <a:pt x="167" y="0"/>
                  </a:lnTo>
                  <a:cubicBezTo>
                    <a:pt x="239" y="0"/>
                    <a:pt x="310" y="71"/>
                    <a:pt x="310" y="143"/>
                  </a:cubicBezTo>
                  <a:cubicBezTo>
                    <a:pt x="310" y="71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1"/>
            <p:cNvSpPr/>
            <p:nvPr/>
          </p:nvSpPr>
          <p:spPr>
            <a:xfrm>
              <a:off x="2618175" y="2319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03" y="298"/>
                    <a:pt x="227" y="274"/>
                    <a:pt x="262" y="250"/>
                  </a:cubicBezTo>
                  <a:cubicBezTo>
                    <a:pt x="286" y="214"/>
                    <a:pt x="298" y="191"/>
                    <a:pt x="298" y="143"/>
                  </a:cubicBezTo>
                  <a:cubicBezTo>
                    <a:pt x="298" y="95"/>
                    <a:pt x="286" y="71"/>
                    <a:pt x="262" y="36"/>
                  </a:cubicBezTo>
                  <a:cubicBezTo>
                    <a:pt x="227" y="24"/>
                    <a:pt x="203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1"/>
            <p:cNvSpPr/>
            <p:nvPr/>
          </p:nvSpPr>
          <p:spPr>
            <a:xfrm>
              <a:off x="2592875" y="23194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8" y="298"/>
                    <a:pt x="298" y="214"/>
                    <a:pt x="298" y="143"/>
                  </a:cubicBezTo>
                  <a:cubicBezTo>
                    <a:pt x="298" y="71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11"/>
            <p:cNvSpPr/>
            <p:nvPr/>
          </p:nvSpPr>
          <p:spPr>
            <a:xfrm>
              <a:off x="2580375" y="23319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72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72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11"/>
            <p:cNvSpPr/>
            <p:nvPr/>
          </p:nvSpPr>
          <p:spPr>
            <a:xfrm>
              <a:off x="2605675" y="23319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72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72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1"/>
            <p:cNvSpPr/>
            <p:nvPr/>
          </p:nvSpPr>
          <p:spPr>
            <a:xfrm>
              <a:off x="2580375" y="23066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71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71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1"/>
            <p:cNvSpPr/>
            <p:nvPr/>
          </p:nvSpPr>
          <p:spPr>
            <a:xfrm>
              <a:off x="2605675" y="23066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71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71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1"/>
            <p:cNvSpPr/>
            <p:nvPr/>
          </p:nvSpPr>
          <p:spPr>
            <a:xfrm>
              <a:off x="2567575" y="2344775"/>
              <a:ext cx="3900" cy="3575"/>
            </a:xfrm>
            <a:custGeom>
              <a:avLst/>
              <a:gdLst/>
              <a:ahLst/>
              <a:cxnLst/>
              <a:rect l="l" t="t" r="r" b="b"/>
              <a:pathLst>
                <a:path w="156" h="143" extrusionOk="0">
                  <a:moveTo>
                    <a:pt x="155" y="0"/>
                  </a:moveTo>
                  <a:cubicBezTo>
                    <a:pt x="75" y="0"/>
                    <a:pt x="20" y="50"/>
                    <a:pt x="5" y="109"/>
                  </a:cubicBezTo>
                  <a:lnTo>
                    <a:pt x="5" y="109"/>
                  </a:lnTo>
                  <a:cubicBezTo>
                    <a:pt x="31" y="53"/>
                    <a:pt x="88" y="0"/>
                    <a:pt x="155" y="0"/>
                  </a:cubicBezTo>
                  <a:close/>
                  <a:moveTo>
                    <a:pt x="5" y="109"/>
                  </a:moveTo>
                  <a:cubicBezTo>
                    <a:pt x="3" y="112"/>
                    <a:pt x="2" y="116"/>
                    <a:pt x="0" y="119"/>
                  </a:cubicBezTo>
                  <a:lnTo>
                    <a:pt x="0" y="143"/>
                  </a:lnTo>
                  <a:cubicBezTo>
                    <a:pt x="0" y="131"/>
                    <a:pt x="2" y="120"/>
                    <a:pt x="5" y="1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1"/>
            <p:cNvSpPr/>
            <p:nvPr/>
          </p:nvSpPr>
          <p:spPr>
            <a:xfrm>
              <a:off x="2567275" y="2319725"/>
              <a:ext cx="3900" cy="7500"/>
            </a:xfrm>
            <a:custGeom>
              <a:avLst/>
              <a:gdLst/>
              <a:ahLst/>
              <a:cxnLst/>
              <a:rect l="l" t="t" r="r" b="b"/>
              <a:pathLst>
                <a:path w="156" h="300" extrusionOk="0">
                  <a:moveTo>
                    <a:pt x="137" y="1"/>
                  </a:moveTo>
                  <a:cubicBezTo>
                    <a:pt x="62" y="1"/>
                    <a:pt x="1" y="67"/>
                    <a:pt x="0" y="145"/>
                  </a:cubicBezTo>
                  <a:lnTo>
                    <a:pt x="0" y="145"/>
                  </a:lnTo>
                  <a:cubicBezTo>
                    <a:pt x="1" y="61"/>
                    <a:pt x="72" y="2"/>
                    <a:pt x="155" y="2"/>
                  </a:cubicBezTo>
                  <a:cubicBezTo>
                    <a:pt x="149" y="1"/>
                    <a:pt x="143" y="1"/>
                    <a:pt x="137" y="1"/>
                  </a:cubicBezTo>
                  <a:close/>
                  <a:moveTo>
                    <a:pt x="0" y="145"/>
                  </a:moveTo>
                  <a:cubicBezTo>
                    <a:pt x="0" y="240"/>
                    <a:pt x="72" y="300"/>
                    <a:pt x="155" y="300"/>
                  </a:cubicBezTo>
                  <a:cubicBezTo>
                    <a:pt x="72" y="300"/>
                    <a:pt x="0" y="228"/>
                    <a:pt x="0" y="1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11"/>
            <p:cNvSpPr/>
            <p:nvPr/>
          </p:nvSpPr>
          <p:spPr>
            <a:xfrm>
              <a:off x="2618175" y="22941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39"/>
                    <a:pt x="84" y="299"/>
                    <a:pt x="155" y="299"/>
                  </a:cubicBezTo>
                  <a:cubicBezTo>
                    <a:pt x="203" y="299"/>
                    <a:pt x="227" y="275"/>
                    <a:pt x="262" y="251"/>
                  </a:cubicBezTo>
                  <a:cubicBezTo>
                    <a:pt x="286" y="215"/>
                    <a:pt x="298" y="191"/>
                    <a:pt x="298" y="144"/>
                  </a:cubicBezTo>
                  <a:cubicBezTo>
                    <a:pt x="298" y="96"/>
                    <a:pt x="286" y="72"/>
                    <a:pt x="262" y="37"/>
                  </a:cubicBezTo>
                  <a:cubicBezTo>
                    <a:pt x="227" y="13"/>
                    <a:pt x="203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11"/>
            <p:cNvSpPr/>
            <p:nvPr/>
          </p:nvSpPr>
          <p:spPr>
            <a:xfrm>
              <a:off x="2592875" y="2294150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39"/>
                    <a:pt x="84" y="299"/>
                    <a:pt x="155" y="299"/>
                  </a:cubicBezTo>
                  <a:cubicBezTo>
                    <a:pt x="238" y="299"/>
                    <a:pt x="298" y="215"/>
                    <a:pt x="298" y="144"/>
                  </a:cubicBez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1"/>
            <p:cNvSpPr/>
            <p:nvPr/>
          </p:nvSpPr>
          <p:spPr>
            <a:xfrm>
              <a:off x="2567275" y="2297425"/>
              <a:ext cx="3900" cy="4500"/>
            </a:xfrm>
            <a:custGeom>
              <a:avLst/>
              <a:gdLst/>
              <a:ahLst/>
              <a:cxnLst/>
              <a:rect l="l" t="t" r="r" b="b"/>
              <a:pathLst>
                <a:path w="156" h="180" extrusionOk="0">
                  <a:moveTo>
                    <a:pt x="0" y="1"/>
                  </a:moveTo>
                  <a:lnTo>
                    <a:pt x="0" y="25"/>
                  </a:lnTo>
                  <a:cubicBezTo>
                    <a:pt x="0" y="13"/>
                    <a:pt x="12" y="1"/>
                    <a:pt x="0" y="1"/>
                  </a:cubicBezTo>
                  <a:close/>
                  <a:moveTo>
                    <a:pt x="0" y="25"/>
                  </a:moveTo>
                  <a:cubicBezTo>
                    <a:pt x="0" y="120"/>
                    <a:pt x="72" y="180"/>
                    <a:pt x="155" y="180"/>
                  </a:cubicBezTo>
                  <a:cubicBezTo>
                    <a:pt x="72" y="180"/>
                    <a:pt x="0" y="108"/>
                    <a:pt x="0" y="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1"/>
            <p:cNvSpPr/>
            <p:nvPr/>
          </p:nvSpPr>
          <p:spPr>
            <a:xfrm>
              <a:off x="2617875" y="2395650"/>
              <a:ext cx="4200" cy="3600"/>
            </a:xfrm>
            <a:custGeom>
              <a:avLst/>
              <a:gdLst/>
              <a:ahLst/>
              <a:cxnLst/>
              <a:rect l="l" t="t" r="r" b="b"/>
              <a:pathLst>
                <a:path w="168" h="144" extrusionOk="0">
                  <a:moveTo>
                    <a:pt x="167" y="1"/>
                  </a:moveTo>
                  <a:cubicBezTo>
                    <a:pt x="72" y="1"/>
                    <a:pt x="0" y="61"/>
                    <a:pt x="12" y="144"/>
                  </a:cubicBezTo>
                  <a:cubicBezTo>
                    <a:pt x="12" y="72"/>
                    <a:pt x="72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1"/>
            <p:cNvSpPr/>
            <p:nvPr/>
          </p:nvSpPr>
          <p:spPr>
            <a:xfrm>
              <a:off x="2592575" y="2395650"/>
              <a:ext cx="7750" cy="3600"/>
            </a:xfrm>
            <a:custGeom>
              <a:avLst/>
              <a:gdLst/>
              <a:ahLst/>
              <a:cxnLst/>
              <a:rect l="l" t="t" r="r" b="b"/>
              <a:pathLst>
                <a:path w="310" h="144" extrusionOk="0">
                  <a:moveTo>
                    <a:pt x="167" y="1"/>
                  </a:moveTo>
                  <a:cubicBezTo>
                    <a:pt x="204" y="1"/>
                    <a:pt x="241" y="17"/>
                    <a:pt x="268" y="43"/>
                  </a:cubicBezTo>
                  <a:lnTo>
                    <a:pt x="268" y="43"/>
                  </a:lnTo>
                  <a:cubicBezTo>
                    <a:pt x="242" y="18"/>
                    <a:pt x="208" y="1"/>
                    <a:pt x="167" y="1"/>
                  </a:cubicBezTo>
                  <a:close/>
                  <a:moveTo>
                    <a:pt x="167" y="1"/>
                  </a:moveTo>
                  <a:cubicBezTo>
                    <a:pt x="72" y="1"/>
                    <a:pt x="0" y="61"/>
                    <a:pt x="12" y="144"/>
                  </a:cubicBezTo>
                  <a:cubicBezTo>
                    <a:pt x="12" y="72"/>
                    <a:pt x="72" y="1"/>
                    <a:pt x="167" y="1"/>
                  </a:cubicBezTo>
                  <a:close/>
                  <a:moveTo>
                    <a:pt x="268" y="43"/>
                  </a:moveTo>
                  <a:cubicBezTo>
                    <a:pt x="294" y="70"/>
                    <a:pt x="310" y="107"/>
                    <a:pt x="310" y="144"/>
                  </a:cubicBezTo>
                  <a:cubicBezTo>
                    <a:pt x="310" y="103"/>
                    <a:pt x="293" y="69"/>
                    <a:pt x="268" y="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1"/>
            <p:cNvSpPr/>
            <p:nvPr/>
          </p:nvSpPr>
          <p:spPr>
            <a:xfrm>
              <a:off x="2618175" y="23703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39"/>
                    <a:pt x="84" y="299"/>
                    <a:pt x="155" y="299"/>
                  </a:cubicBezTo>
                  <a:cubicBezTo>
                    <a:pt x="203" y="299"/>
                    <a:pt x="227" y="287"/>
                    <a:pt x="262" y="251"/>
                  </a:cubicBezTo>
                  <a:cubicBezTo>
                    <a:pt x="286" y="227"/>
                    <a:pt x="298" y="191"/>
                    <a:pt x="298" y="144"/>
                  </a:cubicBezTo>
                  <a:cubicBezTo>
                    <a:pt x="298" y="108"/>
                    <a:pt x="286" y="72"/>
                    <a:pt x="262" y="49"/>
                  </a:cubicBezTo>
                  <a:cubicBezTo>
                    <a:pt x="227" y="13"/>
                    <a:pt x="203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11"/>
            <p:cNvSpPr/>
            <p:nvPr/>
          </p:nvSpPr>
          <p:spPr>
            <a:xfrm>
              <a:off x="2592875" y="2370350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39"/>
                    <a:pt x="84" y="299"/>
                    <a:pt x="155" y="299"/>
                  </a:cubicBezTo>
                  <a:cubicBezTo>
                    <a:pt x="238" y="299"/>
                    <a:pt x="298" y="227"/>
                    <a:pt x="298" y="144"/>
                  </a:cubicBezTo>
                  <a:cubicBezTo>
                    <a:pt x="298" y="60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11"/>
            <p:cNvSpPr/>
            <p:nvPr/>
          </p:nvSpPr>
          <p:spPr>
            <a:xfrm>
              <a:off x="2580375" y="23828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1"/>
            <p:cNvSpPr/>
            <p:nvPr/>
          </p:nvSpPr>
          <p:spPr>
            <a:xfrm>
              <a:off x="2605675" y="23828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60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11"/>
            <p:cNvSpPr/>
            <p:nvPr/>
          </p:nvSpPr>
          <p:spPr>
            <a:xfrm>
              <a:off x="2580375" y="2357550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43" y="1"/>
                  </a:moveTo>
                  <a:cubicBezTo>
                    <a:pt x="60" y="1"/>
                    <a:pt x="0" y="84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8" y="299"/>
                    <a:pt x="298" y="227"/>
                    <a:pt x="298" y="156"/>
                  </a:cubicBezTo>
                  <a:cubicBezTo>
                    <a:pt x="298" y="61"/>
                    <a:pt x="227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11"/>
            <p:cNvSpPr/>
            <p:nvPr/>
          </p:nvSpPr>
          <p:spPr>
            <a:xfrm>
              <a:off x="2605675" y="2357550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43" y="1"/>
                  </a:moveTo>
                  <a:cubicBezTo>
                    <a:pt x="60" y="1"/>
                    <a:pt x="0" y="84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8" y="299"/>
                    <a:pt x="298" y="227"/>
                    <a:pt x="298" y="156"/>
                  </a:cubicBezTo>
                  <a:cubicBezTo>
                    <a:pt x="298" y="61"/>
                    <a:pt x="215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1"/>
            <p:cNvSpPr/>
            <p:nvPr/>
          </p:nvSpPr>
          <p:spPr>
            <a:xfrm>
              <a:off x="2567575" y="2395650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1"/>
                  </a:moveTo>
                  <a:cubicBezTo>
                    <a:pt x="78" y="1"/>
                    <a:pt x="24" y="48"/>
                    <a:pt x="7" y="104"/>
                  </a:cubicBezTo>
                  <a:lnTo>
                    <a:pt x="7" y="104"/>
                  </a:lnTo>
                  <a:cubicBezTo>
                    <a:pt x="34" y="41"/>
                    <a:pt x="89" y="1"/>
                    <a:pt x="155" y="1"/>
                  </a:cubicBezTo>
                  <a:close/>
                  <a:moveTo>
                    <a:pt x="7" y="104"/>
                  </a:moveTo>
                  <a:lnTo>
                    <a:pt x="7" y="104"/>
                  </a:lnTo>
                  <a:cubicBezTo>
                    <a:pt x="4" y="109"/>
                    <a:pt x="2" y="114"/>
                    <a:pt x="0" y="120"/>
                  </a:cubicBezTo>
                  <a:lnTo>
                    <a:pt x="0" y="144"/>
                  </a:lnTo>
                  <a:cubicBezTo>
                    <a:pt x="0" y="130"/>
                    <a:pt x="2" y="117"/>
                    <a:pt x="7" y="1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1"/>
            <p:cNvSpPr/>
            <p:nvPr/>
          </p:nvSpPr>
          <p:spPr>
            <a:xfrm>
              <a:off x="2567275" y="2373925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0" y="1"/>
                  </a:moveTo>
                  <a:cubicBezTo>
                    <a:pt x="0" y="96"/>
                    <a:pt x="72" y="156"/>
                    <a:pt x="155" y="156"/>
                  </a:cubicBezTo>
                  <a:cubicBezTo>
                    <a:pt x="72" y="156"/>
                    <a:pt x="0" y="84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1"/>
            <p:cNvSpPr/>
            <p:nvPr/>
          </p:nvSpPr>
          <p:spPr>
            <a:xfrm>
              <a:off x="2618175" y="2344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03" y="298"/>
                    <a:pt x="227" y="274"/>
                    <a:pt x="262" y="250"/>
                  </a:cubicBezTo>
                  <a:cubicBezTo>
                    <a:pt x="286" y="214"/>
                    <a:pt x="298" y="191"/>
                    <a:pt x="298" y="143"/>
                  </a:cubicBezTo>
                  <a:cubicBezTo>
                    <a:pt x="298" y="95"/>
                    <a:pt x="286" y="71"/>
                    <a:pt x="262" y="36"/>
                  </a:cubicBezTo>
                  <a:cubicBezTo>
                    <a:pt x="227" y="24"/>
                    <a:pt x="203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1"/>
            <p:cNvSpPr/>
            <p:nvPr/>
          </p:nvSpPr>
          <p:spPr>
            <a:xfrm>
              <a:off x="2592875" y="23447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8" y="298"/>
                    <a:pt x="298" y="214"/>
                    <a:pt x="298" y="143"/>
                  </a:cubicBezTo>
                  <a:cubicBezTo>
                    <a:pt x="298" y="71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1"/>
            <p:cNvSpPr/>
            <p:nvPr/>
          </p:nvSpPr>
          <p:spPr>
            <a:xfrm>
              <a:off x="2567275" y="2348050"/>
              <a:ext cx="3900" cy="4475"/>
            </a:xfrm>
            <a:custGeom>
              <a:avLst/>
              <a:gdLst/>
              <a:ahLst/>
              <a:cxnLst/>
              <a:rect l="l" t="t" r="r" b="b"/>
              <a:pathLst>
                <a:path w="156" h="179" extrusionOk="0">
                  <a:moveTo>
                    <a:pt x="0" y="0"/>
                  </a:moveTo>
                  <a:lnTo>
                    <a:pt x="0" y="24"/>
                  </a:lnTo>
                  <a:cubicBezTo>
                    <a:pt x="0" y="12"/>
                    <a:pt x="12" y="0"/>
                    <a:pt x="0" y="0"/>
                  </a:cubicBezTo>
                  <a:close/>
                  <a:moveTo>
                    <a:pt x="0" y="24"/>
                  </a:moveTo>
                  <a:cubicBezTo>
                    <a:pt x="0" y="119"/>
                    <a:pt x="72" y="179"/>
                    <a:pt x="155" y="179"/>
                  </a:cubicBezTo>
                  <a:cubicBezTo>
                    <a:pt x="72" y="179"/>
                    <a:pt x="0" y="107"/>
                    <a:pt x="0" y="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11"/>
            <p:cNvSpPr/>
            <p:nvPr/>
          </p:nvSpPr>
          <p:spPr>
            <a:xfrm>
              <a:off x="2617875" y="2446275"/>
              <a:ext cx="4200" cy="3575"/>
            </a:xfrm>
            <a:custGeom>
              <a:avLst/>
              <a:gdLst/>
              <a:ahLst/>
              <a:cxnLst/>
              <a:rect l="l" t="t" r="r" b="b"/>
              <a:pathLst>
                <a:path w="168" h="143" extrusionOk="0">
                  <a:moveTo>
                    <a:pt x="167" y="0"/>
                  </a:moveTo>
                  <a:cubicBezTo>
                    <a:pt x="72" y="0"/>
                    <a:pt x="0" y="60"/>
                    <a:pt x="12" y="143"/>
                  </a:cubicBezTo>
                  <a:cubicBezTo>
                    <a:pt x="12" y="71"/>
                    <a:pt x="72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11"/>
            <p:cNvSpPr/>
            <p:nvPr/>
          </p:nvSpPr>
          <p:spPr>
            <a:xfrm>
              <a:off x="2592575" y="2446275"/>
              <a:ext cx="7750" cy="3575"/>
            </a:xfrm>
            <a:custGeom>
              <a:avLst/>
              <a:gdLst/>
              <a:ahLst/>
              <a:cxnLst/>
              <a:rect l="l" t="t" r="r" b="b"/>
              <a:pathLst>
                <a:path w="310" h="143" extrusionOk="0">
                  <a:moveTo>
                    <a:pt x="167" y="0"/>
                  </a:moveTo>
                  <a:cubicBezTo>
                    <a:pt x="204" y="0"/>
                    <a:pt x="241" y="16"/>
                    <a:pt x="268" y="42"/>
                  </a:cubicBezTo>
                  <a:lnTo>
                    <a:pt x="268" y="42"/>
                  </a:lnTo>
                  <a:cubicBezTo>
                    <a:pt x="242" y="17"/>
                    <a:pt x="208" y="0"/>
                    <a:pt x="167" y="0"/>
                  </a:cubicBezTo>
                  <a:close/>
                  <a:moveTo>
                    <a:pt x="167" y="0"/>
                  </a:moveTo>
                  <a:cubicBezTo>
                    <a:pt x="72" y="0"/>
                    <a:pt x="0" y="60"/>
                    <a:pt x="12" y="143"/>
                  </a:cubicBezTo>
                  <a:cubicBezTo>
                    <a:pt x="12" y="71"/>
                    <a:pt x="72" y="0"/>
                    <a:pt x="167" y="0"/>
                  </a:cubicBezTo>
                  <a:close/>
                  <a:moveTo>
                    <a:pt x="268" y="42"/>
                  </a:moveTo>
                  <a:cubicBezTo>
                    <a:pt x="294" y="69"/>
                    <a:pt x="310" y="106"/>
                    <a:pt x="310" y="143"/>
                  </a:cubicBezTo>
                  <a:cubicBezTo>
                    <a:pt x="310" y="102"/>
                    <a:pt x="293" y="68"/>
                    <a:pt x="268" y="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11"/>
            <p:cNvSpPr/>
            <p:nvPr/>
          </p:nvSpPr>
          <p:spPr>
            <a:xfrm>
              <a:off x="2618175" y="2420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26"/>
                    <a:pt x="84" y="298"/>
                    <a:pt x="155" y="298"/>
                  </a:cubicBezTo>
                  <a:cubicBezTo>
                    <a:pt x="203" y="298"/>
                    <a:pt x="227" y="286"/>
                    <a:pt x="262" y="250"/>
                  </a:cubicBezTo>
                  <a:cubicBezTo>
                    <a:pt x="286" y="226"/>
                    <a:pt x="298" y="191"/>
                    <a:pt x="298" y="143"/>
                  </a:cubicBezTo>
                  <a:cubicBezTo>
                    <a:pt x="298" y="107"/>
                    <a:pt x="286" y="71"/>
                    <a:pt x="262" y="48"/>
                  </a:cubicBezTo>
                  <a:cubicBezTo>
                    <a:pt x="227" y="12"/>
                    <a:pt x="203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1"/>
            <p:cNvSpPr/>
            <p:nvPr/>
          </p:nvSpPr>
          <p:spPr>
            <a:xfrm>
              <a:off x="2592875" y="24209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26"/>
                    <a:pt x="84" y="298"/>
                    <a:pt x="155" y="298"/>
                  </a:cubicBezTo>
                  <a:cubicBezTo>
                    <a:pt x="238" y="298"/>
                    <a:pt x="298" y="226"/>
                    <a:pt x="298" y="143"/>
                  </a:cubicBezTo>
                  <a:cubicBezTo>
                    <a:pt x="298" y="71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1"/>
            <p:cNvSpPr/>
            <p:nvPr/>
          </p:nvSpPr>
          <p:spPr>
            <a:xfrm>
              <a:off x="2580375" y="24334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1"/>
            <p:cNvSpPr/>
            <p:nvPr/>
          </p:nvSpPr>
          <p:spPr>
            <a:xfrm>
              <a:off x="2605675" y="24334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60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1"/>
            <p:cNvSpPr/>
            <p:nvPr/>
          </p:nvSpPr>
          <p:spPr>
            <a:xfrm>
              <a:off x="2580375" y="24081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1"/>
            <p:cNvSpPr/>
            <p:nvPr/>
          </p:nvSpPr>
          <p:spPr>
            <a:xfrm>
              <a:off x="2605675" y="24081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60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1"/>
            <p:cNvSpPr/>
            <p:nvPr/>
          </p:nvSpPr>
          <p:spPr>
            <a:xfrm>
              <a:off x="2567575" y="2446275"/>
              <a:ext cx="3900" cy="3575"/>
            </a:xfrm>
            <a:custGeom>
              <a:avLst/>
              <a:gdLst/>
              <a:ahLst/>
              <a:cxnLst/>
              <a:rect l="l" t="t" r="r" b="b"/>
              <a:pathLst>
                <a:path w="156" h="143" extrusionOk="0">
                  <a:moveTo>
                    <a:pt x="155" y="0"/>
                  </a:moveTo>
                  <a:cubicBezTo>
                    <a:pt x="78" y="0"/>
                    <a:pt x="24" y="47"/>
                    <a:pt x="7" y="103"/>
                  </a:cubicBezTo>
                  <a:lnTo>
                    <a:pt x="7" y="103"/>
                  </a:lnTo>
                  <a:cubicBezTo>
                    <a:pt x="34" y="40"/>
                    <a:pt x="89" y="0"/>
                    <a:pt x="155" y="0"/>
                  </a:cubicBezTo>
                  <a:close/>
                  <a:moveTo>
                    <a:pt x="7" y="103"/>
                  </a:moveTo>
                  <a:lnTo>
                    <a:pt x="7" y="103"/>
                  </a:lnTo>
                  <a:cubicBezTo>
                    <a:pt x="4" y="108"/>
                    <a:pt x="2" y="113"/>
                    <a:pt x="0" y="119"/>
                  </a:cubicBezTo>
                  <a:lnTo>
                    <a:pt x="0" y="143"/>
                  </a:lnTo>
                  <a:cubicBezTo>
                    <a:pt x="0" y="129"/>
                    <a:pt x="2" y="116"/>
                    <a:pt x="7" y="1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1"/>
            <p:cNvSpPr/>
            <p:nvPr/>
          </p:nvSpPr>
          <p:spPr>
            <a:xfrm>
              <a:off x="2567275" y="2420975"/>
              <a:ext cx="3900" cy="7450"/>
            </a:xfrm>
            <a:custGeom>
              <a:avLst/>
              <a:gdLst/>
              <a:ahLst/>
              <a:cxnLst/>
              <a:rect l="l" t="t" r="r" b="b"/>
              <a:pathLst>
                <a:path w="156" h="298" extrusionOk="0">
                  <a:moveTo>
                    <a:pt x="0" y="143"/>
                  </a:moveTo>
                  <a:cubicBezTo>
                    <a:pt x="0" y="60"/>
                    <a:pt x="72" y="0"/>
                    <a:pt x="155" y="0"/>
                  </a:cubicBezTo>
                  <a:cubicBezTo>
                    <a:pt x="72" y="0"/>
                    <a:pt x="0" y="60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cubicBezTo>
                    <a:pt x="72" y="298"/>
                    <a:pt x="0" y="238"/>
                    <a:pt x="0" y="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1"/>
            <p:cNvSpPr/>
            <p:nvPr/>
          </p:nvSpPr>
          <p:spPr>
            <a:xfrm>
              <a:off x="2618175" y="23956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168"/>
                    <a:pt x="0" y="191"/>
                    <a:pt x="24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203" y="299"/>
                    <a:pt x="227" y="287"/>
                    <a:pt x="262" y="251"/>
                  </a:cubicBezTo>
                  <a:cubicBezTo>
                    <a:pt x="274" y="239"/>
                    <a:pt x="286" y="227"/>
                    <a:pt x="286" y="203"/>
                  </a:cubicBezTo>
                  <a:cubicBezTo>
                    <a:pt x="298" y="191"/>
                    <a:pt x="298" y="168"/>
                    <a:pt x="298" y="144"/>
                  </a:cubicBezTo>
                  <a:cubicBezTo>
                    <a:pt x="298" y="108"/>
                    <a:pt x="286" y="72"/>
                    <a:pt x="262" y="49"/>
                  </a:cubicBezTo>
                  <a:cubicBezTo>
                    <a:pt x="227" y="13"/>
                    <a:pt x="203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1"/>
            <p:cNvSpPr/>
            <p:nvPr/>
          </p:nvSpPr>
          <p:spPr>
            <a:xfrm>
              <a:off x="2592875" y="2395650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168"/>
                    <a:pt x="0" y="191"/>
                    <a:pt x="24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215" y="299"/>
                    <a:pt x="274" y="251"/>
                    <a:pt x="286" y="203"/>
                  </a:cubicBezTo>
                  <a:cubicBezTo>
                    <a:pt x="298" y="191"/>
                    <a:pt x="298" y="168"/>
                    <a:pt x="298" y="144"/>
                  </a:cubicBezTo>
                  <a:cubicBezTo>
                    <a:pt x="298" y="61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1"/>
            <p:cNvSpPr/>
            <p:nvPr/>
          </p:nvSpPr>
          <p:spPr>
            <a:xfrm>
              <a:off x="2567275" y="2399225"/>
              <a:ext cx="3900" cy="3900"/>
            </a:xfrm>
            <a:custGeom>
              <a:avLst/>
              <a:gdLst/>
              <a:ahLst/>
              <a:cxnLst/>
              <a:rect l="l" t="t" r="r" b="b"/>
              <a:pathLst>
                <a:path w="156" h="156" extrusionOk="0">
                  <a:moveTo>
                    <a:pt x="0" y="1"/>
                  </a:moveTo>
                  <a:cubicBezTo>
                    <a:pt x="0" y="25"/>
                    <a:pt x="0" y="49"/>
                    <a:pt x="12" y="60"/>
                  </a:cubicBezTo>
                  <a:cubicBezTo>
                    <a:pt x="12" y="49"/>
                    <a:pt x="0" y="25"/>
                    <a:pt x="0" y="1"/>
                  </a:cubicBezTo>
                  <a:close/>
                  <a:moveTo>
                    <a:pt x="12" y="60"/>
                  </a:moveTo>
                  <a:lnTo>
                    <a:pt x="12" y="60"/>
                  </a:lnTo>
                  <a:cubicBezTo>
                    <a:pt x="48" y="120"/>
                    <a:pt x="96" y="156"/>
                    <a:pt x="155" y="156"/>
                  </a:cubicBezTo>
                  <a:cubicBezTo>
                    <a:pt x="96" y="156"/>
                    <a:pt x="48" y="108"/>
                    <a:pt x="12" y="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1"/>
            <p:cNvSpPr/>
            <p:nvPr/>
          </p:nvSpPr>
          <p:spPr>
            <a:xfrm>
              <a:off x="2617875" y="2496875"/>
              <a:ext cx="4200" cy="3575"/>
            </a:xfrm>
            <a:custGeom>
              <a:avLst/>
              <a:gdLst/>
              <a:ahLst/>
              <a:cxnLst/>
              <a:rect l="l" t="t" r="r" b="b"/>
              <a:pathLst>
                <a:path w="168" h="143" extrusionOk="0">
                  <a:moveTo>
                    <a:pt x="167" y="0"/>
                  </a:moveTo>
                  <a:cubicBezTo>
                    <a:pt x="72" y="0"/>
                    <a:pt x="0" y="60"/>
                    <a:pt x="12" y="143"/>
                  </a:cubicBezTo>
                  <a:cubicBezTo>
                    <a:pt x="12" y="72"/>
                    <a:pt x="72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1"/>
            <p:cNvSpPr/>
            <p:nvPr/>
          </p:nvSpPr>
          <p:spPr>
            <a:xfrm>
              <a:off x="2592575" y="2496875"/>
              <a:ext cx="7750" cy="3575"/>
            </a:xfrm>
            <a:custGeom>
              <a:avLst/>
              <a:gdLst/>
              <a:ahLst/>
              <a:cxnLst/>
              <a:rect l="l" t="t" r="r" b="b"/>
              <a:pathLst>
                <a:path w="310" h="143" extrusionOk="0">
                  <a:moveTo>
                    <a:pt x="167" y="0"/>
                  </a:moveTo>
                  <a:cubicBezTo>
                    <a:pt x="204" y="0"/>
                    <a:pt x="241" y="16"/>
                    <a:pt x="268" y="42"/>
                  </a:cubicBezTo>
                  <a:lnTo>
                    <a:pt x="268" y="42"/>
                  </a:lnTo>
                  <a:cubicBezTo>
                    <a:pt x="242" y="17"/>
                    <a:pt x="208" y="0"/>
                    <a:pt x="167" y="0"/>
                  </a:cubicBezTo>
                  <a:close/>
                  <a:moveTo>
                    <a:pt x="167" y="0"/>
                  </a:moveTo>
                  <a:cubicBezTo>
                    <a:pt x="72" y="0"/>
                    <a:pt x="0" y="60"/>
                    <a:pt x="12" y="143"/>
                  </a:cubicBezTo>
                  <a:cubicBezTo>
                    <a:pt x="12" y="72"/>
                    <a:pt x="72" y="0"/>
                    <a:pt x="167" y="0"/>
                  </a:cubicBezTo>
                  <a:close/>
                  <a:moveTo>
                    <a:pt x="268" y="42"/>
                  </a:moveTo>
                  <a:cubicBezTo>
                    <a:pt x="294" y="70"/>
                    <a:pt x="310" y="106"/>
                    <a:pt x="310" y="143"/>
                  </a:cubicBezTo>
                  <a:cubicBezTo>
                    <a:pt x="310" y="103"/>
                    <a:pt x="293" y="68"/>
                    <a:pt x="268" y="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1"/>
            <p:cNvSpPr/>
            <p:nvPr/>
          </p:nvSpPr>
          <p:spPr>
            <a:xfrm>
              <a:off x="2618175" y="24715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03" y="298"/>
                    <a:pt x="227" y="286"/>
                    <a:pt x="262" y="250"/>
                  </a:cubicBezTo>
                  <a:cubicBezTo>
                    <a:pt x="286" y="226"/>
                    <a:pt x="298" y="191"/>
                    <a:pt x="298" y="143"/>
                  </a:cubicBezTo>
                  <a:cubicBezTo>
                    <a:pt x="298" y="107"/>
                    <a:pt x="286" y="72"/>
                    <a:pt x="262" y="48"/>
                  </a:cubicBezTo>
                  <a:cubicBezTo>
                    <a:pt x="227" y="12"/>
                    <a:pt x="203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1"/>
            <p:cNvSpPr/>
            <p:nvPr/>
          </p:nvSpPr>
          <p:spPr>
            <a:xfrm>
              <a:off x="2592875" y="24715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8" y="298"/>
                    <a:pt x="298" y="226"/>
                    <a:pt x="298" y="143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1"/>
            <p:cNvSpPr/>
            <p:nvPr/>
          </p:nvSpPr>
          <p:spPr>
            <a:xfrm>
              <a:off x="2580375" y="24840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1"/>
            <p:cNvSpPr/>
            <p:nvPr/>
          </p:nvSpPr>
          <p:spPr>
            <a:xfrm>
              <a:off x="2605675" y="24840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60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1"/>
            <p:cNvSpPr/>
            <p:nvPr/>
          </p:nvSpPr>
          <p:spPr>
            <a:xfrm>
              <a:off x="2580375" y="24587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60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1"/>
            <p:cNvSpPr/>
            <p:nvPr/>
          </p:nvSpPr>
          <p:spPr>
            <a:xfrm>
              <a:off x="2605675" y="24587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60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1"/>
            <p:cNvSpPr/>
            <p:nvPr/>
          </p:nvSpPr>
          <p:spPr>
            <a:xfrm>
              <a:off x="2567575" y="2496875"/>
              <a:ext cx="3900" cy="3575"/>
            </a:xfrm>
            <a:custGeom>
              <a:avLst/>
              <a:gdLst/>
              <a:ahLst/>
              <a:cxnLst/>
              <a:rect l="l" t="t" r="r" b="b"/>
              <a:pathLst>
                <a:path w="156" h="143" extrusionOk="0">
                  <a:moveTo>
                    <a:pt x="155" y="0"/>
                  </a:moveTo>
                  <a:cubicBezTo>
                    <a:pt x="78" y="0"/>
                    <a:pt x="24" y="47"/>
                    <a:pt x="7" y="103"/>
                  </a:cubicBezTo>
                  <a:lnTo>
                    <a:pt x="7" y="103"/>
                  </a:lnTo>
                  <a:cubicBezTo>
                    <a:pt x="34" y="41"/>
                    <a:pt x="89" y="0"/>
                    <a:pt x="155" y="0"/>
                  </a:cubicBezTo>
                  <a:close/>
                  <a:moveTo>
                    <a:pt x="7" y="103"/>
                  </a:moveTo>
                  <a:cubicBezTo>
                    <a:pt x="4" y="108"/>
                    <a:pt x="2" y="114"/>
                    <a:pt x="0" y="119"/>
                  </a:cubicBezTo>
                  <a:lnTo>
                    <a:pt x="0" y="143"/>
                  </a:lnTo>
                  <a:cubicBezTo>
                    <a:pt x="0" y="129"/>
                    <a:pt x="2" y="116"/>
                    <a:pt x="7" y="1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1"/>
            <p:cNvSpPr/>
            <p:nvPr/>
          </p:nvSpPr>
          <p:spPr>
            <a:xfrm>
              <a:off x="2567275" y="2471575"/>
              <a:ext cx="3900" cy="7450"/>
            </a:xfrm>
            <a:custGeom>
              <a:avLst/>
              <a:gdLst/>
              <a:ahLst/>
              <a:cxnLst/>
              <a:rect l="l" t="t" r="r" b="b"/>
              <a:pathLst>
                <a:path w="156" h="298" extrusionOk="0">
                  <a:moveTo>
                    <a:pt x="0" y="143"/>
                  </a:moveTo>
                  <a:cubicBezTo>
                    <a:pt x="0" y="60"/>
                    <a:pt x="72" y="0"/>
                    <a:pt x="155" y="0"/>
                  </a:cubicBezTo>
                  <a:cubicBezTo>
                    <a:pt x="72" y="0"/>
                    <a:pt x="0" y="60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cubicBezTo>
                    <a:pt x="72" y="298"/>
                    <a:pt x="0" y="238"/>
                    <a:pt x="0" y="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1"/>
            <p:cNvSpPr/>
            <p:nvPr/>
          </p:nvSpPr>
          <p:spPr>
            <a:xfrm>
              <a:off x="2618175" y="24462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03" y="298"/>
                    <a:pt x="227" y="274"/>
                    <a:pt x="262" y="250"/>
                  </a:cubicBezTo>
                  <a:cubicBezTo>
                    <a:pt x="286" y="226"/>
                    <a:pt x="298" y="191"/>
                    <a:pt x="298" y="143"/>
                  </a:cubicBezTo>
                  <a:cubicBezTo>
                    <a:pt x="298" y="107"/>
                    <a:pt x="286" y="71"/>
                    <a:pt x="262" y="48"/>
                  </a:cubicBezTo>
                  <a:cubicBezTo>
                    <a:pt x="227" y="12"/>
                    <a:pt x="203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1"/>
            <p:cNvSpPr/>
            <p:nvPr/>
          </p:nvSpPr>
          <p:spPr>
            <a:xfrm>
              <a:off x="2592875" y="24462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8" y="298"/>
                    <a:pt x="298" y="226"/>
                    <a:pt x="298" y="143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1"/>
            <p:cNvSpPr/>
            <p:nvPr/>
          </p:nvSpPr>
          <p:spPr>
            <a:xfrm>
              <a:off x="2567275" y="2449250"/>
              <a:ext cx="325" cy="600"/>
            </a:xfrm>
            <a:custGeom>
              <a:avLst/>
              <a:gdLst/>
              <a:ahLst/>
              <a:cxnLst/>
              <a:rect l="l" t="t" r="r" b="b"/>
              <a:pathLst>
                <a:path w="13" h="24" extrusionOk="0">
                  <a:moveTo>
                    <a:pt x="0" y="0"/>
                  </a:moveTo>
                  <a:lnTo>
                    <a:pt x="0" y="24"/>
                  </a:lnTo>
                  <a:cubicBezTo>
                    <a:pt x="0" y="12"/>
                    <a:pt x="12" y="12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1"/>
            <p:cNvSpPr/>
            <p:nvPr/>
          </p:nvSpPr>
          <p:spPr>
            <a:xfrm>
              <a:off x="2617875" y="2547475"/>
              <a:ext cx="4175" cy="3600"/>
            </a:xfrm>
            <a:custGeom>
              <a:avLst/>
              <a:gdLst/>
              <a:ahLst/>
              <a:cxnLst/>
              <a:rect l="l" t="t" r="r" b="b"/>
              <a:pathLst>
                <a:path w="167" h="144" extrusionOk="0">
                  <a:moveTo>
                    <a:pt x="167" y="0"/>
                  </a:moveTo>
                  <a:cubicBezTo>
                    <a:pt x="72" y="0"/>
                    <a:pt x="0" y="72"/>
                    <a:pt x="12" y="143"/>
                  </a:cubicBezTo>
                  <a:cubicBezTo>
                    <a:pt x="12" y="72"/>
                    <a:pt x="72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1"/>
            <p:cNvSpPr/>
            <p:nvPr/>
          </p:nvSpPr>
          <p:spPr>
            <a:xfrm>
              <a:off x="2592575" y="2547475"/>
              <a:ext cx="7750" cy="3600"/>
            </a:xfrm>
            <a:custGeom>
              <a:avLst/>
              <a:gdLst/>
              <a:ahLst/>
              <a:cxnLst/>
              <a:rect l="l" t="t" r="r" b="b"/>
              <a:pathLst>
                <a:path w="310" h="144" extrusionOk="0">
                  <a:moveTo>
                    <a:pt x="167" y="0"/>
                  </a:moveTo>
                  <a:cubicBezTo>
                    <a:pt x="72" y="0"/>
                    <a:pt x="0" y="72"/>
                    <a:pt x="12" y="143"/>
                  </a:cubicBezTo>
                  <a:cubicBezTo>
                    <a:pt x="12" y="72"/>
                    <a:pt x="72" y="0"/>
                    <a:pt x="167" y="0"/>
                  </a:cubicBezTo>
                  <a:close/>
                  <a:moveTo>
                    <a:pt x="167" y="0"/>
                  </a:moveTo>
                  <a:lnTo>
                    <a:pt x="167" y="0"/>
                  </a:lnTo>
                  <a:cubicBezTo>
                    <a:pt x="239" y="0"/>
                    <a:pt x="310" y="72"/>
                    <a:pt x="310" y="143"/>
                  </a:cubicBezTo>
                  <a:cubicBezTo>
                    <a:pt x="310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1"/>
            <p:cNvSpPr/>
            <p:nvPr/>
          </p:nvSpPr>
          <p:spPr>
            <a:xfrm>
              <a:off x="2618175" y="25221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03" y="298"/>
                    <a:pt x="227" y="286"/>
                    <a:pt x="262" y="250"/>
                  </a:cubicBezTo>
                  <a:cubicBezTo>
                    <a:pt x="286" y="226"/>
                    <a:pt x="298" y="191"/>
                    <a:pt x="298" y="143"/>
                  </a:cubicBezTo>
                  <a:cubicBezTo>
                    <a:pt x="298" y="107"/>
                    <a:pt x="286" y="72"/>
                    <a:pt x="262" y="48"/>
                  </a:cubicBezTo>
                  <a:cubicBezTo>
                    <a:pt x="227" y="12"/>
                    <a:pt x="203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1"/>
            <p:cNvSpPr/>
            <p:nvPr/>
          </p:nvSpPr>
          <p:spPr>
            <a:xfrm>
              <a:off x="2592875" y="25221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8" y="298"/>
                    <a:pt x="298" y="226"/>
                    <a:pt x="298" y="143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1"/>
            <p:cNvSpPr/>
            <p:nvPr/>
          </p:nvSpPr>
          <p:spPr>
            <a:xfrm>
              <a:off x="2580375" y="25346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1"/>
            <p:cNvSpPr/>
            <p:nvPr/>
          </p:nvSpPr>
          <p:spPr>
            <a:xfrm>
              <a:off x="2605675" y="25346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84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1"/>
            <p:cNvSpPr/>
            <p:nvPr/>
          </p:nvSpPr>
          <p:spPr>
            <a:xfrm>
              <a:off x="2580375" y="25093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1"/>
            <p:cNvSpPr/>
            <p:nvPr/>
          </p:nvSpPr>
          <p:spPr>
            <a:xfrm>
              <a:off x="2605675" y="25093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84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1"/>
            <p:cNvSpPr/>
            <p:nvPr/>
          </p:nvSpPr>
          <p:spPr>
            <a:xfrm>
              <a:off x="2567575" y="2547475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0"/>
                  </a:moveTo>
                  <a:cubicBezTo>
                    <a:pt x="75" y="0"/>
                    <a:pt x="20" y="50"/>
                    <a:pt x="5" y="109"/>
                  </a:cubicBezTo>
                  <a:lnTo>
                    <a:pt x="5" y="109"/>
                  </a:lnTo>
                  <a:cubicBezTo>
                    <a:pt x="31" y="53"/>
                    <a:pt x="88" y="0"/>
                    <a:pt x="155" y="0"/>
                  </a:cubicBezTo>
                  <a:close/>
                  <a:moveTo>
                    <a:pt x="5" y="109"/>
                  </a:moveTo>
                  <a:cubicBezTo>
                    <a:pt x="3" y="112"/>
                    <a:pt x="2" y="116"/>
                    <a:pt x="0" y="119"/>
                  </a:cubicBezTo>
                  <a:lnTo>
                    <a:pt x="0" y="143"/>
                  </a:lnTo>
                  <a:cubicBezTo>
                    <a:pt x="0" y="132"/>
                    <a:pt x="2" y="120"/>
                    <a:pt x="5" y="1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1"/>
            <p:cNvSpPr/>
            <p:nvPr/>
          </p:nvSpPr>
          <p:spPr>
            <a:xfrm>
              <a:off x="2567275" y="2522175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0"/>
                  </a:moveTo>
                  <a:cubicBezTo>
                    <a:pt x="72" y="0"/>
                    <a:pt x="0" y="60"/>
                    <a:pt x="0" y="143"/>
                  </a:cubicBezTo>
                  <a:cubicBezTo>
                    <a:pt x="0" y="72"/>
                    <a:pt x="72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1"/>
            <p:cNvSpPr/>
            <p:nvPr/>
          </p:nvSpPr>
          <p:spPr>
            <a:xfrm>
              <a:off x="2618175" y="24968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03" y="298"/>
                    <a:pt x="227" y="286"/>
                    <a:pt x="262" y="250"/>
                  </a:cubicBezTo>
                  <a:cubicBezTo>
                    <a:pt x="286" y="226"/>
                    <a:pt x="298" y="191"/>
                    <a:pt x="298" y="143"/>
                  </a:cubicBezTo>
                  <a:cubicBezTo>
                    <a:pt x="298" y="107"/>
                    <a:pt x="286" y="72"/>
                    <a:pt x="262" y="48"/>
                  </a:cubicBezTo>
                  <a:cubicBezTo>
                    <a:pt x="227" y="12"/>
                    <a:pt x="203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1"/>
            <p:cNvSpPr/>
            <p:nvPr/>
          </p:nvSpPr>
          <p:spPr>
            <a:xfrm>
              <a:off x="2592875" y="24968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8" y="298"/>
                    <a:pt x="298" y="226"/>
                    <a:pt x="298" y="143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1"/>
            <p:cNvSpPr/>
            <p:nvPr/>
          </p:nvSpPr>
          <p:spPr>
            <a:xfrm>
              <a:off x="2567275" y="2499850"/>
              <a:ext cx="325" cy="600"/>
            </a:xfrm>
            <a:custGeom>
              <a:avLst/>
              <a:gdLst/>
              <a:ahLst/>
              <a:cxnLst/>
              <a:rect l="l" t="t" r="r" b="b"/>
              <a:pathLst>
                <a:path w="13" h="24" extrusionOk="0">
                  <a:moveTo>
                    <a:pt x="0" y="0"/>
                  </a:moveTo>
                  <a:lnTo>
                    <a:pt x="0" y="24"/>
                  </a:lnTo>
                  <a:cubicBezTo>
                    <a:pt x="0" y="12"/>
                    <a:pt x="12" y="12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1"/>
            <p:cNvSpPr/>
            <p:nvPr/>
          </p:nvSpPr>
          <p:spPr>
            <a:xfrm>
              <a:off x="2617875" y="2598075"/>
              <a:ext cx="4175" cy="3600"/>
            </a:xfrm>
            <a:custGeom>
              <a:avLst/>
              <a:gdLst/>
              <a:ahLst/>
              <a:cxnLst/>
              <a:rect l="l" t="t" r="r" b="b"/>
              <a:pathLst>
                <a:path w="167" h="144" extrusionOk="0">
                  <a:moveTo>
                    <a:pt x="167" y="0"/>
                  </a:moveTo>
                  <a:cubicBezTo>
                    <a:pt x="72" y="0"/>
                    <a:pt x="0" y="72"/>
                    <a:pt x="12" y="143"/>
                  </a:cubicBezTo>
                  <a:cubicBezTo>
                    <a:pt x="12" y="72"/>
                    <a:pt x="72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11"/>
            <p:cNvSpPr/>
            <p:nvPr/>
          </p:nvSpPr>
          <p:spPr>
            <a:xfrm>
              <a:off x="2592575" y="2598075"/>
              <a:ext cx="7750" cy="3600"/>
            </a:xfrm>
            <a:custGeom>
              <a:avLst/>
              <a:gdLst/>
              <a:ahLst/>
              <a:cxnLst/>
              <a:rect l="l" t="t" r="r" b="b"/>
              <a:pathLst>
                <a:path w="310" h="144" extrusionOk="0">
                  <a:moveTo>
                    <a:pt x="167" y="0"/>
                  </a:moveTo>
                  <a:cubicBezTo>
                    <a:pt x="72" y="0"/>
                    <a:pt x="0" y="72"/>
                    <a:pt x="12" y="143"/>
                  </a:cubicBezTo>
                  <a:cubicBezTo>
                    <a:pt x="12" y="72"/>
                    <a:pt x="72" y="0"/>
                    <a:pt x="167" y="0"/>
                  </a:cubicBezTo>
                  <a:close/>
                  <a:moveTo>
                    <a:pt x="167" y="0"/>
                  </a:moveTo>
                  <a:lnTo>
                    <a:pt x="167" y="0"/>
                  </a:lnTo>
                  <a:cubicBezTo>
                    <a:pt x="239" y="0"/>
                    <a:pt x="310" y="72"/>
                    <a:pt x="310" y="143"/>
                  </a:cubicBezTo>
                  <a:cubicBezTo>
                    <a:pt x="310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11"/>
            <p:cNvSpPr/>
            <p:nvPr/>
          </p:nvSpPr>
          <p:spPr>
            <a:xfrm>
              <a:off x="2618175" y="2572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26"/>
                    <a:pt x="84" y="298"/>
                    <a:pt x="155" y="298"/>
                  </a:cubicBezTo>
                  <a:cubicBezTo>
                    <a:pt x="203" y="298"/>
                    <a:pt x="227" y="274"/>
                    <a:pt x="262" y="250"/>
                  </a:cubicBezTo>
                  <a:cubicBezTo>
                    <a:pt x="286" y="226"/>
                    <a:pt x="298" y="191"/>
                    <a:pt x="298" y="143"/>
                  </a:cubicBezTo>
                  <a:cubicBezTo>
                    <a:pt x="298" y="107"/>
                    <a:pt x="286" y="72"/>
                    <a:pt x="262" y="48"/>
                  </a:cubicBezTo>
                  <a:cubicBezTo>
                    <a:pt x="227" y="12"/>
                    <a:pt x="203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11"/>
            <p:cNvSpPr/>
            <p:nvPr/>
          </p:nvSpPr>
          <p:spPr>
            <a:xfrm>
              <a:off x="2592875" y="25727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26"/>
                    <a:pt x="84" y="298"/>
                    <a:pt x="155" y="298"/>
                  </a:cubicBezTo>
                  <a:cubicBezTo>
                    <a:pt x="238" y="298"/>
                    <a:pt x="298" y="226"/>
                    <a:pt x="298" y="143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11"/>
            <p:cNvSpPr/>
            <p:nvPr/>
          </p:nvSpPr>
          <p:spPr>
            <a:xfrm>
              <a:off x="2580375" y="25852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11"/>
            <p:cNvSpPr/>
            <p:nvPr/>
          </p:nvSpPr>
          <p:spPr>
            <a:xfrm>
              <a:off x="2605675" y="25852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84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1"/>
            <p:cNvSpPr/>
            <p:nvPr/>
          </p:nvSpPr>
          <p:spPr>
            <a:xfrm>
              <a:off x="2580375" y="25599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84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1"/>
            <p:cNvSpPr/>
            <p:nvPr/>
          </p:nvSpPr>
          <p:spPr>
            <a:xfrm>
              <a:off x="2605675" y="25599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84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1"/>
            <p:cNvSpPr/>
            <p:nvPr/>
          </p:nvSpPr>
          <p:spPr>
            <a:xfrm>
              <a:off x="2567575" y="2598075"/>
              <a:ext cx="3900" cy="3600"/>
            </a:xfrm>
            <a:custGeom>
              <a:avLst/>
              <a:gdLst/>
              <a:ahLst/>
              <a:cxnLst/>
              <a:rect l="l" t="t" r="r" b="b"/>
              <a:pathLst>
                <a:path w="156" h="144" extrusionOk="0">
                  <a:moveTo>
                    <a:pt x="155" y="0"/>
                  </a:moveTo>
                  <a:cubicBezTo>
                    <a:pt x="75" y="0"/>
                    <a:pt x="20" y="50"/>
                    <a:pt x="5" y="109"/>
                  </a:cubicBezTo>
                  <a:lnTo>
                    <a:pt x="5" y="109"/>
                  </a:lnTo>
                  <a:cubicBezTo>
                    <a:pt x="31" y="53"/>
                    <a:pt x="88" y="0"/>
                    <a:pt x="155" y="0"/>
                  </a:cubicBezTo>
                  <a:close/>
                  <a:moveTo>
                    <a:pt x="5" y="109"/>
                  </a:moveTo>
                  <a:lnTo>
                    <a:pt x="5" y="109"/>
                  </a:lnTo>
                  <a:cubicBezTo>
                    <a:pt x="3" y="112"/>
                    <a:pt x="2" y="116"/>
                    <a:pt x="0" y="119"/>
                  </a:cubicBezTo>
                  <a:lnTo>
                    <a:pt x="0" y="143"/>
                  </a:lnTo>
                  <a:cubicBezTo>
                    <a:pt x="0" y="132"/>
                    <a:pt x="2" y="120"/>
                    <a:pt x="5" y="1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1"/>
            <p:cNvSpPr/>
            <p:nvPr/>
          </p:nvSpPr>
          <p:spPr>
            <a:xfrm>
              <a:off x="2567275" y="2572775"/>
              <a:ext cx="3900" cy="7500"/>
            </a:xfrm>
            <a:custGeom>
              <a:avLst/>
              <a:gdLst/>
              <a:ahLst/>
              <a:cxnLst/>
              <a:rect l="l" t="t" r="r" b="b"/>
              <a:pathLst>
                <a:path w="156" h="300" extrusionOk="0">
                  <a:moveTo>
                    <a:pt x="155" y="0"/>
                  </a:moveTo>
                  <a:cubicBezTo>
                    <a:pt x="72" y="0"/>
                    <a:pt x="0" y="60"/>
                    <a:pt x="0" y="143"/>
                  </a:cubicBezTo>
                  <a:cubicBezTo>
                    <a:pt x="0" y="72"/>
                    <a:pt x="72" y="0"/>
                    <a:pt x="155" y="0"/>
                  </a:cubicBezTo>
                  <a:close/>
                  <a:moveTo>
                    <a:pt x="0" y="143"/>
                  </a:moveTo>
                  <a:cubicBezTo>
                    <a:pt x="0" y="231"/>
                    <a:pt x="62" y="299"/>
                    <a:pt x="137" y="299"/>
                  </a:cubicBezTo>
                  <a:cubicBezTo>
                    <a:pt x="143" y="299"/>
                    <a:pt x="149" y="299"/>
                    <a:pt x="155" y="298"/>
                  </a:cubicBezTo>
                  <a:cubicBezTo>
                    <a:pt x="72" y="298"/>
                    <a:pt x="0" y="226"/>
                    <a:pt x="0" y="1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11"/>
            <p:cNvSpPr/>
            <p:nvPr/>
          </p:nvSpPr>
          <p:spPr>
            <a:xfrm>
              <a:off x="2618175" y="25474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167"/>
                    <a:pt x="0" y="191"/>
                    <a:pt x="24" y="203"/>
                  </a:cubicBezTo>
                  <a:cubicBezTo>
                    <a:pt x="48" y="262"/>
                    <a:pt x="96" y="298"/>
                    <a:pt x="155" y="298"/>
                  </a:cubicBezTo>
                  <a:cubicBezTo>
                    <a:pt x="203" y="298"/>
                    <a:pt x="227" y="286"/>
                    <a:pt x="262" y="250"/>
                  </a:cubicBezTo>
                  <a:cubicBezTo>
                    <a:pt x="274" y="238"/>
                    <a:pt x="286" y="226"/>
                    <a:pt x="286" y="203"/>
                  </a:cubicBezTo>
                  <a:cubicBezTo>
                    <a:pt x="298" y="191"/>
                    <a:pt x="298" y="167"/>
                    <a:pt x="298" y="143"/>
                  </a:cubicBezTo>
                  <a:cubicBezTo>
                    <a:pt x="298" y="107"/>
                    <a:pt x="286" y="72"/>
                    <a:pt x="262" y="48"/>
                  </a:cubicBezTo>
                  <a:cubicBezTo>
                    <a:pt x="227" y="12"/>
                    <a:pt x="203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11"/>
            <p:cNvSpPr/>
            <p:nvPr/>
          </p:nvSpPr>
          <p:spPr>
            <a:xfrm>
              <a:off x="2592875" y="25474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167"/>
                    <a:pt x="0" y="191"/>
                    <a:pt x="24" y="203"/>
                  </a:cubicBezTo>
                  <a:cubicBezTo>
                    <a:pt x="48" y="262"/>
                    <a:pt x="96" y="298"/>
                    <a:pt x="155" y="298"/>
                  </a:cubicBezTo>
                  <a:cubicBezTo>
                    <a:pt x="215" y="298"/>
                    <a:pt x="274" y="250"/>
                    <a:pt x="286" y="203"/>
                  </a:cubicBezTo>
                  <a:cubicBezTo>
                    <a:pt x="298" y="191"/>
                    <a:pt x="298" y="167"/>
                    <a:pt x="298" y="143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11"/>
            <p:cNvSpPr/>
            <p:nvPr/>
          </p:nvSpPr>
          <p:spPr>
            <a:xfrm>
              <a:off x="2567275" y="2551050"/>
              <a:ext cx="325" cy="1500"/>
            </a:xfrm>
            <a:custGeom>
              <a:avLst/>
              <a:gdLst/>
              <a:ahLst/>
              <a:cxnLst/>
              <a:rect l="l" t="t" r="r" b="b"/>
              <a:pathLst>
                <a:path w="13" h="60" extrusionOk="0">
                  <a:moveTo>
                    <a:pt x="0" y="0"/>
                  </a:moveTo>
                  <a:cubicBezTo>
                    <a:pt x="0" y="24"/>
                    <a:pt x="0" y="48"/>
                    <a:pt x="12" y="60"/>
                  </a:cubicBezTo>
                  <a:cubicBezTo>
                    <a:pt x="12" y="48"/>
                    <a:pt x="0" y="36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11"/>
            <p:cNvSpPr/>
            <p:nvPr/>
          </p:nvSpPr>
          <p:spPr>
            <a:xfrm>
              <a:off x="2617875" y="2648675"/>
              <a:ext cx="6875" cy="3600"/>
            </a:xfrm>
            <a:custGeom>
              <a:avLst/>
              <a:gdLst/>
              <a:ahLst/>
              <a:cxnLst/>
              <a:rect l="l" t="t" r="r" b="b"/>
              <a:pathLst>
                <a:path w="275" h="144" extrusionOk="0">
                  <a:moveTo>
                    <a:pt x="167" y="0"/>
                  </a:moveTo>
                  <a:cubicBezTo>
                    <a:pt x="215" y="0"/>
                    <a:pt x="239" y="24"/>
                    <a:pt x="274" y="48"/>
                  </a:cubicBezTo>
                  <a:cubicBezTo>
                    <a:pt x="239" y="12"/>
                    <a:pt x="215" y="0"/>
                    <a:pt x="167" y="0"/>
                  </a:cubicBezTo>
                  <a:close/>
                  <a:moveTo>
                    <a:pt x="167" y="0"/>
                  </a:moveTo>
                  <a:cubicBezTo>
                    <a:pt x="72" y="0"/>
                    <a:pt x="0" y="72"/>
                    <a:pt x="12" y="143"/>
                  </a:cubicBezTo>
                  <a:cubicBezTo>
                    <a:pt x="12" y="72"/>
                    <a:pt x="72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11"/>
            <p:cNvSpPr/>
            <p:nvPr/>
          </p:nvSpPr>
          <p:spPr>
            <a:xfrm>
              <a:off x="2592575" y="2648675"/>
              <a:ext cx="7750" cy="3600"/>
            </a:xfrm>
            <a:custGeom>
              <a:avLst/>
              <a:gdLst/>
              <a:ahLst/>
              <a:cxnLst/>
              <a:rect l="l" t="t" r="r" b="b"/>
              <a:pathLst>
                <a:path w="310" h="144" extrusionOk="0">
                  <a:moveTo>
                    <a:pt x="167" y="0"/>
                  </a:moveTo>
                  <a:cubicBezTo>
                    <a:pt x="72" y="0"/>
                    <a:pt x="0" y="72"/>
                    <a:pt x="12" y="143"/>
                  </a:cubicBezTo>
                  <a:cubicBezTo>
                    <a:pt x="12" y="72"/>
                    <a:pt x="72" y="0"/>
                    <a:pt x="167" y="0"/>
                  </a:cubicBezTo>
                  <a:close/>
                  <a:moveTo>
                    <a:pt x="167" y="0"/>
                  </a:moveTo>
                  <a:lnTo>
                    <a:pt x="167" y="0"/>
                  </a:lnTo>
                  <a:cubicBezTo>
                    <a:pt x="239" y="0"/>
                    <a:pt x="310" y="72"/>
                    <a:pt x="310" y="143"/>
                  </a:cubicBezTo>
                  <a:cubicBezTo>
                    <a:pt x="310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11"/>
            <p:cNvSpPr/>
            <p:nvPr/>
          </p:nvSpPr>
          <p:spPr>
            <a:xfrm>
              <a:off x="2618175" y="26233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03" y="298"/>
                    <a:pt x="227" y="286"/>
                    <a:pt x="262" y="250"/>
                  </a:cubicBezTo>
                  <a:cubicBezTo>
                    <a:pt x="286" y="226"/>
                    <a:pt x="298" y="191"/>
                    <a:pt x="298" y="143"/>
                  </a:cubicBezTo>
                  <a:cubicBezTo>
                    <a:pt x="298" y="107"/>
                    <a:pt x="286" y="72"/>
                    <a:pt x="262" y="48"/>
                  </a:cubicBezTo>
                  <a:cubicBezTo>
                    <a:pt x="227" y="12"/>
                    <a:pt x="203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11"/>
            <p:cNvSpPr/>
            <p:nvPr/>
          </p:nvSpPr>
          <p:spPr>
            <a:xfrm>
              <a:off x="2592875" y="26233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8" y="298"/>
                    <a:pt x="298" y="226"/>
                    <a:pt x="298" y="143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1"/>
            <p:cNvSpPr/>
            <p:nvPr/>
          </p:nvSpPr>
          <p:spPr>
            <a:xfrm>
              <a:off x="2580375" y="26358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7"/>
                    <a:pt x="298" y="155"/>
                  </a:cubicBezTo>
                  <a:cubicBezTo>
                    <a:pt x="298" y="84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1"/>
            <p:cNvSpPr/>
            <p:nvPr/>
          </p:nvSpPr>
          <p:spPr>
            <a:xfrm>
              <a:off x="2605675" y="26358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7"/>
                    <a:pt x="298" y="155"/>
                  </a:cubicBezTo>
                  <a:cubicBezTo>
                    <a:pt x="298" y="84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1"/>
            <p:cNvSpPr/>
            <p:nvPr/>
          </p:nvSpPr>
          <p:spPr>
            <a:xfrm>
              <a:off x="2580375" y="26105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7"/>
                    <a:pt x="298" y="155"/>
                  </a:cubicBezTo>
                  <a:cubicBezTo>
                    <a:pt x="298" y="84"/>
                    <a:pt x="227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1"/>
            <p:cNvSpPr/>
            <p:nvPr/>
          </p:nvSpPr>
          <p:spPr>
            <a:xfrm>
              <a:off x="2605675" y="26105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7"/>
                    <a:pt x="298" y="155"/>
                  </a:cubicBezTo>
                  <a:cubicBezTo>
                    <a:pt x="298" y="84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11"/>
            <p:cNvSpPr/>
            <p:nvPr/>
          </p:nvSpPr>
          <p:spPr>
            <a:xfrm>
              <a:off x="2567275" y="2623625"/>
              <a:ext cx="3900" cy="7500"/>
            </a:xfrm>
            <a:custGeom>
              <a:avLst/>
              <a:gdLst/>
              <a:ahLst/>
              <a:cxnLst/>
              <a:rect l="l" t="t" r="r" b="b"/>
              <a:pathLst>
                <a:path w="156" h="300" extrusionOk="0">
                  <a:moveTo>
                    <a:pt x="137" y="1"/>
                  </a:moveTo>
                  <a:cubicBezTo>
                    <a:pt x="62" y="1"/>
                    <a:pt x="1" y="69"/>
                    <a:pt x="0" y="157"/>
                  </a:cubicBezTo>
                  <a:lnTo>
                    <a:pt x="0" y="157"/>
                  </a:lnTo>
                  <a:cubicBezTo>
                    <a:pt x="1" y="62"/>
                    <a:pt x="72" y="2"/>
                    <a:pt x="155" y="2"/>
                  </a:cubicBezTo>
                  <a:cubicBezTo>
                    <a:pt x="149" y="1"/>
                    <a:pt x="143" y="1"/>
                    <a:pt x="137" y="1"/>
                  </a:cubicBezTo>
                  <a:close/>
                  <a:moveTo>
                    <a:pt x="0" y="157"/>
                  </a:moveTo>
                  <a:cubicBezTo>
                    <a:pt x="0" y="240"/>
                    <a:pt x="72" y="300"/>
                    <a:pt x="155" y="300"/>
                  </a:cubicBezTo>
                  <a:cubicBezTo>
                    <a:pt x="72" y="300"/>
                    <a:pt x="0" y="228"/>
                    <a:pt x="0" y="1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11"/>
            <p:cNvSpPr/>
            <p:nvPr/>
          </p:nvSpPr>
          <p:spPr>
            <a:xfrm>
              <a:off x="2618175" y="25980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03" y="298"/>
                    <a:pt x="227" y="286"/>
                    <a:pt x="262" y="250"/>
                  </a:cubicBezTo>
                  <a:cubicBezTo>
                    <a:pt x="286" y="226"/>
                    <a:pt x="298" y="191"/>
                    <a:pt x="298" y="143"/>
                  </a:cubicBezTo>
                  <a:cubicBezTo>
                    <a:pt x="298" y="107"/>
                    <a:pt x="286" y="72"/>
                    <a:pt x="262" y="48"/>
                  </a:cubicBezTo>
                  <a:cubicBezTo>
                    <a:pt x="227" y="12"/>
                    <a:pt x="203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1"/>
            <p:cNvSpPr/>
            <p:nvPr/>
          </p:nvSpPr>
          <p:spPr>
            <a:xfrm>
              <a:off x="2592875" y="25980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8" y="298"/>
                    <a:pt x="298" y="226"/>
                    <a:pt x="298" y="143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1"/>
            <p:cNvSpPr/>
            <p:nvPr/>
          </p:nvSpPr>
          <p:spPr>
            <a:xfrm>
              <a:off x="2567275" y="2601050"/>
              <a:ext cx="3900" cy="4525"/>
            </a:xfrm>
            <a:custGeom>
              <a:avLst/>
              <a:gdLst/>
              <a:ahLst/>
              <a:cxnLst/>
              <a:rect l="l" t="t" r="r" b="b"/>
              <a:pathLst>
                <a:path w="156" h="181" extrusionOk="0">
                  <a:moveTo>
                    <a:pt x="0" y="0"/>
                  </a:moveTo>
                  <a:lnTo>
                    <a:pt x="0" y="24"/>
                  </a:lnTo>
                  <a:cubicBezTo>
                    <a:pt x="0" y="24"/>
                    <a:pt x="12" y="12"/>
                    <a:pt x="0" y="0"/>
                  </a:cubicBezTo>
                  <a:close/>
                  <a:moveTo>
                    <a:pt x="0" y="26"/>
                  </a:moveTo>
                  <a:cubicBezTo>
                    <a:pt x="1" y="113"/>
                    <a:pt x="62" y="180"/>
                    <a:pt x="137" y="180"/>
                  </a:cubicBezTo>
                  <a:cubicBezTo>
                    <a:pt x="143" y="180"/>
                    <a:pt x="149" y="180"/>
                    <a:pt x="155" y="179"/>
                  </a:cubicBezTo>
                  <a:cubicBezTo>
                    <a:pt x="72" y="179"/>
                    <a:pt x="1" y="120"/>
                    <a:pt x="0" y="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11"/>
            <p:cNvSpPr/>
            <p:nvPr/>
          </p:nvSpPr>
          <p:spPr>
            <a:xfrm>
              <a:off x="2618175" y="2673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03" y="298"/>
                    <a:pt x="227" y="286"/>
                    <a:pt x="262" y="250"/>
                  </a:cubicBezTo>
                  <a:cubicBezTo>
                    <a:pt x="286" y="227"/>
                    <a:pt x="298" y="191"/>
                    <a:pt x="298" y="143"/>
                  </a:cubicBezTo>
                  <a:cubicBezTo>
                    <a:pt x="298" y="107"/>
                    <a:pt x="286" y="72"/>
                    <a:pt x="262" y="48"/>
                  </a:cubicBezTo>
                  <a:cubicBezTo>
                    <a:pt x="227" y="24"/>
                    <a:pt x="203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1"/>
            <p:cNvSpPr/>
            <p:nvPr/>
          </p:nvSpPr>
          <p:spPr>
            <a:xfrm>
              <a:off x="2605675" y="26611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7"/>
                    <a:pt x="298" y="155"/>
                  </a:cubicBezTo>
                  <a:cubicBezTo>
                    <a:pt x="298" y="84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11"/>
            <p:cNvSpPr/>
            <p:nvPr/>
          </p:nvSpPr>
          <p:spPr>
            <a:xfrm>
              <a:off x="2618175" y="26486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03" y="298"/>
                    <a:pt x="227" y="286"/>
                    <a:pt x="262" y="250"/>
                  </a:cubicBezTo>
                  <a:cubicBezTo>
                    <a:pt x="286" y="227"/>
                    <a:pt x="298" y="191"/>
                    <a:pt x="298" y="143"/>
                  </a:cubicBezTo>
                  <a:cubicBezTo>
                    <a:pt x="298" y="107"/>
                    <a:pt x="286" y="72"/>
                    <a:pt x="262" y="48"/>
                  </a:cubicBezTo>
                  <a:cubicBezTo>
                    <a:pt x="227" y="24"/>
                    <a:pt x="203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11"/>
            <p:cNvSpPr/>
            <p:nvPr/>
          </p:nvSpPr>
          <p:spPr>
            <a:xfrm>
              <a:off x="2592875" y="26486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8" y="298"/>
                    <a:pt x="298" y="227"/>
                    <a:pt x="298" y="143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11"/>
            <p:cNvSpPr/>
            <p:nvPr/>
          </p:nvSpPr>
          <p:spPr>
            <a:xfrm>
              <a:off x="2575000" y="2246825"/>
              <a:ext cx="25" cy="325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"/>
                  </a:moveTo>
                  <a:lnTo>
                    <a:pt x="1" y="1"/>
                  </a:lnTo>
                  <a:lnTo>
                    <a:pt x="1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1"/>
            <p:cNvSpPr/>
            <p:nvPr/>
          </p:nvSpPr>
          <p:spPr>
            <a:xfrm>
              <a:off x="2567350" y="2294150"/>
              <a:ext cx="7675" cy="3600"/>
            </a:xfrm>
            <a:custGeom>
              <a:avLst/>
              <a:gdLst/>
              <a:ahLst/>
              <a:cxnLst/>
              <a:rect l="l" t="t" r="r" b="b"/>
              <a:pathLst>
                <a:path w="307" h="144" extrusionOk="0">
                  <a:moveTo>
                    <a:pt x="164" y="1"/>
                  </a:moveTo>
                  <a:lnTo>
                    <a:pt x="164" y="1"/>
                  </a:lnTo>
                  <a:cubicBezTo>
                    <a:pt x="138" y="1"/>
                    <a:pt x="113" y="6"/>
                    <a:pt x="91" y="16"/>
                  </a:cubicBezTo>
                  <a:lnTo>
                    <a:pt x="91" y="16"/>
                  </a:lnTo>
                  <a:cubicBezTo>
                    <a:pt x="112" y="7"/>
                    <a:pt x="137" y="1"/>
                    <a:pt x="164" y="1"/>
                  </a:cubicBezTo>
                  <a:close/>
                  <a:moveTo>
                    <a:pt x="91" y="16"/>
                  </a:moveTo>
                  <a:cubicBezTo>
                    <a:pt x="35" y="41"/>
                    <a:pt x="1" y="92"/>
                    <a:pt x="9" y="144"/>
                  </a:cubicBezTo>
                  <a:lnTo>
                    <a:pt x="9" y="120"/>
                  </a:lnTo>
                  <a:cubicBezTo>
                    <a:pt x="24" y="68"/>
                    <a:pt x="53" y="34"/>
                    <a:pt x="91" y="16"/>
                  </a:cubicBezTo>
                  <a:close/>
                  <a:moveTo>
                    <a:pt x="164" y="1"/>
                  </a:moveTo>
                  <a:lnTo>
                    <a:pt x="164" y="1"/>
                  </a:lnTo>
                  <a:cubicBezTo>
                    <a:pt x="236" y="1"/>
                    <a:pt x="307" y="72"/>
                    <a:pt x="307" y="144"/>
                  </a:cubicBezTo>
                  <a:cubicBezTo>
                    <a:pt x="307" y="72"/>
                    <a:pt x="247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1"/>
            <p:cNvSpPr/>
            <p:nvPr/>
          </p:nvSpPr>
          <p:spPr>
            <a:xfrm>
              <a:off x="2541975" y="2294150"/>
              <a:ext cx="7750" cy="3600"/>
            </a:xfrm>
            <a:custGeom>
              <a:avLst/>
              <a:gdLst/>
              <a:ahLst/>
              <a:cxnLst/>
              <a:rect l="l" t="t" r="r" b="b"/>
              <a:pathLst>
                <a:path w="310" h="144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72"/>
                    <a:pt x="72" y="1"/>
                    <a:pt x="155" y="1"/>
                  </a:cubicBezTo>
                  <a:close/>
                  <a:moveTo>
                    <a:pt x="155" y="1"/>
                  </a:moveTo>
                  <a:cubicBezTo>
                    <a:pt x="239" y="1"/>
                    <a:pt x="298" y="72"/>
                    <a:pt x="298" y="144"/>
                  </a:cubicBezTo>
                  <a:cubicBezTo>
                    <a:pt x="310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1"/>
            <p:cNvSpPr/>
            <p:nvPr/>
          </p:nvSpPr>
          <p:spPr>
            <a:xfrm>
              <a:off x="2567575" y="2268850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15"/>
                    <a:pt x="84" y="299"/>
                    <a:pt x="155" y="299"/>
                  </a:cubicBezTo>
                  <a:cubicBezTo>
                    <a:pt x="238" y="299"/>
                    <a:pt x="298" y="215"/>
                    <a:pt x="298" y="144"/>
                  </a:cubicBez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11"/>
            <p:cNvSpPr/>
            <p:nvPr/>
          </p:nvSpPr>
          <p:spPr>
            <a:xfrm>
              <a:off x="2555075" y="22813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71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71"/>
                    <a:pt x="226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11"/>
            <p:cNvSpPr/>
            <p:nvPr/>
          </p:nvSpPr>
          <p:spPr>
            <a:xfrm>
              <a:off x="2571450" y="2246825"/>
              <a:ext cx="3575" cy="4250"/>
            </a:xfrm>
            <a:custGeom>
              <a:avLst/>
              <a:gdLst/>
              <a:ahLst/>
              <a:cxnLst/>
              <a:rect l="l" t="t" r="r" b="b"/>
              <a:pathLst>
                <a:path w="143" h="170" extrusionOk="0">
                  <a:moveTo>
                    <a:pt x="143" y="1"/>
                  </a:moveTo>
                  <a:cubicBezTo>
                    <a:pt x="107" y="60"/>
                    <a:pt x="48" y="108"/>
                    <a:pt x="0" y="168"/>
                  </a:cubicBezTo>
                  <a:cubicBezTo>
                    <a:pt x="6" y="169"/>
                    <a:pt x="12" y="169"/>
                    <a:pt x="18" y="169"/>
                  </a:cubicBezTo>
                  <a:cubicBezTo>
                    <a:pt x="67" y="169"/>
                    <a:pt x="99" y="126"/>
                    <a:pt x="131" y="72"/>
                  </a:cubicBezTo>
                  <a:cubicBezTo>
                    <a:pt x="143" y="60"/>
                    <a:pt x="143" y="25"/>
                    <a:pt x="143" y="13"/>
                  </a:cubicBezTo>
                  <a:lnTo>
                    <a:pt x="1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11"/>
            <p:cNvSpPr/>
            <p:nvPr/>
          </p:nvSpPr>
          <p:spPr>
            <a:xfrm>
              <a:off x="2567350" y="2344775"/>
              <a:ext cx="7675" cy="3575"/>
            </a:xfrm>
            <a:custGeom>
              <a:avLst/>
              <a:gdLst/>
              <a:ahLst/>
              <a:cxnLst/>
              <a:rect l="l" t="t" r="r" b="b"/>
              <a:pathLst>
                <a:path w="307" h="143" extrusionOk="0">
                  <a:moveTo>
                    <a:pt x="164" y="0"/>
                  </a:moveTo>
                  <a:lnTo>
                    <a:pt x="164" y="0"/>
                  </a:lnTo>
                  <a:cubicBezTo>
                    <a:pt x="138" y="0"/>
                    <a:pt x="113" y="5"/>
                    <a:pt x="91" y="15"/>
                  </a:cubicBezTo>
                  <a:lnTo>
                    <a:pt x="91" y="15"/>
                  </a:lnTo>
                  <a:cubicBezTo>
                    <a:pt x="112" y="6"/>
                    <a:pt x="137" y="0"/>
                    <a:pt x="164" y="0"/>
                  </a:cubicBezTo>
                  <a:close/>
                  <a:moveTo>
                    <a:pt x="91" y="15"/>
                  </a:moveTo>
                  <a:cubicBezTo>
                    <a:pt x="35" y="40"/>
                    <a:pt x="1" y="92"/>
                    <a:pt x="9" y="143"/>
                  </a:cubicBezTo>
                  <a:lnTo>
                    <a:pt x="9" y="119"/>
                  </a:lnTo>
                  <a:cubicBezTo>
                    <a:pt x="24" y="67"/>
                    <a:pt x="53" y="33"/>
                    <a:pt x="91" y="15"/>
                  </a:cubicBezTo>
                  <a:close/>
                  <a:moveTo>
                    <a:pt x="164" y="0"/>
                  </a:moveTo>
                  <a:lnTo>
                    <a:pt x="164" y="0"/>
                  </a:lnTo>
                  <a:cubicBezTo>
                    <a:pt x="236" y="0"/>
                    <a:pt x="307" y="71"/>
                    <a:pt x="307" y="143"/>
                  </a:cubicBezTo>
                  <a:cubicBezTo>
                    <a:pt x="307" y="71"/>
                    <a:pt x="247" y="0"/>
                    <a:pt x="1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11"/>
            <p:cNvSpPr/>
            <p:nvPr/>
          </p:nvSpPr>
          <p:spPr>
            <a:xfrm>
              <a:off x="2541975" y="2344775"/>
              <a:ext cx="7750" cy="3575"/>
            </a:xfrm>
            <a:custGeom>
              <a:avLst/>
              <a:gdLst/>
              <a:ahLst/>
              <a:cxnLst/>
              <a:rect l="l" t="t" r="r" b="b"/>
              <a:pathLst>
                <a:path w="310" h="143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71"/>
                    <a:pt x="72" y="0"/>
                    <a:pt x="155" y="0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2"/>
                    <a:pt x="298" y="143"/>
                  </a:cubicBezTo>
                  <a:cubicBezTo>
                    <a:pt x="310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11"/>
            <p:cNvSpPr/>
            <p:nvPr/>
          </p:nvSpPr>
          <p:spPr>
            <a:xfrm>
              <a:off x="2567575" y="23194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8" y="298"/>
                    <a:pt x="298" y="214"/>
                    <a:pt x="298" y="143"/>
                  </a:cubicBezTo>
                  <a:cubicBezTo>
                    <a:pt x="298" y="71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11"/>
            <p:cNvSpPr/>
            <p:nvPr/>
          </p:nvSpPr>
          <p:spPr>
            <a:xfrm>
              <a:off x="2541975" y="2319475"/>
              <a:ext cx="7750" cy="7450"/>
            </a:xfrm>
            <a:custGeom>
              <a:avLst/>
              <a:gdLst/>
              <a:ahLst/>
              <a:cxnLst/>
              <a:rect l="l" t="t" r="r" b="b"/>
              <a:pathLst>
                <a:path w="310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310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1"/>
            <p:cNvSpPr/>
            <p:nvPr/>
          </p:nvSpPr>
          <p:spPr>
            <a:xfrm>
              <a:off x="2529175" y="2331975"/>
              <a:ext cx="8050" cy="7450"/>
            </a:xfrm>
            <a:custGeom>
              <a:avLst/>
              <a:gdLst/>
              <a:ahLst/>
              <a:cxnLst/>
              <a:rect l="l" t="t" r="r" b="b"/>
              <a:pathLst>
                <a:path w="322" h="298" extrusionOk="0">
                  <a:moveTo>
                    <a:pt x="155" y="0"/>
                  </a:moveTo>
                  <a:cubicBezTo>
                    <a:pt x="60" y="0"/>
                    <a:pt x="0" y="72"/>
                    <a:pt x="0" y="155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50" y="298"/>
                    <a:pt x="298" y="226"/>
                    <a:pt x="298" y="155"/>
                  </a:cubicBezTo>
                  <a:cubicBezTo>
                    <a:pt x="322" y="72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1"/>
            <p:cNvSpPr/>
            <p:nvPr/>
          </p:nvSpPr>
          <p:spPr>
            <a:xfrm>
              <a:off x="2555075" y="23319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72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72"/>
                    <a:pt x="226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1"/>
            <p:cNvSpPr/>
            <p:nvPr/>
          </p:nvSpPr>
          <p:spPr>
            <a:xfrm>
              <a:off x="2529175" y="2306950"/>
              <a:ext cx="7475" cy="7475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55" y="1"/>
                  </a:moveTo>
                  <a:cubicBezTo>
                    <a:pt x="143" y="1"/>
                    <a:pt x="108" y="1"/>
                    <a:pt x="96" y="25"/>
                  </a:cubicBezTo>
                  <a:cubicBezTo>
                    <a:pt x="60" y="84"/>
                    <a:pt x="36" y="144"/>
                    <a:pt x="0" y="180"/>
                  </a:cubicBezTo>
                  <a:cubicBezTo>
                    <a:pt x="36" y="239"/>
                    <a:pt x="96" y="299"/>
                    <a:pt x="155" y="299"/>
                  </a:cubicBezTo>
                  <a:cubicBezTo>
                    <a:pt x="250" y="299"/>
                    <a:pt x="298" y="227"/>
                    <a:pt x="298" y="156"/>
                  </a:cubicBezTo>
                  <a:cubicBezTo>
                    <a:pt x="298" y="60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1"/>
            <p:cNvSpPr/>
            <p:nvPr/>
          </p:nvSpPr>
          <p:spPr>
            <a:xfrm>
              <a:off x="2555075" y="23066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71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71"/>
                    <a:pt x="226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1"/>
            <p:cNvSpPr/>
            <p:nvPr/>
          </p:nvSpPr>
          <p:spPr>
            <a:xfrm>
              <a:off x="2567575" y="2294150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39"/>
                    <a:pt x="84" y="299"/>
                    <a:pt x="155" y="299"/>
                  </a:cubicBezTo>
                  <a:cubicBezTo>
                    <a:pt x="238" y="299"/>
                    <a:pt x="298" y="215"/>
                    <a:pt x="298" y="144"/>
                  </a:cubicBezTo>
                  <a:cubicBezTo>
                    <a:pt x="298" y="72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1"/>
            <p:cNvSpPr/>
            <p:nvPr/>
          </p:nvSpPr>
          <p:spPr>
            <a:xfrm>
              <a:off x="2541975" y="2294150"/>
              <a:ext cx="7750" cy="7475"/>
            </a:xfrm>
            <a:custGeom>
              <a:avLst/>
              <a:gdLst/>
              <a:ahLst/>
              <a:cxnLst/>
              <a:rect l="l" t="t" r="r" b="b"/>
              <a:pathLst>
                <a:path w="310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39"/>
                    <a:pt x="72" y="299"/>
                    <a:pt x="155" y="299"/>
                  </a:cubicBezTo>
                  <a:cubicBezTo>
                    <a:pt x="239" y="299"/>
                    <a:pt x="298" y="215"/>
                    <a:pt x="298" y="144"/>
                  </a:cubicBezTo>
                  <a:cubicBezTo>
                    <a:pt x="310" y="72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1"/>
            <p:cNvSpPr/>
            <p:nvPr/>
          </p:nvSpPr>
          <p:spPr>
            <a:xfrm>
              <a:off x="2567275" y="2395650"/>
              <a:ext cx="7750" cy="3600"/>
            </a:xfrm>
            <a:custGeom>
              <a:avLst/>
              <a:gdLst/>
              <a:ahLst/>
              <a:cxnLst/>
              <a:rect l="l" t="t" r="r" b="b"/>
              <a:pathLst>
                <a:path w="310" h="144" extrusionOk="0">
                  <a:moveTo>
                    <a:pt x="167" y="1"/>
                  </a:moveTo>
                  <a:cubicBezTo>
                    <a:pt x="204" y="1"/>
                    <a:pt x="241" y="17"/>
                    <a:pt x="268" y="43"/>
                  </a:cubicBezTo>
                  <a:lnTo>
                    <a:pt x="268" y="43"/>
                  </a:lnTo>
                  <a:cubicBezTo>
                    <a:pt x="242" y="18"/>
                    <a:pt x="208" y="1"/>
                    <a:pt x="167" y="1"/>
                  </a:cubicBezTo>
                  <a:close/>
                  <a:moveTo>
                    <a:pt x="167" y="1"/>
                  </a:moveTo>
                  <a:cubicBezTo>
                    <a:pt x="72" y="1"/>
                    <a:pt x="0" y="61"/>
                    <a:pt x="12" y="144"/>
                  </a:cubicBezTo>
                  <a:lnTo>
                    <a:pt x="12" y="120"/>
                  </a:lnTo>
                  <a:cubicBezTo>
                    <a:pt x="36" y="49"/>
                    <a:pt x="96" y="1"/>
                    <a:pt x="167" y="1"/>
                  </a:cubicBezTo>
                  <a:close/>
                  <a:moveTo>
                    <a:pt x="268" y="43"/>
                  </a:moveTo>
                  <a:cubicBezTo>
                    <a:pt x="294" y="70"/>
                    <a:pt x="310" y="107"/>
                    <a:pt x="310" y="144"/>
                  </a:cubicBezTo>
                  <a:cubicBezTo>
                    <a:pt x="310" y="103"/>
                    <a:pt x="293" y="69"/>
                    <a:pt x="268" y="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1"/>
            <p:cNvSpPr/>
            <p:nvPr/>
          </p:nvSpPr>
          <p:spPr>
            <a:xfrm>
              <a:off x="2541975" y="2395650"/>
              <a:ext cx="7750" cy="3600"/>
            </a:xfrm>
            <a:custGeom>
              <a:avLst/>
              <a:gdLst/>
              <a:ahLst/>
              <a:cxnLst/>
              <a:rect l="l" t="t" r="r" b="b"/>
              <a:pathLst>
                <a:path w="310" h="144" extrusionOk="0">
                  <a:moveTo>
                    <a:pt x="155" y="1"/>
                  </a:moveTo>
                  <a:cubicBezTo>
                    <a:pt x="115" y="1"/>
                    <a:pt x="81" y="14"/>
                    <a:pt x="55" y="34"/>
                  </a:cubicBezTo>
                  <a:lnTo>
                    <a:pt x="55" y="34"/>
                  </a:lnTo>
                  <a:cubicBezTo>
                    <a:pt x="82" y="13"/>
                    <a:pt x="118" y="1"/>
                    <a:pt x="155" y="1"/>
                  </a:cubicBezTo>
                  <a:close/>
                  <a:moveTo>
                    <a:pt x="55" y="34"/>
                  </a:moveTo>
                  <a:cubicBezTo>
                    <a:pt x="22" y="59"/>
                    <a:pt x="0" y="98"/>
                    <a:pt x="0" y="144"/>
                  </a:cubicBezTo>
                  <a:cubicBezTo>
                    <a:pt x="0" y="103"/>
                    <a:pt x="20" y="61"/>
                    <a:pt x="55" y="34"/>
                  </a:cubicBezTo>
                  <a:close/>
                  <a:moveTo>
                    <a:pt x="155" y="1"/>
                  </a:moveTo>
                  <a:cubicBezTo>
                    <a:pt x="239" y="1"/>
                    <a:pt x="298" y="72"/>
                    <a:pt x="298" y="144"/>
                  </a:cubicBezTo>
                  <a:cubicBezTo>
                    <a:pt x="310" y="61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1"/>
            <p:cNvSpPr/>
            <p:nvPr/>
          </p:nvSpPr>
          <p:spPr>
            <a:xfrm>
              <a:off x="2567575" y="2370350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39"/>
                    <a:pt x="84" y="299"/>
                    <a:pt x="155" y="299"/>
                  </a:cubicBezTo>
                  <a:cubicBezTo>
                    <a:pt x="238" y="299"/>
                    <a:pt x="298" y="227"/>
                    <a:pt x="298" y="144"/>
                  </a:cubicBezTo>
                  <a:cubicBezTo>
                    <a:pt x="298" y="60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1"/>
            <p:cNvSpPr/>
            <p:nvPr/>
          </p:nvSpPr>
          <p:spPr>
            <a:xfrm>
              <a:off x="2541975" y="2370350"/>
              <a:ext cx="7750" cy="7475"/>
            </a:xfrm>
            <a:custGeom>
              <a:avLst/>
              <a:gdLst/>
              <a:ahLst/>
              <a:cxnLst/>
              <a:rect l="l" t="t" r="r" b="b"/>
              <a:pathLst>
                <a:path w="310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39"/>
                    <a:pt x="72" y="299"/>
                    <a:pt x="155" y="299"/>
                  </a:cubicBezTo>
                  <a:cubicBezTo>
                    <a:pt x="239" y="299"/>
                    <a:pt x="298" y="227"/>
                    <a:pt x="298" y="144"/>
                  </a:cubicBezTo>
                  <a:cubicBezTo>
                    <a:pt x="310" y="60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1"/>
            <p:cNvSpPr/>
            <p:nvPr/>
          </p:nvSpPr>
          <p:spPr>
            <a:xfrm>
              <a:off x="2529175" y="2382875"/>
              <a:ext cx="8050" cy="7450"/>
            </a:xfrm>
            <a:custGeom>
              <a:avLst/>
              <a:gdLst/>
              <a:ahLst/>
              <a:cxnLst/>
              <a:rect l="l" t="t" r="r" b="b"/>
              <a:pathLst>
                <a:path w="322" h="298" extrusionOk="0">
                  <a:moveTo>
                    <a:pt x="155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50" y="298"/>
                    <a:pt x="298" y="226"/>
                    <a:pt x="298" y="155"/>
                  </a:cubicBezTo>
                  <a:cubicBezTo>
                    <a:pt x="322" y="60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1"/>
            <p:cNvSpPr/>
            <p:nvPr/>
          </p:nvSpPr>
          <p:spPr>
            <a:xfrm>
              <a:off x="2555075" y="23828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60"/>
                    <a:pt x="226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1"/>
            <p:cNvSpPr/>
            <p:nvPr/>
          </p:nvSpPr>
          <p:spPr>
            <a:xfrm>
              <a:off x="2529175" y="2357550"/>
              <a:ext cx="8050" cy="7475"/>
            </a:xfrm>
            <a:custGeom>
              <a:avLst/>
              <a:gdLst/>
              <a:ahLst/>
              <a:cxnLst/>
              <a:rect l="l" t="t" r="r" b="b"/>
              <a:pathLst>
                <a:path w="322" h="299" extrusionOk="0">
                  <a:moveTo>
                    <a:pt x="155" y="1"/>
                  </a:moveTo>
                  <a:cubicBezTo>
                    <a:pt x="60" y="1"/>
                    <a:pt x="0" y="84"/>
                    <a:pt x="0" y="156"/>
                  </a:cubicBezTo>
                  <a:cubicBezTo>
                    <a:pt x="0" y="239"/>
                    <a:pt x="84" y="299"/>
                    <a:pt x="155" y="299"/>
                  </a:cubicBezTo>
                  <a:cubicBezTo>
                    <a:pt x="250" y="299"/>
                    <a:pt x="298" y="227"/>
                    <a:pt x="298" y="156"/>
                  </a:cubicBezTo>
                  <a:cubicBezTo>
                    <a:pt x="322" y="61"/>
                    <a:pt x="250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1"/>
            <p:cNvSpPr/>
            <p:nvPr/>
          </p:nvSpPr>
          <p:spPr>
            <a:xfrm>
              <a:off x="2555075" y="2357550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43" y="1"/>
                  </a:moveTo>
                  <a:cubicBezTo>
                    <a:pt x="60" y="1"/>
                    <a:pt x="0" y="84"/>
                    <a:pt x="0" y="156"/>
                  </a:cubicBezTo>
                  <a:cubicBezTo>
                    <a:pt x="0" y="239"/>
                    <a:pt x="72" y="299"/>
                    <a:pt x="143" y="299"/>
                  </a:cubicBezTo>
                  <a:cubicBezTo>
                    <a:pt x="238" y="299"/>
                    <a:pt x="298" y="227"/>
                    <a:pt x="298" y="156"/>
                  </a:cubicBezTo>
                  <a:cubicBezTo>
                    <a:pt x="298" y="61"/>
                    <a:pt x="226" y="1"/>
                    <a:pt x="1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1"/>
            <p:cNvSpPr/>
            <p:nvPr/>
          </p:nvSpPr>
          <p:spPr>
            <a:xfrm>
              <a:off x="2567575" y="23447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8" y="298"/>
                    <a:pt x="298" y="214"/>
                    <a:pt x="298" y="143"/>
                  </a:cubicBezTo>
                  <a:cubicBezTo>
                    <a:pt x="298" y="71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1"/>
            <p:cNvSpPr/>
            <p:nvPr/>
          </p:nvSpPr>
          <p:spPr>
            <a:xfrm>
              <a:off x="2541975" y="2344775"/>
              <a:ext cx="7750" cy="7450"/>
            </a:xfrm>
            <a:custGeom>
              <a:avLst/>
              <a:gdLst/>
              <a:ahLst/>
              <a:cxnLst/>
              <a:rect l="l" t="t" r="r" b="b"/>
              <a:pathLst>
                <a:path w="310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cubicBezTo>
                    <a:pt x="239" y="298"/>
                    <a:pt x="298" y="214"/>
                    <a:pt x="298" y="143"/>
                  </a:cubicBezTo>
                  <a:cubicBezTo>
                    <a:pt x="310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1"/>
            <p:cNvSpPr/>
            <p:nvPr/>
          </p:nvSpPr>
          <p:spPr>
            <a:xfrm>
              <a:off x="2567275" y="2446275"/>
              <a:ext cx="7750" cy="3575"/>
            </a:xfrm>
            <a:custGeom>
              <a:avLst/>
              <a:gdLst/>
              <a:ahLst/>
              <a:cxnLst/>
              <a:rect l="l" t="t" r="r" b="b"/>
              <a:pathLst>
                <a:path w="310" h="143" extrusionOk="0">
                  <a:moveTo>
                    <a:pt x="167" y="0"/>
                  </a:moveTo>
                  <a:cubicBezTo>
                    <a:pt x="204" y="0"/>
                    <a:pt x="241" y="16"/>
                    <a:pt x="268" y="42"/>
                  </a:cubicBezTo>
                  <a:lnTo>
                    <a:pt x="268" y="42"/>
                  </a:lnTo>
                  <a:cubicBezTo>
                    <a:pt x="242" y="17"/>
                    <a:pt x="208" y="0"/>
                    <a:pt x="167" y="0"/>
                  </a:cubicBezTo>
                  <a:close/>
                  <a:moveTo>
                    <a:pt x="167" y="0"/>
                  </a:moveTo>
                  <a:cubicBezTo>
                    <a:pt x="72" y="0"/>
                    <a:pt x="0" y="60"/>
                    <a:pt x="12" y="143"/>
                  </a:cubicBezTo>
                  <a:lnTo>
                    <a:pt x="12" y="119"/>
                  </a:lnTo>
                  <a:cubicBezTo>
                    <a:pt x="36" y="48"/>
                    <a:pt x="96" y="0"/>
                    <a:pt x="167" y="0"/>
                  </a:cubicBezTo>
                  <a:close/>
                  <a:moveTo>
                    <a:pt x="268" y="42"/>
                  </a:moveTo>
                  <a:lnTo>
                    <a:pt x="268" y="42"/>
                  </a:lnTo>
                  <a:cubicBezTo>
                    <a:pt x="294" y="69"/>
                    <a:pt x="310" y="106"/>
                    <a:pt x="310" y="143"/>
                  </a:cubicBezTo>
                  <a:cubicBezTo>
                    <a:pt x="310" y="102"/>
                    <a:pt x="293" y="68"/>
                    <a:pt x="268" y="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1"/>
            <p:cNvSpPr/>
            <p:nvPr/>
          </p:nvSpPr>
          <p:spPr>
            <a:xfrm>
              <a:off x="2541975" y="2446275"/>
              <a:ext cx="7750" cy="3575"/>
            </a:xfrm>
            <a:custGeom>
              <a:avLst/>
              <a:gdLst/>
              <a:ahLst/>
              <a:cxnLst/>
              <a:rect l="l" t="t" r="r" b="b"/>
              <a:pathLst>
                <a:path w="310" h="143" extrusionOk="0">
                  <a:moveTo>
                    <a:pt x="155" y="0"/>
                  </a:moveTo>
                  <a:cubicBezTo>
                    <a:pt x="115" y="0"/>
                    <a:pt x="81" y="13"/>
                    <a:pt x="55" y="33"/>
                  </a:cubicBezTo>
                  <a:lnTo>
                    <a:pt x="55" y="33"/>
                  </a:lnTo>
                  <a:cubicBezTo>
                    <a:pt x="82" y="12"/>
                    <a:pt x="118" y="0"/>
                    <a:pt x="155" y="0"/>
                  </a:cubicBezTo>
                  <a:close/>
                  <a:moveTo>
                    <a:pt x="55" y="33"/>
                  </a:moveTo>
                  <a:cubicBezTo>
                    <a:pt x="22" y="59"/>
                    <a:pt x="0" y="97"/>
                    <a:pt x="0" y="143"/>
                  </a:cubicBezTo>
                  <a:cubicBezTo>
                    <a:pt x="0" y="102"/>
                    <a:pt x="20" y="61"/>
                    <a:pt x="55" y="33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1"/>
                    <a:pt x="298" y="143"/>
                  </a:cubicBezTo>
                  <a:cubicBezTo>
                    <a:pt x="310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1"/>
            <p:cNvSpPr/>
            <p:nvPr/>
          </p:nvSpPr>
          <p:spPr>
            <a:xfrm>
              <a:off x="2567575" y="24209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26"/>
                    <a:pt x="84" y="298"/>
                    <a:pt x="155" y="298"/>
                  </a:cubicBezTo>
                  <a:cubicBezTo>
                    <a:pt x="238" y="298"/>
                    <a:pt x="298" y="226"/>
                    <a:pt x="298" y="143"/>
                  </a:cubicBezTo>
                  <a:cubicBezTo>
                    <a:pt x="298" y="71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1"/>
            <p:cNvSpPr/>
            <p:nvPr/>
          </p:nvSpPr>
          <p:spPr>
            <a:xfrm>
              <a:off x="2541975" y="24209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26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1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1"/>
            <p:cNvSpPr/>
            <p:nvPr/>
          </p:nvSpPr>
          <p:spPr>
            <a:xfrm>
              <a:off x="2529175" y="2433475"/>
              <a:ext cx="8050" cy="7450"/>
            </a:xfrm>
            <a:custGeom>
              <a:avLst/>
              <a:gdLst/>
              <a:ahLst/>
              <a:cxnLst/>
              <a:rect l="l" t="t" r="r" b="b"/>
              <a:pathLst>
                <a:path w="322" h="298" extrusionOk="0">
                  <a:moveTo>
                    <a:pt x="155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50" y="298"/>
                    <a:pt x="298" y="226"/>
                    <a:pt x="298" y="155"/>
                  </a:cubicBezTo>
                  <a:cubicBezTo>
                    <a:pt x="322" y="60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1"/>
            <p:cNvSpPr/>
            <p:nvPr/>
          </p:nvSpPr>
          <p:spPr>
            <a:xfrm>
              <a:off x="2555075" y="24334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60"/>
                    <a:pt x="226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1"/>
            <p:cNvSpPr/>
            <p:nvPr/>
          </p:nvSpPr>
          <p:spPr>
            <a:xfrm>
              <a:off x="2529175" y="2408175"/>
              <a:ext cx="8050" cy="7450"/>
            </a:xfrm>
            <a:custGeom>
              <a:avLst/>
              <a:gdLst/>
              <a:ahLst/>
              <a:cxnLst/>
              <a:rect l="l" t="t" r="r" b="b"/>
              <a:pathLst>
                <a:path w="322" h="298" extrusionOk="0">
                  <a:moveTo>
                    <a:pt x="155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50" y="298"/>
                    <a:pt x="298" y="226"/>
                    <a:pt x="298" y="155"/>
                  </a:cubicBezTo>
                  <a:cubicBezTo>
                    <a:pt x="322" y="60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1"/>
            <p:cNvSpPr/>
            <p:nvPr/>
          </p:nvSpPr>
          <p:spPr>
            <a:xfrm>
              <a:off x="2555075" y="24081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60"/>
                    <a:pt x="226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1"/>
            <p:cNvSpPr/>
            <p:nvPr/>
          </p:nvSpPr>
          <p:spPr>
            <a:xfrm>
              <a:off x="2567575" y="2395650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168"/>
                    <a:pt x="0" y="191"/>
                    <a:pt x="24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215" y="299"/>
                    <a:pt x="274" y="251"/>
                    <a:pt x="286" y="203"/>
                  </a:cubicBezTo>
                  <a:cubicBezTo>
                    <a:pt x="298" y="191"/>
                    <a:pt x="298" y="168"/>
                    <a:pt x="298" y="144"/>
                  </a:cubicBezTo>
                  <a:cubicBezTo>
                    <a:pt x="298" y="61"/>
                    <a:pt x="227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1"/>
            <p:cNvSpPr/>
            <p:nvPr/>
          </p:nvSpPr>
          <p:spPr>
            <a:xfrm>
              <a:off x="2541975" y="2395650"/>
              <a:ext cx="7750" cy="7475"/>
            </a:xfrm>
            <a:custGeom>
              <a:avLst/>
              <a:gdLst/>
              <a:ahLst/>
              <a:cxnLst/>
              <a:rect l="l" t="t" r="r" b="b"/>
              <a:pathLst>
                <a:path w="310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168"/>
                    <a:pt x="0" y="191"/>
                    <a:pt x="12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215" y="299"/>
                    <a:pt x="274" y="251"/>
                    <a:pt x="286" y="203"/>
                  </a:cubicBezTo>
                  <a:cubicBezTo>
                    <a:pt x="298" y="191"/>
                    <a:pt x="298" y="168"/>
                    <a:pt x="298" y="144"/>
                  </a:cubicBezTo>
                  <a:cubicBezTo>
                    <a:pt x="310" y="61"/>
                    <a:pt x="239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1"/>
            <p:cNvSpPr/>
            <p:nvPr/>
          </p:nvSpPr>
          <p:spPr>
            <a:xfrm>
              <a:off x="2567275" y="2496875"/>
              <a:ext cx="7750" cy="3575"/>
            </a:xfrm>
            <a:custGeom>
              <a:avLst/>
              <a:gdLst/>
              <a:ahLst/>
              <a:cxnLst/>
              <a:rect l="l" t="t" r="r" b="b"/>
              <a:pathLst>
                <a:path w="310" h="143" extrusionOk="0">
                  <a:moveTo>
                    <a:pt x="167" y="0"/>
                  </a:moveTo>
                  <a:cubicBezTo>
                    <a:pt x="204" y="0"/>
                    <a:pt x="241" y="16"/>
                    <a:pt x="268" y="42"/>
                  </a:cubicBezTo>
                  <a:lnTo>
                    <a:pt x="268" y="42"/>
                  </a:lnTo>
                  <a:cubicBezTo>
                    <a:pt x="242" y="17"/>
                    <a:pt x="208" y="0"/>
                    <a:pt x="167" y="0"/>
                  </a:cubicBezTo>
                  <a:close/>
                  <a:moveTo>
                    <a:pt x="167" y="0"/>
                  </a:moveTo>
                  <a:cubicBezTo>
                    <a:pt x="72" y="0"/>
                    <a:pt x="0" y="60"/>
                    <a:pt x="12" y="143"/>
                  </a:cubicBezTo>
                  <a:lnTo>
                    <a:pt x="12" y="119"/>
                  </a:lnTo>
                  <a:cubicBezTo>
                    <a:pt x="36" y="48"/>
                    <a:pt x="96" y="0"/>
                    <a:pt x="167" y="0"/>
                  </a:cubicBezTo>
                  <a:close/>
                  <a:moveTo>
                    <a:pt x="268" y="42"/>
                  </a:moveTo>
                  <a:lnTo>
                    <a:pt x="268" y="42"/>
                  </a:lnTo>
                  <a:cubicBezTo>
                    <a:pt x="294" y="70"/>
                    <a:pt x="310" y="106"/>
                    <a:pt x="310" y="143"/>
                  </a:cubicBezTo>
                  <a:cubicBezTo>
                    <a:pt x="310" y="103"/>
                    <a:pt x="293" y="68"/>
                    <a:pt x="268" y="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1"/>
            <p:cNvSpPr/>
            <p:nvPr/>
          </p:nvSpPr>
          <p:spPr>
            <a:xfrm>
              <a:off x="2541975" y="2496875"/>
              <a:ext cx="7750" cy="3575"/>
            </a:xfrm>
            <a:custGeom>
              <a:avLst/>
              <a:gdLst/>
              <a:ahLst/>
              <a:cxnLst/>
              <a:rect l="l" t="t" r="r" b="b"/>
              <a:pathLst>
                <a:path w="310" h="143" extrusionOk="0">
                  <a:moveTo>
                    <a:pt x="155" y="0"/>
                  </a:moveTo>
                  <a:cubicBezTo>
                    <a:pt x="115" y="0"/>
                    <a:pt x="81" y="13"/>
                    <a:pt x="55" y="33"/>
                  </a:cubicBezTo>
                  <a:lnTo>
                    <a:pt x="55" y="33"/>
                  </a:lnTo>
                  <a:cubicBezTo>
                    <a:pt x="82" y="12"/>
                    <a:pt x="118" y="0"/>
                    <a:pt x="155" y="0"/>
                  </a:cubicBezTo>
                  <a:close/>
                  <a:moveTo>
                    <a:pt x="55" y="33"/>
                  </a:moveTo>
                  <a:cubicBezTo>
                    <a:pt x="22" y="59"/>
                    <a:pt x="0" y="97"/>
                    <a:pt x="0" y="143"/>
                  </a:cubicBezTo>
                  <a:cubicBezTo>
                    <a:pt x="0" y="102"/>
                    <a:pt x="20" y="61"/>
                    <a:pt x="55" y="33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2"/>
                    <a:pt x="298" y="143"/>
                  </a:cubicBezTo>
                  <a:cubicBezTo>
                    <a:pt x="310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1"/>
            <p:cNvSpPr/>
            <p:nvPr/>
          </p:nvSpPr>
          <p:spPr>
            <a:xfrm>
              <a:off x="2567575" y="24715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8" y="298"/>
                    <a:pt x="298" y="226"/>
                    <a:pt x="298" y="143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1"/>
            <p:cNvSpPr/>
            <p:nvPr/>
          </p:nvSpPr>
          <p:spPr>
            <a:xfrm>
              <a:off x="2541975" y="2471575"/>
              <a:ext cx="7750" cy="7450"/>
            </a:xfrm>
            <a:custGeom>
              <a:avLst/>
              <a:gdLst/>
              <a:ahLst/>
              <a:cxnLst/>
              <a:rect l="l" t="t" r="r" b="b"/>
              <a:pathLst>
                <a:path w="310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310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11"/>
            <p:cNvSpPr/>
            <p:nvPr/>
          </p:nvSpPr>
          <p:spPr>
            <a:xfrm>
              <a:off x="2529175" y="2484075"/>
              <a:ext cx="8050" cy="7450"/>
            </a:xfrm>
            <a:custGeom>
              <a:avLst/>
              <a:gdLst/>
              <a:ahLst/>
              <a:cxnLst/>
              <a:rect l="l" t="t" r="r" b="b"/>
              <a:pathLst>
                <a:path w="322" h="298" extrusionOk="0">
                  <a:moveTo>
                    <a:pt x="155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50" y="298"/>
                    <a:pt x="298" y="226"/>
                    <a:pt x="298" y="155"/>
                  </a:cubicBezTo>
                  <a:cubicBezTo>
                    <a:pt x="322" y="60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11"/>
            <p:cNvSpPr/>
            <p:nvPr/>
          </p:nvSpPr>
          <p:spPr>
            <a:xfrm>
              <a:off x="2555075" y="24840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60"/>
                    <a:pt x="226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11"/>
            <p:cNvSpPr/>
            <p:nvPr/>
          </p:nvSpPr>
          <p:spPr>
            <a:xfrm>
              <a:off x="2529175" y="2458775"/>
              <a:ext cx="8050" cy="7450"/>
            </a:xfrm>
            <a:custGeom>
              <a:avLst/>
              <a:gdLst/>
              <a:ahLst/>
              <a:cxnLst/>
              <a:rect l="l" t="t" r="r" b="b"/>
              <a:pathLst>
                <a:path w="322" h="298" extrusionOk="0">
                  <a:moveTo>
                    <a:pt x="155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50" y="298"/>
                    <a:pt x="298" y="226"/>
                    <a:pt x="298" y="155"/>
                  </a:cubicBezTo>
                  <a:cubicBezTo>
                    <a:pt x="322" y="60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1"/>
            <p:cNvSpPr/>
            <p:nvPr/>
          </p:nvSpPr>
          <p:spPr>
            <a:xfrm>
              <a:off x="2555075" y="24587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60"/>
                    <a:pt x="226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1"/>
            <p:cNvSpPr/>
            <p:nvPr/>
          </p:nvSpPr>
          <p:spPr>
            <a:xfrm>
              <a:off x="2567575" y="24462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8" y="298"/>
                    <a:pt x="298" y="226"/>
                    <a:pt x="298" y="143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1"/>
            <p:cNvSpPr/>
            <p:nvPr/>
          </p:nvSpPr>
          <p:spPr>
            <a:xfrm>
              <a:off x="2541975" y="2446275"/>
              <a:ext cx="7750" cy="7450"/>
            </a:xfrm>
            <a:custGeom>
              <a:avLst/>
              <a:gdLst/>
              <a:ahLst/>
              <a:cxnLst/>
              <a:rect l="l" t="t" r="r" b="b"/>
              <a:pathLst>
                <a:path w="310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310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1"/>
            <p:cNvSpPr/>
            <p:nvPr/>
          </p:nvSpPr>
          <p:spPr>
            <a:xfrm>
              <a:off x="2567275" y="2547475"/>
              <a:ext cx="7750" cy="3600"/>
            </a:xfrm>
            <a:custGeom>
              <a:avLst/>
              <a:gdLst/>
              <a:ahLst/>
              <a:cxnLst/>
              <a:rect l="l" t="t" r="r" b="b"/>
              <a:pathLst>
                <a:path w="310" h="144" extrusionOk="0">
                  <a:moveTo>
                    <a:pt x="167" y="0"/>
                  </a:moveTo>
                  <a:cubicBezTo>
                    <a:pt x="72" y="0"/>
                    <a:pt x="0" y="72"/>
                    <a:pt x="12" y="143"/>
                  </a:cubicBezTo>
                  <a:lnTo>
                    <a:pt x="12" y="119"/>
                  </a:lnTo>
                  <a:cubicBezTo>
                    <a:pt x="36" y="48"/>
                    <a:pt x="96" y="0"/>
                    <a:pt x="167" y="0"/>
                  </a:cubicBezTo>
                  <a:close/>
                  <a:moveTo>
                    <a:pt x="167" y="0"/>
                  </a:moveTo>
                  <a:lnTo>
                    <a:pt x="167" y="0"/>
                  </a:lnTo>
                  <a:cubicBezTo>
                    <a:pt x="239" y="0"/>
                    <a:pt x="310" y="72"/>
                    <a:pt x="310" y="143"/>
                  </a:cubicBezTo>
                  <a:cubicBezTo>
                    <a:pt x="310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11"/>
            <p:cNvSpPr/>
            <p:nvPr/>
          </p:nvSpPr>
          <p:spPr>
            <a:xfrm>
              <a:off x="2541975" y="2547475"/>
              <a:ext cx="7750" cy="3600"/>
            </a:xfrm>
            <a:custGeom>
              <a:avLst/>
              <a:gdLst/>
              <a:ahLst/>
              <a:cxnLst/>
              <a:rect l="l" t="t" r="r" b="b"/>
              <a:pathLst>
                <a:path w="310" h="144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72"/>
                    <a:pt x="72" y="0"/>
                    <a:pt x="155" y="0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2"/>
                    <a:pt x="298" y="143"/>
                  </a:cubicBezTo>
                  <a:cubicBezTo>
                    <a:pt x="310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11"/>
            <p:cNvSpPr/>
            <p:nvPr/>
          </p:nvSpPr>
          <p:spPr>
            <a:xfrm>
              <a:off x="2567575" y="25221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8" y="298"/>
                    <a:pt x="298" y="226"/>
                    <a:pt x="298" y="143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11"/>
            <p:cNvSpPr/>
            <p:nvPr/>
          </p:nvSpPr>
          <p:spPr>
            <a:xfrm>
              <a:off x="2541975" y="2522175"/>
              <a:ext cx="7750" cy="7450"/>
            </a:xfrm>
            <a:custGeom>
              <a:avLst/>
              <a:gdLst/>
              <a:ahLst/>
              <a:cxnLst/>
              <a:rect l="l" t="t" r="r" b="b"/>
              <a:pathLst>
                <a:path w="310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310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11"/>
            <p:cNvSpPr/>
            <p:nvPr/>
          </p:nvSpPr>
          <p:spPr>
            <a:xfrm>
              <a:off x="2529175" y="2534675"/>
              <a:ext cx="8050" cy="7450"/>
            </a:xfrm>
            <a:custGeom>
              <a:avLst/>
              <a:gdLst/>
              <a:ahLst/>
              <a:cxnLst/>
              <a:rect l="l" t="t" r="r" b="b"/>
              <a:pathLst>
                <a:path w="322" h="298" extrusionOk="0">
                  <a:moveTo>
                    <a:pt x="155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50" y="298"/>
                    <a:pt x="298" y="226"/>
                    <a:pt x="298" y="155"/>
                  </a:cubicBezTo>
                  <a:cubicBezTo>
                    <a:pt x="322" y="84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11"/>
            <p:cNvSpPr/>
            <p:nvPr/>
          </p:nvSpPr>
          <p:spPr>
            <a:xfrm>
              <a:off x="2555075" y="25346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84"/>
                    <a:pt x="226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11"/>
            <p:cNvSpPr/>
            <p:nvPr/>
          </p:nvSpPr>
          <p:spPr>
            <a:xfrm>
              <a:off x="2529175" y="2509375"/>
              <a:ext cx="8050" cy="7450"/>
            </a:xfrm>
            <a:custGeom>
              <a:avLst/>
              <a:gdLst/>
              <a:ahLst/>
              <a:cxnLst/>
              <a:rect l="l" t="t" r="r" b="b"/>
              <a:pathLst>
                <a:path w="322" h="298" extrusionOk="0">
                  <a:moveTo>
                    <a:pt x="155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50" y="298"/>
                    <a:pt x="298" y="226"/>
                    <a:pt x="298" y="155"/>
                  </a:cubicBezTo>
                  <a:cubicBezTo>
                    <a:pt x="322" y="84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11"/>
            <p:cNvSpPr/>
            <p:nvPr/>
          </p:nvSpPr>
          <p:spPr>
            <a:xfrm>
              <a:off x="2555075" y="25093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84"/>
                    <a:pt x="226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1"/>
            <p:cNvSpPr/>
            <p:nvPr/>
          </p:nvSpPr>
          <p:spPr>
            <a:xfrm>
              <a:off x="2567575" y="24968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8" y="298"/>
                    <a:pt x="298" y="226"/>
                    <a:pt x="298" y="143"/>
                  </a:cubicBezTo>
                  <a:cubicBezTo>
                    <a:pt x="298" y="60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1"/>
            <p:cNvSpPr/>
            <p:nvPr/>
          </p:nvSpPr>
          <p:spPr>
            <a:xfrm>
              <a:off x="2541975" y="2496875"/>
              <a:ext cx="7750" cy="7450"/>
            </a:xfrm>
            <a:custGeom>
              <a:avLst/>
              <a:gdLst/>
              <a:ahLst/>
              <a:cxnLst/>
              <a:rect l="l" t="t" r="r" b="b"/>
              <a:pathLst>
                <a:path w="310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310" y="60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1"/>
            <p:cNvSpPr/>
            <p:nvPr/>
          </p:nvSpPr>
          <p:spPr>
            <a:xfrm>
              <a:off x="2567275" y="2598075"/>
              <a:ext cx="7750" cy="3600"/>
            </a:xfrm>
            <a:custGeom>
              <a:avLst/>
              <a:gdLst/>
              <a:ahLst/>
              <a:cxnLst/>
              <a:rect l="l" t="t" r="r" b="b"/>
              <a:pathLst>
                <a:path w="310" h="144" extrusionOk="0">
                  <a:moveTo>
                    <a:pt x="167" y="0"/>
                  </a:moveTo>
                  <a:lnTo>
                    <a:pt x="167" y="0"/>
                  </a:lnTo>
                  <a:cubicBezTo>
                    <a:pt x="72" y="0"/>
                    <a:pt x="0" y="72"/>
                    <a:pt x="12" y="143"/>
                  </a:cubicBezTo>
                  <a:lnTo>
                    <a:pt x="12" y="119"/>
                  </a:lnTo>
                  <a:cubicBezTo>
                    <a:pt x="36" y="48"/>
                    <a:pt x="96" y="0"/>
                    <a:pt x="167" y="0"/>
                  </a:cubicBezTo>
                  <a:close/>
                  <a:moveTo>
                    <a:pt x="167" y="0"/>
                  </a:moveTo>
                  <a:lnTo>
                    <a:pt x="167" y="0"/>
                  </a:lnTo>
                  <a:cubicBezTo>
                    <a:pt x="239" y="0"/>
                    <a:pt x="310" y="72"/>
                    <a:pt x="310" y="143"/>
                  </a:cubicBezTo>
                  <a:cubicBezTo>
                    <a:pt x="310" y="72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1"/>
            <p:cNvSpPr/>
            <p:nvPr/>
          </p:nvSpPr>
          <p:spPr>
            <a:xfrm>
              <a:off x="2541975" y="2598075"/>
              <a:ext cx="7750" cy="3600"/>
            </a:xfrm>
            <a:custGeom>
              <a:avLst/>
              <a:gdLst/>
              <a:ahLst/>
              <a:cxnLst/>
              <a:rect l="l" t="t" r="r" b="b"/>
              <a:pathLst>
                <a:path w="310" h="144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72"/>
                    <a:pt x="72" y="0"/>
                    <a:pt x="155" y="0"/>
                  </a:cubicBezTo>
                  <a:close/>
                  <a:moveTo>
                    <a:pt x="155" y="0"/>
                  </a:moveTo>
                  <a:cubicBezTo>
                    <a:pt x="239" y="0"/>
                    <a:pt x="298" y="72"/>
                    <a:pt x="298" y="143"/>
                  </a:cubicBezTo>
                  <a:cubicBezTo>
                    <a:pt x="310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1"/>
            <p:cNvSpPr/>
            <p:nvPr/>
          </p:nvSpPr>
          <p:spPr>
            <a:xfrm>
              <a:off x="2567575" y="25727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26"/>
                    <a:pt x="84" y="298"/>
                    <a:pt x="155" y="298"/>
                  </a:cubicBezTo>
                  <a:cubicBezTo>
                    <a:pt x="238" y="298"/>
                    <a:pt x="298" y="226"/>
                    <a:pt x="298" y="143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11"/>
            <p:cNvSpPr/>
            <p:nvPr/>
          </p:nvSpPr>
          <p:spPr>
            <a:xfrm>
              <a:off x="2541975" y="2572775"/>
              <a:ext cx="7475" cy="7450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26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298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11"/>
            <p:cNvSpPr/>
            <p:nvPr/>
          </p:nvSpPr>
          <p:spPr>
            <a:xfrm>
              <a:off x="2531850" y="2585275"/>
              <a:ext cx="5375" cy="6875"/>
            </a:xfrm>
            <a:custGeom>
              <a:avLst/>
              <a:gdLst/>
              <a:ahLst/>
              <a:cxnLst/>
              <a:rect l="l" t="t" r="r" b="b"/>
              <a:pathLst>
                <a:path w="215" h="275" extrusionOk="0">
                  <a:moveTo>
                    <a:pt x="60" y="0"/>
                  </a:moveTo>
                  <a:cubicBezTo>
                    <a:pt x="36" y="0"/>
                    <a:pt x="24" y="0"/>
                    <a:pt x="1" y="24"/>
                  </a:cubicBezTo>
                  <a:cubicBezTo>
                    <a:pt x="48" y="107"/>
                    <a:pt x="108" y="203"/>
                    <a:pt x="155" y="274"/>
                  </a:cubicBezTo>
                  <a:cubicBezTo>
                    <a:pt x="179" y="262"/>
                    <a:pt x="215" y="215"/>
                    <a:pt x="215" y="155"/>
                  </a:cubicBezTo>
                  <a:cubicBezTo>
                    <a:pt x="215" y="60"/>
                    <a:pt x="143" y="0"/>
                    <a:pt x="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1"/>
            <p:cNvSpPr/>
            <p:nvPr/>
          </p:nvSpPr>
          <p:spPr>
            <a:xfrm>
              <a:off x="2555075" y="25852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84"/>
                    <a:pt x="226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1"/>
            <p:cNvSpPr/>
            <p:nvPr/>
          </p:nvSpPr>
          <p:spPr>
            <a:xfrm>
              <a:off x="2529175" y="2559975"/>
              <a:ext cx="8050" cy="7450"/>
            </a:xfrm>
            <a:custGeom>
              <a:avLst/>
              <a:gdLst/>
              <a:ahLst/>
              <a:cxnLst/>
              <a:rect l="l" t="t" r="r" b="b"/>
              <a:pathLst>
                <a:path w="322" h="298" extrusionOk="0">
                  <a:moveTo>
                    <a:pt x="155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50" y="298"/>
                    <a:pt x="298" y="226"/>
                    <a:pt x="298" y="155"/>
                  </a:cubicBezTo>
                  <a:cubicBezTo>
                    <a:pt x="322" y="84"/>
                    <a:pt x="250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1"/>
            <p:cNvSpPr/>
            <p:nvPr/>
          </p:nvSpPr>
          <p:spPr>
            <a:xfrm>
              <a:off x="2555075" y="25599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84"/>
                    <a:pt x="226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1"/>
            <p:cNvSpPr/>
            <p:nvPr/>
          </p:nvSpPr>
          <p:spPr>
            <a:xfrm>
              <a:off x="2567575" y="25474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167"/>
                    <a:pt x="0" y="191"/>
                    <a:pt x="24" y="203"/>
                  </a:cubicBezTo>
                  <a:cubicBezTo>
                    <a:pt x="48" y="262"/>
                    <a:pt x="96" y="298"/>
                    <a:pt x="155" y="298"/>
                  </a:cubicBezTo>
                  <a:cubicBezTo>
                    <a:pt x="215" y="298"/>
                    <a:pt x="274" y="250"/>
                    <a:pt x="286" y="203"/>
                  </a:cubicBezTo>
                  <a:cubicBezTo>
                    <a:pt x="298" y="191"/>
                    <a:pt x="298" y="167"/>
                    <a:pt x="298" y="143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11"/>
            <p:cNvSpPr/>
            <p:nvPr/>
          </p:nvSpPr>
          <p:spPr>
            <a:xfrm>
              <a:off x="2541975" y="2547475"/>
              <a:ext cx="7750" cy="7450"/>
            </a:xfrm>
            <a:custGeom>
              <a:avLst/>
              <a:gdLst/>
              <a:ahLst/>
              <a:cxnLst/>
              <a:rect l="l" t="t" r="r" b="b"/>
              <a:pathLst>
                <a:path w="310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167"/>
                    <a:pt x="0" y="191"/>
                    <a:pt x="12" y="203"/>
                  </a:cubicBezTo>
                  <a:cubicBezTo>
                    <a:pt x="48" y="262"/>
                    <a:pt x="96" y="298"/>
                    <a:pt x="155" y="298"/>
                  </a:cubicBezTo>
                  <a:cubicBezTo>
                    <a:pt x="215" y="298"/>
                    <a:pt x="274" y="250"/>
                    <a:pt x="286" y="203"/>
                  </a:cubicBezTo>
                  <a:cubicBezTo>
                    <a:pt x="298" y="191"/>
                    <a:pt x="298" y="167"/>
                    <a:pt x="298" y="143"/>
                  </a:cubicBezTo>
                  <a:cubicBezTo>
                    <a:pt x="310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11"/>
            <p:cNvSpPr/>
            <p:nvPr/>
          </p:nvSpPr>
          <p:spPr>
            <a:xfrm>
              <a:off x="2567575" y="26233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8" y="298"/>
                    <a:pt x="298" y="226"/>
                    <a:pt x="298" y="143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1"/>
            <p:cNvSpPr/>
            <p:nvPr/>
          </p:nvSpPr>
          <p:spPr>
            <a:xfrm>
              <a:off x="2555075" y="26105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60" y="0"/>
                    <a:pt x="0" y="84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7"/>
                    <a:pt x="298" y="155"/>
                  </a:cubicBezTo>
                  <a:cubicBezTo>
                    <a:pt x="298" y="84"/>
                    <a:pt x="226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11"/>
            <p:cNvSpPr/>
            <p:nvPr/>
          </p:nvSpPr>
          <p:spPr>
            <a:xfrm>
              <a:off x="2567575" y="25980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84" y="298"/>
                    <a:pt x="155" y="298"/>
                  </a:cubicBezTo>
                  <a:cubicBezTo>
                    <a:pt x="238" y="298"/>
                    <a:pt x="298" y="226"/>
                    <a:pt x="298" y="143"/>
                  </a:cubicBezTo>
                  <a:cubicBezTo>
                    <a:pt x="298" y="72"/>
                    <a:pt x="227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11"/>
            <p:cNvSpPr/>
            <p:nvPr/>
          </p:nvSpPr>
          <p:spPr>
            <a:xfrm>
              <a:off x="2541975" y="2598075"/>
              <a:ext cx="7750" cy="7450"/>
            </a:xfrm>
            <a:custGeom>
              <a:avLst/>
              <a:gdLst/>
              <a:ahLst/>
              <a:cxnLst/>
              <a:rect l="l" t="t" r="r" b="b"/>
              <a:pathLst>
                <a:path w="310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cubicBezTo>
                    <a:pt x="239" y="298"/>
                    <a:pt x="298" y="226"/>
                    <a:pt x="298" y="143"/>
                  </a:cubicBezTo>
                  <a:cubicBezTo>
                    <a:pt x="310" y="72"/>
                    <a:pt x="239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11"/>
            <p:cNvSpPr/>
            <p:nvPr/>
          </p:nvSpPr>
          <p:spPr>
            <a:xfrm>
              <a:off x="2516675" y="2344775"/>
              <a:ext cx="6275" cy="3575"/>
            </a:xfrm>
            <a:custGeom>
              <a:avLst/>
              <a:gdLst/>
              <a:ahLst/>
              <a:cxnLst/>
              <a:rect l="l" t="t" r="r" b="b"/>
              <a:pathLst>
                <a:path w="251" h="143" extrusionOk="0">
                  <a:moveTo>
                    <a:pt x="155" y="0"/>
                  </a:moveTo>
                  <a:cubicBezTo>
                    <a:pt x="191" y="0"/>
                    <a:pt x="238" y="24"/>
                    <a:pt x="250" y="36"/>
                  </a:cubicBezTo>
                  <a:cubicBezTo>
                    <a:pt x="227" y="12"/>
                    <a:pt x="191" y="0"/>
                    <a:pt x="155" y="0"/>
                  </a:cubicBezTo>
                  <a:close/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71"/>
                    <a:pt x="72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1"/>
            <p:cNvSpPr/>
            <p:nvPr/>
          </p:nvSpPr>
          <p:spPr>
            <a:xfrm>
              <a:off x="2522325" y="2322450"/>
              <a:ext cx="2100" cy="4175"/>
            </a:xfrm>
            <a:custGeom>
              <a:avLst/>
              <a:gdLst/>
              <a:ahLst/>
              <a:cxnLst/>
              <a:rect l="l" t="t" r="r" b="b"/>
              <a:pathLst>
                <a:path w="84" h="167" extrusionOk="0">
                  <a:moveTo>
                    <a:pt x="72" y="0"/>
                  </a:moveTo>
                  <a:cubicBezTo>
                    <a:pt x="36" y="48"/>
                    <a:pt x="12" y="119"/>
                    <a:pt x="1" y="167"/>
                  </a:cubicBezTo>
                  <a:cubicBezTo>
                    <a:pt x="12" y="155"/>
                    <a:pt x="24" y="155"/>
                    <a:pt x="36" y="143"/>
                  </a:cubicBezTo>
                  <a:cubicBezTo>
                    <a:pt x="60" y="119"/>
                    <a:pt x="84" y="72"/>
                    <a:pt x="84" y="36"/>
                  </a:cubicBezTo>
                  <a:cubicBezTo>
                    <a:pt x="84" y="24"/>
                    <a:pt x="84" y="12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1"/>
            <p:cNvSpPr/>
            <p:nvPr/>
          </p:nvSpPr>
          <p:spPr>
            <a:xfrm>
              <a:off x="2516675" y="2395650"/>
              <a:ext cx="6275" cy="3600"/>
            </a:xfrm>
            <a:custGeom>
              <a:avLst/>
              <a:gdLst/>
              <a:ahLst/>
              <a:cxnLst/>
              <a:rect l="l" t="t" r="r" b="b"/>
              <a:pathLst>
                <a:path w="251" h="144" extrusionOk="0">
                  <a:moveTo>
                    <a:pt x="155" y="1"/>
                  </a:moveTo>
                  <a:cubicBezTo>
                    <a:pt x="115" y="1"/>
                    <a:pt x="81" y="14"/>
                    <a:pt x="55" y="34"/>
                  </a:cubicBezTo>
                  <a:lnTo>
                    <a:pt x="55" y="34"/>
                  </a:lnTo>
                  <a:cubicBezTo>
                    <a:pt x="82" y="13"/>
                    <a:pt x="118" y="1"/>
                    <a:pt x="155" y="1"/>
                  </a:cubicBezTo>
                  <a:close/>
                  <a:moveTo>
                    <a:pt x="155" y="1"/>
                  </a:moveTo>
                  <a:cubicBezTo>
                    <a:pt x="191" y="1"/>
                    <a:pt x="227" y="13"/>
                    <a:pt x="250" y="49"/>
                  </a:cubicBezTo>
                  <a:cubicBezTo>
                    <a:pt x="238" y="13"/>
                    <a:pt x="191" y="1"/>
                    <a:pt x="155" y="1"/>
                  </a:cubicBezTo>
                  <a:close/>
                  <a:moveTo>
                    <a:pt x="55" y="34"/>
                  </a:moveTo>
                  <a:cubicBezTo>
                    <a:pt x="22" y="59"/>
                    <a:pt x="0" y="98"/>
                    <a:pt x="0" y="144"/>
                  </a:cubicBezTo>
                  <a:cubicBezTo>
                    <a:pt x="0" y="103"/>
                    <a:pt x="20" y="61"/>
                    <a:pt x="55" y="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1"/>
            <p:cNvSpPr/>
            <p:nvPr/>
          </p:nvSpPr>
          <p:spPr>
            <a:xfrm>
              <a:off x="2516675" y="2370350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239"/>
                    <a:pt x="72" y="299"/>
                    <a:pt x="155" y="299"/>
                  </a:cubicBezTo>
                  <a:cubicBezTo>
                    <a:pt x="191" y="299"/>
                    <a:pt x="227" y="287"/>
                    <a:pt x="250" y="251"/>
                  </a:cubicBezTo>
                  <a:cubicBezTo>
                    <a:pt x="286" y="227"/>
                    <a:pt x="298" y="191"/>
                    <a:pt x="298" y="144"/>
                  </a:cubicBezTo>
                  <a:cubicBezTo>
                    <a:pt x="298" y="108"/>
                    <a:pt x="286" y="72"/>
                    <a:pt x="250" y="49"/>
                  </a:cubicBezTo>
                  <a:cubicBezTo>
                    <a:pt x="238" y="13"/>
                    <a:pt x="191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1"/>
            <p:cNvSpPr/>
            <p:nvPr/>
          </p:nvSpPr>
          <p:spPr>
            <a:xfrm>
              <a:off x="2504175" y="2382875"/>
              <a:ext cx="7750" cy="7450"/>
            </a:xfrm>
            <a:custGeom>
              <a:avLst/>
              <a:gdLst/>
              <a:ahLst/>
              <a:cxnLst/>
              <a:rect l="l" t="t" r="r" b="b"/>
              <a:pathLst>
                <a:path w="310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310" y="60"/>
                    <a:pt x="238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1"/>
            <p:cNvSpPr/>
            <p:nvPr/>
          </p:nvSpPr>
          <p:spPr>
            <a:xfrm>
              <a:off x="2508625" y="2358450"/>
              <a:ext cx="3300" cy="6575"/>
            </a:xfrm>
            <a:custGeom>
              <a:avLst/>
              <a:gdLst/>
              <a:ahLst/>
              <a:cxnLst/>
              <a:rect l="l" t="t" r="r" b="b"/>
              <a:pathLst>
                <a:path w="132" h="263" extrusionOk="0">
                  <a:moveTo>
                    <a:pt x="72" y="1"/>
                  </a:moveTo>
                  <a:cubicBezTo>
                    <a:pt x="37" y="84"/>
                    <a:pt x="13" y="179"/>
                    <a:pt x="1" y="263"/>
                  </a:cubicBezTo>
                  <a:cubicBezTo>
                    <a:pt x="60" y="251"/>
                    <a:pt x="132" y="191"/>
                    <a:pt x="132" y="120"/>
                  </a:cubicBezTo>
                  <a:cubicBezTo>
                    <a:pt x="132" y="72"/>
                    <a:pt x="96" y="25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11"/>
            <p:cNvSpPr/>
            <p:nvPr/>
          </p:nvSpPr>
          <p:spPr>
            <a:xfrm>
              <a:off x="2516675" y="23447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cubicBezTo>
                    <a:pt x="191" y="298"/>
                    <a:pt x="227" y="274"/>
                    <a:pt x="250" y="250"/>
                  </a:cubicBezTo>
                  <a:cubicBezTo>
                    <a:pt x="286" y="214"/>
                    <a:pt x="298" y="191"/>
                    <a:pt x="298" y="143"/>
                  </a:cubicBezTo>
                  <a:cubicBezTo>
                    <a:pt x="298" y="95"/>
                    <a:pt x="286" y="71"/>
                    <a:pt x="250" y="36"/>
                  </a:cubicBezTo>
                  <a:cubicBezTo>
                    <a:pt x="238" y="24"/>
                    <a:pt x="191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11"/>
            <p:cNvSpPr/>
            <p:nvPr/>
          </p:nvSpPr>
          <p:spPr>
            <a:xfrm>
              <a:off x="2516675" y="2446275"/>
              <a:ext cx="6275" cy="3575"/>
            </a:xfrm>
            <a:custGeom>
              <a:avLst/>
              <a:gdLst/>
              <a:ahLst/>
              <a:cxnLst/>
              <a:rect l="l" t="t" r="r" b="b"/>
              <a:pathLst>
                <a:path w="251" h="143" extrusionOk="0">
                  <a:moveTo>
                    <a:pt x="155" y="0"/>
                  </a:moveTo>
                  <a:cubicBezTo>
                    <a:pt x="115" y="0"/>
                    <a:pt x="81" y="13"/>
                    <a:pt x="55" y="33"/>
                  </a:cubicBezTo>
                  <a:lnTo>
                    <a:pt x="55" y="33"/>
                  </a:lnTo>
                  <a:cubicBezTo>
                    <a:pt x="82" y="12"/>
                    <a:pt x="118" y="0"/>
                    <a:pt x="155" y="0"/>
                  </a:cubicBezTo>
                  <a:close/>
                  <a:moveTo>
                    <a:pt x="155" y="0"/>
                  </a:moveTo>
                  <a:lnTo>
                    <a:pt x="155" y="0"/>
                  </a:lnTo>
                  <a:cubicBezTo>
                    <a:pt x="191" y="0"/>
                    <a:pt x="227" y="12"/>
                    <a:pt x="250" y="48"/>
                  </a:cubicBezTo>
                  <a:cubicBezTo>
                    <a:pt x="238" y="12"/>
                    <a:pt x="191" y="0"/>
                    <a:pt x="155" y="0"/>
                  </a:cubicBezTo>
                  <a:close/>
                  <a:moveTo>
                    <a:pt x="55" y="33"/>
                  </a:moveTo>
                  <a:cubicBezTo>
                    <a:pt x="22" y="59"/>
                    <a:pt x="0" y="97"/>
                    <a:pt x="0" y="143"/>
                  </a:cubicBezTo>
                  <a:cubicBezTo>
                    <a:pt x="0" y="102"/>
                    <a:pt x="20" y="61"/>
                    <a:pt x="55" y="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1"/>
            <p:cNvSpPr/>
            <p:nvPr/>
          </p:nvSpPr>
          <p:spPr>
            <a:xfrm>
              <a:off x="2496725" y="2446550"/>
              <a:ext cx="2400" cy="3300"/>
            </a:xfrm>
            <a:custGeom>
              <a:avLst/>
              <a:gdLst/>
              <a:ahLst/>
              <a:cxnLst/>
              <a:rect l="l" t="t" r="r" b="b"/>
              <a:pathLst>
                <a:path w="96" h="132" extrusionOk="0">
                  <a:moveTo>
                    <a:pt x="96" y="132"/>
                  </a:moveTo>
                  <a:cubicBezTo>
                    <a:pt x="96" y="72"/>
                    <a:pt x="60" y="13"/>
                    <a:pt x="1" y="1"/>
                  </a:cubicBezTo>
                  <a:lnTo>
                    <a:pt x="1" y="1"/>
                  </a:lnTo>
                  <a:cubicBezTo>
                    <a:pt x="60" y="13"/>
                    <a:pt x="96" y="72"/>
                    <a:pt x="96" y="1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11"/>
            <p:cNvSpPr/>
            <p:nvPr/>
          </p:nvSpPr>
          <p:spPr>
            <a:xfrm>
              <a:off x="2516675" y="24209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26"/>
                    <a:pt x="72" y="298"/>
                    <a:pt x="155" y="298"/>
                  </a:cubicBezTo>
                  <a:cubicBezTo>
                    <a:pt x="191" y="298"/>
                    <a:pt x="227" y="286"/>
                    <a:pt x="250" y="250"/>
                  </a:cubicBezTo>
                  <a:cubicBezTo>
                    <a:pt x="286" y="226"/>
                    <a:pt x="298" y="191"/>
                    <a:pt x="298" y="143"/>
                  </a:cubicBezTo>
                  <a:cubicBezTo>
                    <a:pt x="298" y="107"/>
                    <a:pt x="286" y="71"/>
                    <a:pt x="250" y="48"/>
                  </a:cubicBezTo>
                  <a:cubicBezTo>
                    <a:pt x="238" y="12"/>
                    <a:pt x="191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11"/>
            <p:cNvSpPr/>
            <p:nvPr/>
          </p:nvSpPr>
          <p:spPr>
            <a:xfrm>
              <a:off x="2497325" y="2421550"/>
              <a:ext cx="1800" cy="5975"/>
            </a:xfrm>
            <a:custGeom>
              <a:avLst/>
              <a:gdLst/>
              <a:ahLst/>
              <a:cxnLst/>
              <a:rect l="l" t="t" r="r" b="b"/>
              <a:pathLst>
                <a:path w="72" h="239" extrusionOk="0">
                  <a:moveTo>
                    <a:pt x="12" y="1"/>
                  </a:moveTo>
                  <a:cubicBezTo>
                    <a:pt x="12" y="84"/>
                    <a:pt x="0" y="168"/>
                    <a:pt x="0" y="239"/>
                  </a:cubicBezTo>
                  <a:cubicBezTo>
                    <a:pt x="48" y="215"/>
                    <a:pt x="72" y="168"/>
                    <a:pt x="72" y="120"/>
                  </a:cubicBezTo>
                  <a:cubicBezTo>
                    <a:pt x="72" y="84"/>
                    <a:pt x="60" y="37"/>
                    <a:pt x="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11"/>
            <p:cNvSpPr/>
            <p:nvPr/>
          </p:nvSpPr>
          <p:spPr>
            <a:xfrm>
              <a:off x="2504175" y="2433475"/>
              <a:ext cx="7750" cy="7450"/>
            </a:xfrm>
            <a:custGeom>
              <a:avLst/>
              <a:gdLst/>
              <a:ahLst/>
              <a:cxnLst/>
              <a:rect l="l" t="t" r="r" b="b"/>
              <a:pathLst>
                <a:path w="310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310" y="60"/>
                    <a:pt x="238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11"/>
            <p:cNvSpPr/>
            <p:nvPr/>
          </p:nvSpPr>
          <p:spPr>
            <a:xfrm>
              <a:off x="2504175" y="2408175"/>
              <a:ext cx="7750" cy="7450"/>
            </a:xfrm>
            <a:custGeom>
              <a:avLst/>
              <a:gdLst/>
              <a:ahLst/>
              <a:cxnLst/>
              <a:rect l="l" t="t" r="r" b="b"/>
              <a:pathLst>
                <a:path w="310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310" y="60"/>
                    <a:pt x="238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1"/>
            <p:cNvSpPr/>
            <p:nvPr/>
          </p:nvSpPr>
          <p:spPr>
            <a:xfrm>
              <a:off x="2516675" y="2395650"/>
              <a:ext cx="7450" cy="7475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55" y="1"/>
                  </a:moveTo>
                  <a:cubicBezTo>
                    <a:pt x="60" y="1"/>
                    <a:pt x="0" y="72"/>
                    <a:pt x="0" y="144"/>
                  </a:cubicBezTo>
                  <a:cubicBezTo>
                    <a:pt x="0" y="168"/>
                    <a:pt x="0" y="191"/>
                    <a:pt x="12" y="203"/>
                  </a:cubicBezTo>
                  <a:cubicBezTo>
                    <a:pt x="48" y="263"/>
                    <a:pt x="96" y="299"/>
                    <a:pt x="155" y="299"/>
                  </a:cubicBezTo>
                  <a:cubicBezTo>
                    <a:pt x="191" y="299"/>
                    <a:pt x="227" y="287"/>
                    <a:pt x="250" y="251"/>
                  </a:cubicBezTo>
                  <a:cubicBezTo>
                    <a:pt x="274" y="239"/>
                    <a:pt x="286" y="227"/>
                    <a:pt x="286" y="203"/>
                  </a:cubicBezTo>
                  <a:cubicBezTo>
                    <a:pt x="298" y="191"/>
                    <a:pt x="298" y="168"/>
                    <a:pt x="298" y="144"/>
                  </a:cubicBezTo>
                  <a:cubicBezTo>
                    <a:pt x="298" y="108"/>
                    <a:pt x="286" y="72"/>
                    <a:pt x="250" y="49"/>
                  </a:cubicBezTo>
                  <a:cubicBezTo>
                    <a:pt x="238" y="13"/>
                    <a:pt x="191" y="1"/>
                    <a:pt x="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1"/>
            <p:cNvSpPr/>
            <p:nvPr/>
          </p:nvSpPr>
          <p:spPr>
            <a:xfrm>
              <a:off x="2516675" y="2496875"/>
              <a:ext cx="6275" cy="3575"/>
            </a:xfrm>
            <a:custGeom>
              <a:avLst/>
              <a:gdLst/>
              <a:ahLst/>
              <a:cxnLst/>
              <a:rect l="l" t="t" r="r" b="b"/>
              <a:pathLst>
                <a:path w="251" h="143" extrusionOk="0">
                  <a:moveTo>
                    <a:pt x="155" y="0"/>
                  </a:moveTo>
                  <a:cubicBezTo>
                    <a:pt x="115" y="0"/>
                    <a:pt x="81" y="13"/>
                    <a:pt x="55" y="33"/>
                  </a:cubicBezTo>
                  <a:lnTo>
                    <a:pt x="55" y="33"/>
                  </a:lnTo>
                  <a:cubicBezTo>
                    <a:pt x="82" y="12"/>
                    <a:pt x="118" y="0"/>
                    <a:pt x="155" y="0"/>
                  </a:cubicBezTo>
                  <a:close/>
                  <a:moveTo>
                    <a:pt x="155" y="0"/>
                  </a:moveTo>
                  <a:cubicBezTo>
                    <a:pt x="191" y="0"/>
                    <a:pt x="227" y="12"/>
                    <a:pt x="250" y="48"/>
                  </a:cubicBezTo>
                  <a:cubicBezTo>
                    <a:pt x="238" y="12"/>
                    <a:pt x="191" y="0"/>
                    <a:pt x="155" y="0"/>
                  </a:cubicBezTo>
                  <a:close/>
                  <a:moveTo>
                    <a:pt x="55" y="33"/>
                  </a:moveTo>
                  <a:cubicBezTo>
                    <a:pt x="22" y="59"/>
                    <a:pt x="0" y="97"/>
                    <a:pt x="0" y="143"/>
                  </a:cubicBezTo>
                  <a:cubicBezTo>
                    <a:pt x="0" y="102"/>
                    <a:pt x="20" y="61"/>
                    <a:pt x="55" y="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1"/>
            <p:cNvSpPr/>
            <p:nvPr/>
          </p:nvSpPr>
          <p:spPr>
            <a:xfrm>
              <a:off x="2516675" y="24715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cubicBezTo>
                    <a:pt x="191" y="298"/>
                    <a:pt x="227" y="286"/>
                    <a:pt x="250" y="250"/>
                  </a:cubicBezTo>
                  <a:cubicBezTo>
                    <a:pt x="286" y="226"/>
                    <a:pt x="298" y="191"/>
                    <a:pt x="298" y="143"/>
                  </a:cubicBezTo>
                  <a:cubicBezTo>
                    <a:pt x="298" y="107"/>
                    <a:pt x="286" y="72"/>
                    <a:pt x="250" y="48"/>
                  </a:cubicBezTo>
                  <a:cubicBezTo>
                    <a:pt x="238" y="12"/>
                    <a:pt x="191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1"/>
            <p:cNvSpPr/>
            <p:nvPr/>
          </p:nvSpPr>
          <p:spPr>
            <a:xfrm>
              <a:off x="2497625" y="2472750"/>
              <a:ext cx="1500" cy="4800"/>
            </a:xfrm>
            <a:custGeom>
              <a:avLst/>
              <a:gdLst/>
              <a:ahLst/>
              <a:cxnLst/>
              <a:rect l="l" t="t" r="r" b="b"/>
              <a:pathLst>
                <a:path w="60" h="192" extrusionOk="0">
                  <a:moveTo>
                    <a:pt x="0" y="1"/>
                  </a:moveTo>
                  <a:cubicBezTo>
                    <a:pt x="0" y="60"/>
                    <a:pt x="24" y="132"/>
                    <a:pt x="24" y="191"/>
                  </a:cubicBezTo>
                  <a:cubicBezTo>
                    <a:pt x="36" y="155"/>
                    <a:pt x="48" y="132"/>
                    <a:pt x="48" y="96"/>
                  </a:cubicBezTo>
                  <a:cubicBezTo>
                    <a:pt x="60" y="60"/>
                    <a:pt x="36" y="13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11"/>
            <p:cNvSpPr/>
            <p:nvPr/>
          </p:nvSpPr>
          <p:spPr>
            <a:xfrm>
              <a:off x="2504175" y="2484075"/>
              <a:ext cx="7750" cy="7450"/>
            </a:xfrm>
            <a:custGeom>
              <a:avLst/>
              <a:gdLst/>
              <a:ahLst/>
              <a:cxnLst/>
              <a:rect l="l" t="t" r="r" b="b"/>
              <a:pathLst>
                <a:path w="310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310" y="60"/>
                    <a:pt x="238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11"/>
            <p:cNvSpPr/>
            <p:nvPr/>
          </p:nvSpPr>
          <p:spPr>
            <a:xfrm>
              <a:off x="2504175" y="2458775"/>
              <a:ext cx="7750" cy="7450"/>
            </a:xfrm>
            <a:custGeom>
              <a:avLst/>
              <a:gdLst/>
              <a:ahLst/>
              <a:cxnLst/>
              <a:rect l="l" t="t" r="r" b="b"/>
              <a:pathLst>
                <a:path w="310" h="298" extrusionOk="0">
                  <a:moveTo>
                    <a:pt x="143" y="0"/>
                  </a:moveTo>
                  <a:cubicBezTo>
                    <a:pt x="60" y="0"/>
                    <a:pt x="0" y="83"/>
                    <a:pt x="0" y="155"/>
                  </a:cubicBezTo>
                  <a:cubicBezTo>
                    <a:pt x="0" y="238"/>
                    <a:pt x="72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310" y="60"/>
                    <a:pt x="238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11"/>
            <p:cNvSpPr/>
            <p:nvPr/>
          </p:nvSpPr>
          <p:spPr>
            <a:xfrm>
              <a:off x="2516675" y="24462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1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cubicBezTo>
                    <a:pt x="191" y="298"/>
                    <a:pt x="227" y="274"/>
                    <a:pt x="250" y="250"/>
                  </a:cubicBezTo>
                  <a:cubicBezTo>
                    <a:pt x="286" y="226"/>
                    <a:pt x="298" y="191"/>
                    <a:pt x="298" y="143"/>
                  </a:cubicBezTo>
                  <a:cubicBezTo>
                    <a:pt x="298" y="107"/>
                    <a:pt x="286" y="71"/>
                    <a:pt x="250" y="48"/>
                  </a:cubicBezTo>
                  <a:cubicBezTo>
                    <a:pt x="238" y="12"/>
                    <a:pt x="191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1"/>
            <p:cNvSpPr/>
            <p:nvPr/>
          </p:nvSpPr>
          <p:spPr>
            <a:xfrm>
              <a:off x="2496725" y="2446550"/>
              <a:ext cx="2400" cy="6875"/>
            </a:xfrm>
            <a:custGeom>
              <a:avLst/>
              <a:gdLst/>
              <a:ahLst/>
              <a:cxnLst/>
              <a:rect l="l" t="t" r="r" b="b"/>
              <a:pathLst>
                <a:path w="96" h="275" extrusionOk="0">
                  <a:moveTo>
                    <a:pt x="1" y="1"/>
                  </a:moveTo>
                  <a:lnTo>
                    <a:pt x="1" y="275"/>
                  </a:lnTo>
                  <a:cubicBezTo>
                    <a:pt x="60" y="251"/>
                    <a:pt x="96" y="191"/>
                    <a:pt x="96" y="132"/>
                  </a:cubicBezTo>
                  <a:cubicBezTo>
                    <a:pt x="96" y="72"/>
                    <a:pt x="60" y="13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1"/>
            <p:cNvSpPr/>
            <p:nvPr/>
          </p:nvSpPr>
          <p:spPr>
            <a:xfrm>
              <a:off x="2516675" y="2547475"/>
              <a:ext cx="6275" cy="3600"/>
            </a:xfrm>
            <a:custGeom>
              <a:avLst/>
              <a:gdLst/>
              <a:ahLst/>
              <a:cxnLst/>
              <a:rect l="l" t="t" r="r" b="b"/>
              <a:pathLst>
                <a:path w="251" h="144" extrusionOk="0">
                  <a:moveTo>
                    <a:pt x="155" y="0"/>
                  </a:moveTo>
                  <a:lnTo>
                    <a:pt x="155" y="0"/>
                  </a:lnTo>
                  <a:cubicBezTo>
                    <a:pt x="191" y="0"/>
                    <a:pt x="227" y="12"/>
                    <a:pt x="250" y="48"/>
                  </a:cubicBezTo>
                  <a:cubicBezTo>
                    <a:pt x="238" y="12"/>
                    <a:pt x="191" y="0"/>
                    <a:pt x="155" y="0"/>
                  </a:cubicBezTo>
                  <a:close/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72"/>
                    <a:pt x="72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1"/>
            <p:cNvSpPr/>
            <p:nvPr/>
          </p:nvSpPr>
          <p:spPr>
            <a:xfrm>
              <a:off x="2516675" y="25221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cubicBezTo>
                    <a:pt x="191" y="298"/>
                    <a:pt x="227" y="286"/>
                    <a:pt x="250" y="250"/>
                  </a:cubicBezTo>
                  <a:cubicBezTo>
                    <a:pt x="286" y="226"/>
                    <a:pt x="298" y="191"/>
                    <a:pt x="298" y="143"/>
                  </a:cubicBezTo>
                  <a:cubicBezTo>
                    <a:pt x="298" y="107"/>
                    <a:pt x="286" y="72"/>
                    <a:pt x="250" y="48"/>
                  </a:cubicBezTo>
                  <a:cubicBezTo>
                    <a:pt x="238" y="12"/>
                    <a:pt x="191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1"/>
            <p:cNvSpPr/>
            <p:nvPr/>
          </p:nvSpPr>
          <p:spPr>
            <a:xfrm>
              <a:off x="2510425" y="2535850"/>
              <a:ext cx="1500" cy="3300"/>
            </a:xfrm>
            <a:custGeom>
              <a:avLst/>
              <a:gdLst/>
              <a:ahLst/>
              <a:cxnLst/>
              <a:rect l="l" t="t" r="r" b="b"/>
              <a:pathLst>
                <a:path w="60" h="132" extrusionOk="0">
                  <a:moveTo>
                    <a:pt x="0" y="1"/>
                  </a:moveTo>
                  <a:lnTo>
                    <a:pt x="48" y="132"/>
                  </a:lnTo>
                  <a:lnTo>
                    <a:pt x="48" y="108"/>
                  </a:lnTo>
                  <a:cubicBezTo>
                    <a:pt x="60" y="60"/>
                    <a:pt x="24" y="37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1"/>
            <p:cNvSpPr/>
            <p:nvPr/>
          </p:nvSpPr>
          <p:spPr>
            <a:xfrm>
              <a:off x="2504175" y="25093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43" y="0"/>
                  </a:moveTo>
                  <a:cubicBezTo>
                    <a:pt x="72" y="0"/>
                    <a:pt x="12" y="60"/>
                    <a:pt x="0" y="131"/>
                  </a:cubicBezTo>
                  <a:cubicBezTo>
                    <a:pt x="12" y="167"/>
                    <a:pt x="12" y="191"/>
                    <a:pt x="24" y="238"/>
                  </a:cubicBezTo>
                  <a:cubicBezTo>
                    <a:pt x="60" y="274"/>
                    <a:pt x="96" y="298"/>
                    <a:pt x="143" y="298"/>
                  </a:cubicBezTo>
                  <a:cubicBezTo>
                    <a:pt x="238" y="298"/>
                    <a:pt x="298" y="226"/>
                    <a:pt x="298" y="155"/>
                  </a:cubicBezTo>
                  <a:cubicBezTo>
                    <a:pt x="298" y="60"/>
                    <a:pt x="215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1"/>
            <p:cNvSpPr/>
            <p:nvPr/>
          </p:nvSpPr>
          <p:spPr>
            <a:xfrm>
              <a:off x="2516675" y="24968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238"/>
                    <a:pt x="72" y="298"/>
                    <a:pt x="155" y="298"/>
                  </a:cubicBezTo>
                  <a:cubicBezTo>
                    <a:pt x="191" y="298"/>
                    <a:pt x="227" y="286"/>
                    <a:pt x="250" y="250"/>
                  </a:cubicBezTo>
                  <a:cubicBezTo>
                    <a:pt x="286" y="226"/>
                    <a:pt x="298" y="191"/>
                    <a:pt x="298" y="143"/>
                  </a:cubicBezTo>
                  <a:cubicBezTo>
                    <a:pt x="298" y="107"/>
                    <a:pt x="286" y="72"/>
                    <a:pt x="250" y="48"/>
                  </a:cubicBezTo>
                  <a:cubicBezTo>
                    <a:pt x="238" y="12"/>
                    <a:pt x="191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1"/>
            <p:cNvSpPr/>
            <p:nvPr/>
          </p:nvSpPr>
          <p:spPr>
            <a:xfrm>
              <a:off x="2516675" y="2547475"/>
              <a:ext cx="7450" cy="7450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55" y="0"/>
                  </a:moveTo>
                  <a:cubicBezTo>
                    <a:pt x="60" y="0"/>
                    <a:pt x="0" y="72"/>
                    <a:pt x="0" y="143"/>
                  </a:cubicBezTo>
                  <a:cubicBezTo>
                    <a:pt x="0" y="167"/>
                    <a:pt x="0" y="191"/>
                    <a:pt x="12" y="203"/>
                  </a:cubicBezTo>
                  <a:cubicBezTo>
                    <a:pt x="48" y="262"/>
                    <a:pt x="96" y="298"/>
                    <a:pt x="155" y="298"/>
                  </a:cubicBezTo>
                  <a:cubicBezTo>
                    <a:pt x="191" y="298"/>
                    <a:pt x="227" y="286"/>
                    <a:pt x="250" y="250"/>
                  </a:cubicBezTo>
                  <a:cubicBezTo>
                    <a:pt x="274" y="238"/>
                    <a:pt x="286" y="226"/>
                    <a:pt x="286" y="203"/>
                  </a:cubicBezTo>
                  <a:cubicBezTo>
                    <a:pt x="298" y="191"/>
                    <a:pt x="298" y="167"/>
                    <a:pt x="298" y="143"/>
                  </a:cubicBezTo>
                  <a:cubicBezTo>
                    <a:pt x="298" y="107"/>
                    <a:pt x="286" y="72"/>
                    <a:pt x="250" y="48"/>
                  </a:cubicBezTo>
                  <a:cubicBezTo>
                    <a:pt x="238" y="12"/>
                    <a:pt x="191" y="0"/>
                    <a:pt x="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3" name="Google Shape;1313;p11"/>
          <p:cNvSpPr/>
          <p:nvPr/>
        </p:nvSpPr>
        <p:spPr>
          <a:xfrm rot="-9945166" flipH="1">
            <a:off x="6378895" y="3326995"/>
            <a:ext cx="3450781" cy="3471574"/>
          </a:xfrm>
          <a:custGeom>
            <a:avLst/>
            <a:gdLst/>
            <a:ahLst/>
            <a:cxnLst/>
            <a:rect l="l" t="t" r="r" b="b"/>
            <a:pathLst>
              <a:path w="102228" h="102844" extrusionOk="0">
                <a:moveTo>
                  <a:pt x="0" y="1"/>
                </a:moveTo>
                <a:lnTo>
                  <a:pt x="0" y="32683"/>
                </a:lnTo>
                <a:cubicBezTo>
                  <a:pt x="0" y="32683"/>
                  <a:pt x="1840" y="31967"/>
                  <a:pt x="5060" y="31967"/>
                </a:cubicBezTo>
                <a:cubicBezTo>
                  <a:pt x="10534" y="31967"/>
                  <a:pt x="19997" y="34039"/>
                  <a:pt x="31183" y="45233"/>
                </a:cubicBezTo>
                <a:cubicBezTo>
                  <a:pt x="48935" y="62997"/>
                  <a:pt x="46494" y="76832"/>
                  <a:pt x="66366" y="92786"/>
                </a:cubicBezTo>
                <a:cubicBezTo>
                  <a:pt x="76554" y="100971"/>
                  <a:pt x="86244" y="102843"/>
                  <a:pt x="92977" y="102843"/>
                </a:cubicBezTo>
                <a:cubicBezTo>
                  <a:pt x="98653" y="102843"/>
                  <a:pt x="102227" y="101513"/>
                  <a:pt x="102227" y="101513"/>
                </a:cubicBezTo>
                <a:lnTo>
                  <a:pt x="101072" y="1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4" name="Google Shape;1314;p11"/>
          <p:cNvSpPr/>
          <p:nvPr/>
        </p:nvSpPr>
        <p:spPr>
          <a:xfrm flipH="1">
            <a:off x="7577500" y="4450150"/>
            <a:ext cx="610225" cy="610225"/>
          </a:xfrm>
          <a:custGeom>
            <a:avLst/>
            <a:gdLst/>
            <a:ahLst/>
            <a:cxnLst/>
            <a:rect l="l" t="t" r="r" b="b"/>
            <a:pathLst>
              <a:path w="24409" h="24409" extrusionOk="0">
                <a:moveTo>
                  <a:pt x="12205" y="1"/>
                </a:moveTo>
                <a:cubicBezTo>
                  <a:pt x="5454" y="1"/>
                  <a:pt x="1" y="5466"/>
                  <a:pt x="1" y="12205"/>
                </a:cubicBezTo>
                <a:cubicBezTo>
                  <a:pt x="1" y="18944"/>
                  <a:pt x="5454" y="24409"/>
                  <a:pt x="12205" y="24409"/>
                </a:cubicBezTo>
                <a:cubicBezTo>
                  <a:pt x="18944" y="24409"/>
                  <a:pt x="24409" y="18944"/>
                  <a:pt x="24409" y="12205"/>
                </a:cubicBezTo>
                <a:cubicBezTo>
                  <a:pt x="24409" y="5466"/>
                  <a:pt x="18944" y="1"/>
                  <a:pt x="12205" y="1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12"/>
          <p:cNvSpPr/>
          <p:nvPr/>
        </p:nvSpPr>
        <p:spPr>
          <a:xfrm>
            <a:off x="265050" y="303150"/>
            <a:ext cx="8613900" cy="453720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13"/>
          <p:cNvSpPr txBox="1">
            <a:spLocks noGrp="1"/>
          </p:cNvSpPr>
          <p:nvPr>
            <p:ph type="title"/>
          </p:nvPr>
        </p:nvSpPr>
        <p:spPr>
          <a:xfrm>
            <a:off x="720001" y="1811175"/>
            <a:ext cx="2357700" cy="45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19" name="Google Shape;1319;p13"/>
          <p:cNvSpPr txBox="1">
            <a:spLocks noGrp="1"/>
          </p:cNvSpPr>
          <p:nvPr>
            <p:ph type="subTitle" idx="1"/>
          </p:nvPr>
        </p:nvSpPr>
        <p:spPr>
          <a:xfrm>
            <a:off x="719975" y="2210543"/>
            <a:ext cx="2357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0" name="Google Shape;1320;p13"/>
          <p:cNvSpPr txBox="1">
            <a:spLocks noGrp="1"/>
          </p:cNvSpPr>
          <p:nvPr>
            <p:ph type="title" idx="2"/>
          </p:nvPr>
        </p:nvSpPr>
        <p:spPr>
          <a:xfrm>
            <a:off x="3419276" y="1811175"/>
            <a:ext cx="2357700" cy="45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21" name="Google Shape;1321;p13"/>
          <p:cNvSpPr txBox="1">
            <a:spLocks noGrp="1"/>
          </p:cNvSpPr>
          <p:nvPr>
            <p:ph type="subTitle" idx="3"/>
          </p:nvPr>
        </p:nvSpPr>
        <p:spPr>
          <a:xfrm>
            <a:off x="3419250" y="2210543"/>
            <a:ext cx="2357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2" name="Google Shape;1322;p13"/>
          <p:cNvSpPr txBox="1">
            <a:spLocks noGrp="1"/>
          </p:cNvSpPr>
          <p:nvPr>
            <p:ph type="title" idx="4"/>
          </p:nvPr>
        </p:nvSpPr>
        <p:spPr>
          <a:xfrm>
            <a:off x="720001" y="3632105"/>
            <a:ext cx="2357700" cy="45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23" name="Google Shape;1323;p13"/>
          <p:cNvSpPr txBox="1">
            <a:spLocks noGrp="1"/>
          </p:cNvSpPr>
          <p:nvPr>
            <p:ph type="subTitle" idx="5"/>
          </p:nvPr>
        </p:nvSpPr>
        <p:spPr>
          <a:xfrm>
            <a:off x="720001" y="4031398"/>
            <a:ext cx="2357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4" name="Google Shape;1324;p13"/>
          <p:cNvSpPr txBox="1">
            <a:spLocks noGrp="1"/>
          </p:cNvSpPr>
          <p:nvPr>
            <p:ph type="title" idx="6"/>
          </p:nvPr>
        </p:nvSpPr>
        <p:spPr>
          <a:xfrm>
            <a:off x="3419276" y="3632105"/>
            <a:ext cx="2357700" cy="45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25" name="Google Shape;1325;p13"/>
          <p:cNvSpPr txBox="1">
            <a:spLocks noGrp="1"/>
          </p:cNvSpPr>
          <p:nvPr>
            <p:ph type="subTitle" idx="7"/>
          </p:nvPr>
        </p:nvSpPr>
        <p:spPr>
          <a:xfrm>
            <a:off x="3419276" y="4031398"/>
            <a:ext cx="2357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6" name="Google Shape;1326;p13"/>
          <p:cNvSpPr txBox="1">
            <a:spLocks noGrp="1"/>
          </p:cNvSpPr>
          <p:nvPr>
            <p:ph type="title" idx="8"/>
          </p:nvPr>
        </p:nvSpPr>
        <p:spPr>
          <a:xfrm>
            <a:off x="6118551" y="1811175"/>
            <a:ext cx="2357700" cy="45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27" name="Google Shape;1327;p13"/>
          <p:cNvSpPr txBox="1">
            <a:spLocks noGrp="1"/>
          </p:cNvSpPr>
          <p:nvPr>
            <p:ph type="subTitle" idx="9"/>
          </p:nvPr>
        </p:nvSpPr>
        <p:spPr>
          <a:xfrm>
            <a:off x="6118525" y="2210543"/>
            <a:ext cx="2357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8" name="Google Shape;1328;p13"/>
          <p:cNvSpPr txBox="1">
            <a:spLocks noGrp="1"/>
          </p:cNvSpPr>
          <p:nvPr>
            <p:ph type="title" idx="13"/>
          </p:nvPr>
        </p:nvSpPr>
        <p:spPr>
          <a:xfrm>
            <a:off x="6118551" y="3632105"/>
            <a:ext cx="2357700" cy="45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29" name="Google Shape;1329;p13"/>
          <p:cNvSpPr txBox="1">
            <a:spLocks noGrp="1"/>
          </p:cNvSpPr>
          <p:nvPr>
            <p:ph type="subTitle" idx="14"/>
          </p:nvPr>
        </p:nvSpPr>
        <p:spPr>
          <a:xfrm>
            <a:off x="6118551" y="4031398"/>
            <a:ext cx="2357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0" name="Google Shape;1330;p13"/>
          <p:cNvSpPr txBox="1">
            <a:spLocks noGrp="1"/>
          </p:cNvSpPr>
          <p:nvPr>
            <p:ph type="title" idx="15" hasCustomPrompt="1"/>
          </p:nvPr>
        </p:nvSpPr>
        <p:spPr>
          <a:xfrm>
            <a:off x="826476" y="1321800"/>
            <a:ext cx="994500" cy="4308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1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331" name="Google Shape;1331;p13"/>
          <p:cNvSpPr txBox="1">
            <a:spLocks noGrp="1"/>
          </p:cNvSpPr>
          <p:nvPr>
            <p:ph type="title" idx="16" hasCustomPrompt="1"/>
          </p:nvPr>
        </p:nvSpPr>
        <p:spPr>
          <a:xfrm>
            <a:off x="3525751" y="1321800"/>
            <a:ext cx="994500" cy="4308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1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332" name="Google Shape;1332;p13"/>
          <p:cNvSpPr txBox="1">
            <a:spLocks noGrp="1"/>
          </p:cNvSpPr>
          <p:nvPr>
            <p:ph type="title" idx="17" hasCustomPrompt="1"/>
          </p:nvPr>
        </p:nvSpPr>
        <p:spPr>
          <a:xfrm>
            <a:off x="6225026" y="1321800"/>
            <a:ext cx="994500" cy="4308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1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333" name="Google Shape;1333;p13"/>
          <p:cNvSpPr txBox="1">
            <a:spLocks noGrp="1"/>
          </p:cNvSpPr>
          <p:nvPr>
            <p:ph type="title" idx="18" hasCustomPrompt="1"/>
          </p:nvPr>
        </p:nvSpPr>
        <p:spPr>
          <a:xfrm>
            <a:off x="826476" y="3142800"/>
            <a:ext cx="994500" cy="4308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1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334" name="Google Shape;1334;p13"/>
          <p:cNvSpPr txBox="1">
            <a:spLocks noGrp="1"/>
          </p:cNvSpPr>
          <p:nvPr>
            <p:ph type="title" idx="19" hasCustomPrompt="1"/>
          </p:nvPr>
        </p:nvSpPr>
        <p:spPr>
          <a:xfrm>
            <a:off x="3525751" y="3142800"/>
            <a:ext cx="994500" cy="4308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1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335" name="Google Shape;1335;p13"/>
          <p:cNvSpPr txBox="1">
            <a:spLocks noGrp="1"/>
          </p:cNvSpPr>
          <p:nvPr>
            <p:ph type="title" idx="20" hasCustomPrompt="1"/>
          </p:nvPr>
        </p:nvSpPr>
        <p:spPr>
          <a:xfrm>
            <a:off x="6225026" y="3142800"/>
            <a:ext cx="994500" cy="4308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 b="1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r>
              <a:t>xx%</a:t>
            </a:r>
          </a:p>
        </p:txBody>
      </p:sp>
      <p:sp>
        <p:nvSpPr>
          <p:cNvPr id="1336" name="Google Shape;1336;p13"/>
          <p:cNvSpPr/>
          <p:nvPr/>
        </p:nvSpPr>
        <p:spPr>
          <a:xfrm>
            <a:off x="5810150" y="-1859925"/>
            <a:ext cx="4015765" cy="3483989"/>
          </a:xfrm>
          <a:custGeom>
            <a:avLst/>
            <a:gdLst/>
            <a:ahLst/>
            <a:cxnLst/>
            <a:rect l="l" t="t" r="r" b="b"/>
            <a:pathLst>
              <a:path w="118968" h="103214" extrusionOk="0">
                <a:moveTo>
                  <a:pt x="99358" y="1"/>
                </a:moveTo>
                <a:lnTo>
                  <a:pt x="0" y="18360"/>
                </a:lnTo>
                <a:lnTo>
                  <a:pt x="5942" y="50519"/>
                </a:lnTo>
                <a:cubicBezTo>
                  <a:pt x="5942" y="50519"/>
                  <a:pt x="9198" y="48503"/>
                  <a:pt x="15190" y="48503"/>
                </a:cubicBezTo>
                <a:cubicBezTo>
                  <a:pt x="20819" y="48503"/>
                  <a:pt x="28862" y="50283"/>
                  <a:pt x="38886" y="57187"/>
                </a:cubicBezTo>
                <a:cubicBezTo>
                  <a:pt x="59567" y="71426"/>
                  <a:pt x="59686" y="85476"/>
                  <a:pt x="82118" y="97549"/>
                </a:cubicBezTo>
                <a:cubicBezTo>
                  <a:pt x="90158" y="101871"/>
                  <a:pt x="97396" y="103213"/>
                  <a:pt x="103286" y="103213"/>
                </a:cubicBezTo>
                <a:cubicBezTo>
                  <a:pt x="112938" y="103213"/>
                  <a:pt x="118968" y="99608"/>
                  <a:pt x="118968" y="99608"/>
                </a:cubicBezTo>
                <a:lnTo>
                  <a:pt x="99358" y="1"/>
                </a:lnTo>
                <a:close/>
              </a:path>
            </a:pathLst>
          </a:custGeom>
          <a:solidFill>
            <a:srgbClr val="BDDAE0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7" name="Google Shape;1337;p13"/>
          <p:cNvSpPr/>
          <p:nvPr/>
        </p:nvSpPr>
        <p:spPr>
          <a:xfrm>
            <a:off x="64875" y="4533275"/>
            <a:ext cx="610225" cy="610225"/>
          </a:xfrm>
          <a:custGeom>
            <a:avLst/>
            <a:gdLst/>
            <a:ahLst/>
            <a:cxnLst/>
            <a:rect l="l" t="t" r="r" b="b"/>
            <a:pathLst>
              <a:path w="24409" h="24409" extrusionOk="0">
                <a:moveTo>
                  <a:pt x="12205" y="1"/>
                </a:moveTo>
                <a:cubicBezTo>
                  <a:pt x="5454" y="1"/>
                  <a:pt x="1" y="5466"/>
                  <a:pt x="1" y="12205"/>
                </a:cubicBezTo>
                <a:cubicBezTo>
                  <a:pt x="1" y="18944"/>
                  <a:pt x="5454" y="24409"/>
                  <a:pt x="12205" y="24409"/>
                </a:cubicBezTo>
                <a:cubicBezTo>
                  <a:pt x="18944" y="24409"/>
                  <a:pt x="24409" y="18944"/>
                  <a:pt x="24409" y="12205"/>
                </a:cubicBezTo>
                <a:cubicBezTo>
                  <a:pt x="24409" y="5466"/>
                  <a:pt x="18944" y="1"/>
                  <a:pt x="12205" y="1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8" name="Google Shape;1338;p13"/>
          <p:cNvSpPr/>
          <p:nvPr/>
        </p:nvSpPr>
        <p:spPr>
          <a:xfrm>
            <a:off x="142923" y="4251824"/>
            <a:ext cx="352274" cy="352274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39" name="Google Shape;133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39725" y="-212788"/>
            <a:ext cx="2357675" cy="248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13"/>
          <p:cNvSpPr txBox="1">
            <a:spLocks noGrp="1"/>
          </p:cNvSpPr>
          <p:nvPr>
            <p:ph type="title" idx="21"/>
          </p:nvPr>
        </p:nvSpPr>
        <p:spPr>
          <a:xfrm>
            <a:off x="265050" y="303150"/>
            <a:ext cx="4514100" cy="7872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1475" tIns="91425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4"/>
          <p:cNvSpPr txBox="1">
            <a:spLocks noGrp="1"/>
          </p:cNvSpPr>
          <p:nvPr>
            <p:ph type="title"/>
          </p:nvPr>
        </p:nvSpPr>
        <p:spPr>
          <a:xfrm>
            <a:off x="265050" y="3210125"/>
            <a:ext cx="3207300" cy="5319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43" name="Google Shape;1343;p14"/>
          <p:cNvSpPr txBox="1">
            <a:spLocks noGrp="1"/>
          </p:cNvSpPr>
          <p:nvPr>
            <p:ph type="subTitle" idx="1"/>
          </p:nvPr>
        </p:nvSpPr>
        <p:spPr>
          <a:xfrm>
            <a:off x="713100" y="1325200"/>
            <a:ext cx="5187300" cy="171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44" name="Google Shape;1344;p14"/>
          <p:cNvSpPr/>
          <p:nvPr/>
        </p:nvSpPr>
        <p:spPr>
          <a:xfrm>
            <a:off x="-442825" y="-780450"/>
            <a:ext cx="4202735" cy="1924673"/>
          </a:xfrm>
          <a:custGeom>
            <a:avLst/>
            <a:gdLst/>
            <a:ahLst/>
            <a:cxnLst/>
            <a:rect l="l" t="t" r="r" b="b"/>
            <a:pathLst>
              <a:path w="123874" h="56729" extrusionOk="0">
                <a:moveTo>
                  <a:pt x="1" y="1"/>
                </a:moveTo>
                <a:lnTo>
                  <a:pt x="3656" y="32790"/>
                </a:lnTo>
                <a:cubicBezTo>
                  <a:pt x="3656" y="32790"/>
                  <a:pt x="7596" y="31184"/>
                  <a:pt x="14347" y="31184"/>
                </a:cubicBezTo>
                <a:cubicBezTo>
                  <a:pt x="23267" y="31184"/>
                  <a:pt x="37093" y="33988"/>
                  <a:pt x="53222" y="47006"/>
                </a:cubicBezTo>
                <a:cubicBezTo>
                  <a:pt x="61859" y="53978"/>
                  <a:pt x="70316" y="56728"/>
                  <a:pt x="78120" y="56728"/>
                </a:cubicBezTo>
                <a:cubicBezTo>
                  <a:pt x="91456" y="56728"/>
                  <a:pt x="102885" y="48697"/>
                  <a:pt x="110050" y="39970"/>
                </a:cubicBezTo>
                <a:cubicBezTo>
                  <a:pt x="123873" y="23087"/>
                  <a:pt x="115289" y="8490"/>
                  <a:pt x="115289" y="8490"/>
                </a:cubicBezTo>
                <a:lnTo>
                  <a:pt x="115289" y="1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5" name="Google Shape;134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39850" y="-936401"/>
            <a:ext cx="2357675" cy="248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6" name="Google Shape;1346;p14"/>
          <p:cNvSpPr/>
          <p:nvPr/>
        </p:nvSpPr>
        <p:spPr>
          <a:xfrm flipH="1">
            <a:off x="8567628" y="128349"/>
            <a:ext cx="352274" cy="352274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2"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15"/>
          <p:cNvSpPr/>
          <p:nvPr/>
        </p:nvSpPr>
        <p:spPr>
          <a:xfrm flipH="1">
            <a:off x="94040" y="4563028"/>
            <a:ext cx="718757" cy="718757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9" name="Google Shape;1349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4320713" y="-2788550"/>
            <a:ext cx="2781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0" name="Google Shape;1350;p15"/>
          <p:cNvSpPr/>
          <p:nvPr/>
        </p:nvSpPr>
        <p:spPr>
          <a:xfrm flipH="1">
            <a:off x="8567628" y="128349"/>
            <a:ext cx="352274" cy="352274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1" name="Google Shape;1351;p15"/>
          <p:cNvSpPr/>
          <p:nvPr/>
        </p:nvSpPr>
        <p:spPr>
          <a:xfrm flipH="1">
            <a:off x="139829" y="4355622"/>
            <a:ext cx="352274" cy="352274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2" name="Google Shape;1352;p15"/>
          <p:cNvSpPr/>
          <p:nvPr/>
        </p:nvSpPr>
        <p:spPr>
          <a:xfrm rot="-9945166" flipH="1">
            <a:off x="6552520" y="3301595"/>
            <a:ext cx="3450781" cy="3471574"/>
          </a:xfrm>
          <a:custGeom>
            <a:avLst/>
            <a:gdLst/>
            <a:ahLst/>
            <a:cxnLst/>
            <a:rect l="l" t="t" r="r" b="b"/>
            <a:pathLst>
              <a:path w="102228" h="102844" extrusionOk="0">
                <a:moveTo>
                  <a:pt x="0" y="1"/>
                </a:moveTo>
                <a:lnTo>
                  <a:pt x="0" y="32683"/>
                </a:lnTo>
                <a:cubicBezTo>
                  <a:pt x="0" y="32683"/>
                  <a:pt x="1840" y="31967"/>
                  <a:pt x="5060" y="31967"/>
                </a:cubicBezTo>
                <a:cubicBezTo>
                  <a:pt x="10534" y="31967"/>
                  <a:pt x="19997" y="34039"/>
                  <a:pt x="31183" y="45233"/>
                </a:cubicBezTo>
                <a:cubicBezTo>
                  <a:pt x="48935" y="62997"/>
                  <a:pt x="46494" y="76832"/>
                  <a:pt x="66366" y="92786"/>
                </a:cubicBezTo>
                <a:cubicBezTo>
                  <a:pt x="76554" y="100971"/>
                  <a:pt x="86244" y="102843"/>
                  <a:pt x="92977" y="102843"/>
                </a:cubicBezTo>
                <a:cubicBezTo>
                  <a:pt x="98653" y="102843"/>
                  <a:pt x="102227" y="101513"/>
                  <a:pt x="102227" y="101513"/>
                </a:cubicBezTo>
                <a:lnTo>
                  <a:pt x="101072" y="1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3" name="Google Shape;1353;p15"/>
          <p:cNvSpPr/>
          <p:nvPr/>
        </p:nvSpPr>
        <p:spPr>
          <a:xfrm flipH="1">
            <a:off x="7751125" y="4424750"/>
            <a:ext cx="610225" cy="610225"/>
          </a:xfrm>
          <a:custGeom>
            <a:avLst/>
            <a:gdLst/>
            <a:ahLst/>
            <a:cxnLst/>
            <a:rect l="l" t="t" r="r" b="b"/>
            <a:pathLst>
              <a:path w="24409" h="24409" extrusionOk="0">
                <a:moveTo>
                  <a:pt x="12205" y="1"/>
                </a:moveTo>
                <a:cubicBezTo>
                  <a:pt x="5454" y="1"/>
                  <a:pt x="1" y="5466"/>
                  <a:pt x="1" y="12205"/>
                </a:cubicBezTo>
                <a:cubicBezTo>
                  <a:pt x="1" y="18944"/>
                  <a:pt x="5454" y="24409"/>
                  <a:pt x="12205" y="24409"/>
                </a:cubicBezTo>
                <a:cubicBezTo>
                  <a:pt x="18944" y="24409"/>
                  <a:pt x="24409" y="18944"/>
                  <a:pt x="24409" y="12205"/>
                </a:cubicBezTo>
                <a:cubicBezTo>
                  <a:pt x="24409" y="5466"/>
                  <a:pt x="18944" y="1"/>
                  <a:pt x="12205" y="1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4" name="Google Shape;1354;p15"/>
          <p:cNvSpPr txBox="1">
            <a:spLocks noGrp="1"/>
          </p:cNvSpPr>
          <p:nvPr>
            <p:ph type="title"/>
          </p:nvPr>
        </p:nvSpPr>
        <p:spPr>
          <a:xfrm>
            <a:off x="265050" y="303150"/>
            <a:ext cx="3184800" cy="7872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1475" tIns="91425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7">
    <p:spTree>
      <p:nvGrpSpPr>
        <p:cNvPr id="1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16"/>
          <p:cNvSpPr/>
          <p:nvPr/>
        </p:nvSpPr>
        <p:spPr>
          <a:xfrm flipH="1">
            <a:off x="94040" y="4563028"/>
            <a:ext cx="718757" cy="718757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57" name="Google Shape;1357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4320713" y="-2788550"/>
            <a:ext cx="2781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p16"/>
          <p:cNvSpPr/>
          <p:nvPr/>
        </p:nvSpPr>
        <p:spPr>
          <a:xfrm flipH="1">
            <a:off x="8567628" y="128349"/>
            <a:ext cx="352274" cy="352274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9" name="Google Shape;1359;p16"/>
          <p:cNvSpPr/>
          <p:nvPr/>
        </p:nvSpPr>
        <p:spPr>
          <a:xfrm flipH="1">
            <a:off x="139829" y="4355622"/>
            <a:ext cx="352274" cy="352274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0" name="Google Shape;1360;p16"/>
          <p:cNvSpPr/>
          <p:nvPr/>
        </p:nvSpPr>
        <p:spPr>
          <a:xfrm rot="-9945166" flipH="1">
            <a:off x="6552520" y="3301595"/>
            <a:ext cx="3450781" cy="3471574"/>
          </a:xfrm>
          <a:custGeom>
            <a:avLst/>
            <a:gdLst/>
            <a:ahLst/>
            <a:cxnLst/>
            <a:rect l="l" t="t" r="r" b="b"/>
            <a:pathLst>
              <a:path w="102228" h="102844" extrusionOk="0">
                <a:moveTo>
                  <a:pt x="0" y="1"/>
                </a:moveTo>
                <a:lnTo>
                  <a:pt x="0" y="32683"/>
                </a:lnTo>
                <a:cubicBezTo>
                  <a:pt x="0" y="32683"/>
                  <a:pt x="1840" y="31967"/>
                  <a:pt x="5060" y="31967"/>
                </a:cubicBezTo>
                <a:cubicBezTo>
                  <a:pt x="10534" y="31967"/>
                  <a:pt x="19997" y="34039"/>
                  <a:pt x="31183" y="45233"/>
                </a:cubicBezTo>
                <a:cubicBezTo>
                  <a:pt x="48935" y="62997"/>
                  <a:pt x="46494" y="76832"/>
                  <a:pt x="66366" y="92786"/>
                </a:cubicBezTo>
                <a:cubicBezTo>
                  <a:pt x="76554" y="100971"/>
                  <a:pt x="86244" y="102843"/>
                  <a:pt x="92977" y="102843"/>
                </a:cubicBezTo>
                <a:cubicBezTo>
                  <a:pt x="98653" y="102843"/>
                  <a:pt x="102227" y="101513"/>
                  <a:pt x="102227" y="101513"/>
                </a:cubicBezTo>
                <a:lnTo>
                  <a:pt x="101072" y="1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1" name="Google Shape;1361;p16"/>
          <p:cNvSpPr/>
          <p:nvPr/>
        </p:nvSpPr>
        <p:spPr>
          <a:xfrm flipH="1">
            <a:off x="7751125" y="4424750"/>
            <a:ext cx="610225" cy="610225"/>
          </a:xfrm>
          <a:custGeom>
            <a:avLst/>
            <a:gdLst/>
            <a:ahLst/>
            <a:cxnLst/>
            <a:rect l="l" t="t" r="r" b="b"/>
            <a:pathLst>
              <a:path w="24409" h="24409" extrusionOk="0">
                <a:moveTo>
                  <a:pt x="12205" y="1"/>
                </a:moveTo>
                <a:cubicBezTo>
                  <a:pt x="5454" y="1"/>
                  <a:pt x="1" y="5466"/>
                  <a:pt x="1" y="12205"/>
                </a:cubicBezTo>
                <a:cubicBezTo>
                  <a:pt x="1" y="18944"/>
                  <a:pt x="5454" y="24409"/>
                  <a:pt x="12205" y="24409"/>
                </a:cubicBezTo>
                <a:cubicBezTo>
                  <a:pt x="18944" y="24409"/>
                  <a:pt x="24409" y="18944"/>
                  <a:pt x="24409" y="12205"/>
                </a:cubicBezTo>
                <a:cubicBezTo>
                  <a:pt x="24409" y="5466"/>
                  <a:pt x="18944" y="1"/>
                  <a:pt x="12205" y="1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2" name="Google Shape;1362;p16"/>
          <p:cNvSpPr txBox="1">
            <a:spLocks noGrp="1"/>
          </p:cNvSpPr>
          <p:nvPr>
            <p:ph type="title"/>
          </p:nvPr>
        </p:nvSpPr>
        <p:spPr>
          <a:xfrm>
            <a:off x="265050" y="303150"/>
            <a:ext cx="5586300" cy="7872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1475" tIns="91425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17"/>
          <p:cNvSpPr txBox="1">
            <a:spLocks noGrp="1"/>
          </p:cNvSpPr>
          <p:nvPr>
            <p:ph type="title"/>
          </p:nvPr>
        </p:nvSpPr>
        <p:spPr>
          <a:xfrm>
            <a:off x="5236425" y="1679100"/>
            <a:ext cx="3647100" cy="6381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65" name="Google Shape;1365;p17"/>
          <p:cNvSpPr txBox="1">
            <a:spLocks noGrp="1"/>
          </p:cNvSpPr>
          <p:nvPr>
            <p:ph type="subTitle" idx="1"/>
          </p:nvPr>
        </p:nvSpPr>
        <p:spPr>
          <a:xfrm>
            <a:off x="5277550" y="2453737"/>
            <a:ext cx="3153600" cy="8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6" name="Google Shape;1366;p17"/>
          <p:cNvSpPr/>
          <p:nvPr/>
        </p:nvSpPr>
        <p:spPr>
          <a:xfrm>
            <a:off x="5817375" y="-1977300"/>
            <a:ext cx="4015765" cy="3483989"/>
          </a:xfrm>
          <a:custGeom>
            <a:avLst/>
            <a:gdLst/>
            <a:ahLst/>
            <a:cxnLst/>
            <a:rect l="l" t="t" r="r" b="b"/>
            <a:pathLst>
              <a:path w="118968" h="103214" extrusionOk="0">
                <a:moveTo>
                  <a:pt x="99358" y="1"/>
                </a:moveTo>
                <a:lnTo>
                  <a:pt x="0" y="18360"/>
                </a:lnTo>
                <a:lnTo>
                  <a:pt x="5942" y="50519"/>
                </a:lnTo>
                <a:cubicBezTo>
                  <a:pt x="5942" y="50519"/>
                  <a:pt x="9198" y="48503"/>
                  <a:pt x="15190" y="48503"/>
                </a:cubicBezTo>
                <a:cubicBezTo>
                  <a:pt x="20819" y="48503"/>
                  <a:pt x="28862" y="50283"/>
                  <a:pt x="38886" y="57187"/>
                </a:cubicBezTo>
                <a:cubicBezTo>
                  <a:pt x="59567" y="71426"/>
                  <a:pt x="59686" y="85476"/>
                  <a:pt x="82118" y="97549"/>
                </a:cubicBezTo>
                <a:cubicBezTo>
                  <a:pt x="90158" y="101871"/>
                  <a:pt x="97396" y="103213"/>
                  <a:pt x="103286" y="103213"/>
                </a:cubicBezTo>
                <a:cubicBezTo>
                  <a:pt x="112938" y="103213"/>
                  <a:pt x="118968" y="99608"/>
                  <a:pt x="118968" y="99608"/>
                </a:cubicBezTo>
                <a:lnTo>
                  <a:pt x="99358" y="1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18"/>
          <p:cNvSpPr txBox="1">
            <a:spLocks noGrp="1"/>
          </p:cNvSpPr>
          <p:nvPr>
            <p:ph type="title"/>
          </p:nvPr>
        </p:nvSpPr>
        <p:spPr>
          <a:xfrm>
            <a:off x="257175" y="1705500"/>
            <a:ext cx="3310800" cy="5727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69" name="Google Shape;1369;p18"/>
          <p:cNvSpPr txBox="1">
            <a:spLocks noGrp="1"/>
          </p:cNvSpPr>
          <p:nvPr>
            <p:ph type="subTitle" idx="1"/>
          </p:nvPr>
        </p:nvSpPr>
        <p:spPr>
          <a:xfrm>
            <a:off x="720000" y="2390388"/>
            <a:ext cx="28479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0" name="Google Shape;1370;p18"/>
          <p:cNvSpPr/>
          <p:nvPr/>
        </p:nvSpPr>
        <p:spPr>
          <a:xfrm flipH="1">
            <a:off x="94040" y="4563028"/>
            <a:ext cx="718757" cy="718757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1" name="Google Shape;1371;p18"/>
          <p:cNvSpPr/>
          <p:nvPr/>
        </p:nvSpPr>
        <p:spPr>
          <a:xfrm rot="-9945166" flipH="1">
            <a:off x="6552520" y="3301595"/>
            <a:ext cx="3450781" cy="3471574"/>
          </a:xfrm>
          <a:custGeom>
            <a:avLst/>
            <a:gdLst/>
            <a:ahLst/>
            <a:cxnLst/>
            <a:rect l="l" t="t" r="r" b="b"/>
            <a:pathLst>
              <a:path w="102228" h="102844" extrusionOk="0">
                <a:moveTo>
                  <a:pt x="0" y="1"/>
                </a:moveTo>
                <a:lnTo>
                  <a:pt x="0" y="32683"/>
                </a:lnTo>
                <a:cubicBezTo>
                  <a:pt x="0" y="32683"/>
                  <a:pt x="1840" y="31967"/>
                  <a:pt x="5060" y="31967"/>
                </a:cubicBezTo>
                <a:cubicBezTo>
                  <a:pt x="10534" y="31967"/>
                  <a:pt x="19997" y="34039"/>
                  <a:pt x="31183" y="45233"/>
                </a:cubicBezTo>
                <a:cubicBezTo>
                  <a:pt x="48935" y="62997"/>
                  <a:pt x="46494" y="76832"/>
                  <a:pt x="66366" y="92786"/>
                </a:cubicBezTo>
                <a:cubicBezTo>
                  <a:pt x="76554" y="100971"/>
                  <a:pt x="86244" y="102843"/>
                  <a:pt x="92977" y="102843"/>
                </a:cubicBezTo>
                <a:cubicBezTo>
                  <a:pt x="98653" y="102843"/>
                  <a:pt x="102227" y="101513"/>
                  <a:pt x="102227" y="101513"/>
                </a:cubicBezTo>
                <a:lnTo>
                  <a:pt x="101072" y="1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72" name="Google Shape;1372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4320713" y="-2788550"/>
            <a:ext cx="2781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18"/>
          <p:cNvSpPr/>
          <p:nvPr/>
        </p:nvSpPr>
        <p:spPr>
          <a:xfrm flipH="1">
            <a:off x="7751125" y="4424750"/>
            <a:ext cx="610225" cy="610225"/>
          </a:xfrm>
          <a:custGeom>
            <a:avLst/>
            <a:gdLst/>
            <a:ahLst/>
            <a:cxnLst/>
            <a:rect l="l" t="t" r="r" b="b"/>
            <a:pathLst>
              <a:path w="24409" h="24409" extrusionOk="0">
                <a:moveTo>
                  <a:pt x="12205" y="1"/>
                </a:moveTo>
                <a:cubicBezTo>
                  <a:pt x="5454" y="1"/>
                  <a:pt x="1" y="5466"/>
                  <a:pt x="1" y="12205"/>
                </a:cubicBezTo>
                <a:cubicBezTo>
                  <a:pt x="1" y="18944"/>
                  <a:pt x="5454" y="24409"/>
                  <a:pt x="12205" y="24409"/>
                </a:cubicBezTo>
                <a:cubicBezTo>
                  <a:pt x="18944" y="24409"/>
                  <a:pt x="24409" y="18944"/>
                  <a:pt x="24409" y="12205"/>
                </a:cubicBezTo>
                <a:cubicBezTo>
                  <a:pt x="24409" y="5466"/>
                  <a:pt x="18944" y="1"/>
                  <a:pt x="12205" y="1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p18"/>
          <p:cNvSpPr/>
          <p:nvPr/>
        </p:nvSpPr>
        <p:spPr>
          <a:xfrm flipH="1">
            <a:off x="8567628" y="128349"/>
            <a:ext cx="352274" cy="352274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" name="Google Shape;1375;p18"/>
          <p:cNvSpPr/>
          <p:nvPr/>
        </p:nvSpPr>
        <p:spPr>
          <a:xfrm flipH="1">
            <a:off x="139829" y="4355622"/>
            <a:ext cx="352274" cy="352274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1">
    <p:spTree>
      <p:nvGrpSpPr>
        <p:cNvPr id="1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20"/>
          <p:cNvSpPr txBox="1">
            <a:spLocks noGrp="1"/>
          </p:cNvSpPr>
          <p:nvPr>
            <p:ph type="title"/>
          </p:nvPr>
        </p:nvSpPr>
        <p:spPr>
          <a:xfrm>
            <a:off x="862200" y="2483175"/>
            <a:ext cx="2175300" cy="35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88" name="Google Shape;1388;p20"/>
          <p:cNvSpPr txBox="1">
            <a:spLocks noGrp="1"/>
          </p:cNvSpPr>
          <p:nvPr>
            <p:ph type="subTitle" idx="1"/>
          </p:nvPr>
        </p:nvSpPr>
        <p:spPr>
          <a:xfrm>
            <a:off x="862200" y="2877350"/>
            <a:ext cx="2175300" cy="10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9" name="Google Shape;1389;p20"/>
          <p:cNvSpPr txBox="1">
            <a:spLocks noGrp="1"/>
          </p:cNvSpPr>
          <p:nvPr>
            <p:ph type="title" idx="2"/>
          </p:nvPr>
        </p:nvSpPr>
        <p:spPr>
          <a:xfrm>
            <a:off x="6106496" y="2483175"/>
            <a:ext cx="2175300" cy="35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90" name="Google Shape;1390;p20"/>
          <p:cNvSpPr txBox="1">
            <a:spLocks noGrp="1"/>
          </p:cNvSpPr>
          <p:nvPr>
            <p:ph type="subTitle" idx="3"/>
          </p:nvPr>
        </p:nvSpPr>
        <p:spPr>
          <a:xfrm>
            <a:off x="6106500" y="2877350"/>
            <a:ext cx="2175300" cy="10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1" name="Google Shape;1391;p20"/>
          <p:cNvSpPr/>
          <p:nvPr/>
        </p:nvSpPr>
        <p:spPr>
          <a:xfrm flipH="1">
            <a:off x="6266140" y="-856650"/>
            <a:ext cx="4202735" cy="1924673"/>
          </a:xfrm>
          <a:custGeom>
            <a:avLst/>
            <a:gdLst/>
            <a:ahLst/>
            <a:cxnLst/>
            <a:rect l="l" t="t" r="r" b="b"/>
            <a:pathLst>
              <a:path w="123874" h="56729" extrusionOk="0">
                <a:moveTo>
                  <a:pt x="1" y="1"/>
                </a:moveTo>
                <a:lnTo>
                  <a:pt x="3656" y="32790"/>
                </a:lnTo>
                <a:cubicBezTo>
                  <a:pt x="3656" y="32790"/>
                  <a:pt x="7596" y="31184"/>
                  <a:pt x="14347" y="31184"/>
                </a:cubicBezTo>
                <a:cubicBezTo>
                  <a:pt x="23267" y="31184"/>
                  <a:pt x="37093" y="33988"/>
                  <a:pt x="53222" y="47006"/>
                </a:cubicBezTo>
                <a:cubicBezTo>
                  <a:pt x="61859" y="53978"/>
                  <a:pt x="70316" y="56728"/>
                  <a:pt x="78120" y="56728"/>
                </a:cubicBezTo>
                <a:cubicBezTo>
                  <a:pt x="91456" y="56728"/>
                  <a:pt x="102885" y="48697"/>
                  <a:pt x="110050" y="39970"/>
                </a:cubicBezTo>
                <a:cubicBezTo>
                  <a:pt x="123873" y="23087"/>
                  <a:pt x="115289" y="8490"/>
                  <a:pt x="115289" y="8490"/>
                </a:cubicBezTo>
                <a:lnTo>
                  <a:pt x="115289" y="1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92" name="Google Shape;139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4723400" y="-2809587"/>
            <a:ext cx="2781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p20"/>
          <p:cNvSpPr/>
          <p:nvPr/>
        </p:nvSpPr>
        <p:spPr>
          <a:xfrm>
            <a:off x="142923" y="4251824"/>
            <a:ext cx="352274" cy="352274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4" name="Google Shape;1394;p20"/>
          <p:cNvSpPr/>
          <p:nvPr/>
        </p:nvSpPr>
        <p:spPr>
          <a:xfrm>
            <a:off x="64875" y="4533275"/>
            <a:ext cx="610225" cy="610225"/>
          </a:xfrm>
          <a:custGeom>
            <a:avLst/>
            <a:gdLst/>
            <a:ahLst/>
            <a:cxnLst/>
            <a:rect l="l" t="t" r="r" b="b"/>
            <a:pathLst>
              <a:path w="24409" h="24409" extrusionOk="0">
                <a:moveTo>
                  <a:pt x="12205" y="1"/>
                </a:moveTo>
                <a:cubicBezTo>
                  <a:pt x="5454" y="1"/>
                  <a:pt x="1" y="5466"/>
                  <a:pt x="1" y="12205"/>
                </a:cubicBezTo>
                <a:cubicBezTo>
                  <a:pt x="1" y="18944"/>
                  <a:pt x="5454" y="24409"/>
                  <a:pt x="12205" y="24409"/>
                </a:cubicBezTo>
                <a:cubicBezTo>
                  <a:pt x="18944" y="24409"/>
                  <a:pt x="24409" y="18944"/>
                  <a:pt x="24409" y="12205"/>
                </a:cubicBezTo>
                <a:cubicBezTo>
                  <a:pt x="24409" y="5466"/>
                  <a:pt x="18944" y="1"/>
                  <a:pt x="12205" y="1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5" name="Google Shape;1395;p20"/>
          <p:cNvSpPr txBox="1">
            <a:spLocks noGrp="1"/>
          </p:cNvSpPr>
          <p:nvPr>
            <p:ph type="title" idx="4"/>
          </p:nvPr>
        </p:nvSpPr>
        <p:spPr>
          <a:xfrm>
            <a:off x="265050" y="303150"/>
            <a:ext cx="2935500" cy="7872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1475" tIns="91425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13">
    <p:spTree>
      <p:nvGrpSpPr>
        <p:cNvPr id="1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21"/>
          <p:cNvSpPr txBox="1">
            <a:spLocks noGrp="1"/>
          </p:cNvSpPr>
          <p:nvPr>
            <p:ph type="title"/>
          </p:nvPr>
        </p:nvSpPr>
        <p:spPr>
          <a:xfrm>
            <a:off x="2207300" y="2398150"/>
            <a:ext cx="2175300" cy="5226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98" name="Google Shape;1398;p21"/>
          <p:cNvSpPr txBox="1">
            <a:spLocks noGrp="1"/>
          </p:cNvSpPr>
          <p:nvPr>
            <p:ph type="subTitle" idx="1"/>
          </p:nvPr>
        </p:nvSpPr>
        <p:spPr>
          <a:xfrm>
            <a:off x="2207300" y="3110700"/>
            <a:ext cx="2175300" cy="7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9" name="Google Shape;1399;p21"/>
          <p:cNvSpPr txBox="1">
            <a:spLocks noGrp="1"/>
          </p:cNvSpPr>
          <p:nvPr>
            <p:ph type="title" idx="2"/>
          </p:nvPr>
        </p:nvSpPr>
        <p:spPr>
          <a:xfrm>
            <a:off x="6100299" y="2398150"/>
            <a:ext cx="2175300" cy="5226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00" name="Google Shape;1400;p21"/>
          <p:cNvSpPr txBox="1">
            <a:spLocks noGrp="1"/>
          </p:cNvSpPr>
          <p:nvPr>
            <p:ph type="subTitle" idx="3"/>
          </p:nvPr>
        </p:nvSpPr>
        <p:spPr>
          <a:xfrm>
            <a:off x="6100300" y="3110700"/>
            <a:ext cx="2175300" cy="7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01" name="Google Shape;1401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269500" y="3336299"/>
            <a:ext cx="2357675" cy="248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2" name="Google Shape;14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7104525" y="-3020025"/>
            <a:ext cx="2781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p21"/>
          <p:cNvSpPr/>
          <p:nvPr/>
        </p:nvSpPr>
        <p:spPr>
          <a:xfrm>
            <a:off x="7865854" y="-624"/>
            <a:ext cx="610233" cy="610233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4" name="Google Shape;1404;p21"/>
          <p:cNvSpPr/>
          <p:nvPr/>
        </p:nvSpPr>
        <p:spPr>
          <a:xfrm rot="-5400000">
            <a:off x="6915526" y="2517433"/>
            <a:ext cx="3335564" cy="3355992"/>
          </a:xfrm>
          <a:custGeom>
            <a:avLst/>
            <a:gdLst/>
            <a:ahLst/>
            <a:cxnLst/>
            <a:rect l="l" t="t" r="r" b="b"/>
            <a:pathLst>
              <a:path w="102216" h="102842" extrusionOk="0">
                <a:moveTo>
                  <a:pt x="9244" y="0"/>
                </a:moveTo>
                <a:cubicBezTo>
                  <a:pt x="3571" y="0"/>
                  <a:pt x="0" y="1329"/>
                  <a:pt x="0" y="1329"/>
                </a:cubicBezTo>
                <a:lnTo>
                  <a:pt x="1143" y="102842"/>
                </a:lnTo>
                <a:lnTo>
                  <a:pt x="102215" y="102842"/>
                </a:lnTo>
                <a:lnTo>
                  <a:pt x="102215" y="70159"/>
                </a:lnTo>
                <a:cubicBezTo>
                  <a:pt x="102215" y="70159"/>
                  <a:pt x="100375" y="70876"/>
                  <a:pt x="97156" y="70876"/>
                </a:cubicBezTo>
                <a:cubicBezTo>
                  <a:pt x="91683" y="70876"/>
                  <a:pt x="82223" y="68803"/>
                  <a:pt x="71045" y="57610"/>
                </a:cubicBezTo>
                <a:cubicBezTo>
                  <a:pt x="53281" y="39846"/>
                  <a:pt x="55721" y="26011"/>
                  <a:pt x="35874" y="10068"/>
                </a:cubicBezTo>
                <a:cubicBezTo>
                  <a:pt x="25675" y="1874"/>
                  <a:pt x="15979" y="0"/>
                  <a:pt x="9244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5" name="Google Shape;1405;p21"/>
          <p:cNvSpPr txBox="1">
            <a:spLocks noGrp="1"/>
          </p:cNvSpPr>
          <p:nvPr>
            <p:ph type="title" idx="4"/>
          </p:nvPr>
        </p:nvSpPr>
        <p:spPr>
          <a:xfrm>
            <a:off x="265050" y="303150"/>
            <a:ext cx="2711700" cy="7872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1475" tIns="91425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23"/>
          <p:cNvSpPr txBox="1">
            <a:spLocks noGrp="1"/>
          </p:cNvSpPr>
          <p:nvPr>
            <p:ph type="title"/>
          </p:nvPr>
        </p:nvSpPr>
        <p:spPr>
          <a:xfrm>
            <a:off x="937700" y="2483175"/>
            <a:ext cx="2175300" cy="35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19" name="Google Shape;1419;p23"/>
          <p:cNvSpPr txBox="1">
            <a:spLocks noGrp="1"/>
          </p:cNvSpPr>
          <p:nvPr>
            <p:ph type="subTitle" idx="1"/>
          </p:nvPr>
        </p:nvSpPr>
        <p:spPr>
          <a:xfrm>
            <a:off x="937700" y="28773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0" name="Google Shape;1420;p23"/>
          <p:cNvSpPr txBox="1">
            <a:spLocks noGrp="1"/>
          </p:cNvSpPr>
          <p:nvPr>
            <p:ph type="title" idx="2"/>
          </p:nvPr>
        </p:nvSpPr>
        <p:spPr>
          <a:xfrm>
            <a:off x="3484421" y="2483175"/>
            <a:ext cx="2175300" cy="35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21" name="Google Shape;1421;p23"/>
          <p:cNvSpPr txBox="1">
            <a:spLocks noGrp="1"/>
          </p:cNvSpPr>
          <p:nvPr>
            <p:ph type="subTitle" idx="3"/>
          </p:nvPr>
        </p:nvSpPr>
        <p:spPr>
          <a:xfrm>
            <a:off x="3484421" y="28773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2" name="Google Shape;1422;p23"/>
          <p:cNvSpPr txBox="1">
            <a:spLocks noGrp="1"/>
          </p:cNvSpPr>
          <p:nvPr>
            <p:ph type="title" idx="4"/>
          </p:nvPr>
        </p:nvSpPr>
        <p:spPr>
          <a:xfrm>
            <a:off x="6031149" y="2483175"/>
            <a:ext cx="2175300" cy="35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23" name="Google Shape;1423;p23"/>
          <p:cNvSpPr txBox="1">
            <a:spLocks noGrp="1"/>
          </p:cNvSpPr>
          <p:nvPr>
            <p:ph type="subTitle" idx="5"/>
          </p:nvPr>
        </p:nvSpPr>
        <p:spPr>
          <a:xfrm>
            <a:off x="6031149" y="287735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4" name="Google Shape;1424;p23"/>
          <p:cNvSpPr/>
          <p:nvPr/>
        </p:nvSpPr>
        <p:spPr>
          <a:xfrm flipH="1">
            <a:off x="6266140" y="-780450"/>
            <a:ext cx="4202735" cy="1924673"/>
          </a:xfrm>
          <a:custGeom>
            <a:avLst/>
            <a:gdLst/>
            <a:ahLst/>
            <a:cxnLst/>
            <a:rect l="l" t="t" r="r" b="b"/>
            <a:pathLst>
              <a:path w="123874" h="56729" extrusionOk="0">
                <a:moveTo>
                  <a:pt x="1" y="1"/>
                </a:moveTo>
                <a:lnTo>
                  <a:pt x="3656" y="32790"/>
                </a:lnTo>
                <a:cubicBezTo>
                  <a:pt x="3656" y="32790"/>
                  <a:pt x="7596" y="31184"/>
                  <a:pt x="14347" y="31184"/>
                </a:cubicBezTo>
                <a:cubicBezTo>
                  <a:pt x="23267" y="31184"/>
                  <a:pt x="37093" y="33988"/>
                  <a:pt x="53222" y="47006"/>
                </a:cubicBezTo>
                <a:cubicBezTo>
                  <a:pt x="61859" y="53978"/>
                  <a:pt x="70316" y="56728"/>
                  <a:pt x="78120" y="56728"/>
                </a:cubicBezTo>
                <a:cubicBezTo>
                  <a:pt x="91456" y="56728"/>
                  <a:pt x="102885" y="48697"/>
                  <a:pt x="110050" y="39970"/>
                </a:cubicBezTo>
                <a:cubicBezTo>
                  <a:pt x="123873" y="23087"/>
                  <a:pt x="115289" y="8490"/>
                  <a:pt x="115289" y="8490"/>
                </a:cubicBezTo>
                <a:lnTo>
                  <a:pt x="115289" y="1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25" name="Google Shape;1425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4723400" y="-2733387"/>
            <a:ext cx="2781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Google Shape;1426;p23"/>
          <p:cNvSpPr/>
          <p:nvPr/>
        </p:nvSpPr>
        <p:spPr>
          <a:xfrm>
            <a:off x="8424000" y="4359675"/>
            <a:ext cx="610225" cy="610225"/>
          </a:xfrm>
          <a:custGeom>
            <a:avLst/>
            <a:gdLst/>
            <a:ahLst/>
            <a:cxnLst/>
            <a:rect l="l" t="t" r="r" b="b"/>
            <a:pathLst>
              <a:path w="24409" h="24409" extrusionOk="0">
                <a:moveTo>
                  <a:pt x="12205" y="1"/>
                </a:moveTo>
                <a:cubicBezTo>
                  <a:pt x="5454" y="1"/>
                  <a:pt x="1" y="5466"/>
                  <a:pt x="1" y="12205"/>
                </a:cubicBezTo>
                <a:cubicBezTo>
                  <a:pt x="1" y="18944"/>
                  <a:pt x="5454" y="24409"/>
                  <a:pt x="12205" y="24409"/>
                </a:cubicBezTo>
                <a:cubicBezTo>
                  <a:pt x="18944" y="24409"/>
                  <a:pt x="24409" y="18944"/>
                  <a:pt x="24409" y="12205"/>
                </a:cubicBezTo>
                <a:cubicBezTo>
                  <a:pt x="24409" y="5466"/>
                  <a:pt x="18944" y="1"/>
                  <a:pt x="12205" y="1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23"/>
          <p:cNvSpPr/>
          <p:nvPr/>
        </p:nvSpPr>
        <p:spPr>
          <a:xfrm>
            <a:off x="8502048" y="4078224"/>
            <a:ext cx="352274" cy="352274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28" name="Google Shape;1428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 flipH="1">
            <a:off x="-1266250" y="2647450"/>
            <a:ext cx="2781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9" name="Google Shape;1429;p23"/>
          <p:cNvSpPr txBox="1">
            <a:spLocks noGrp="1"/>
          </p:cNvSpPr>
          <p:nvPr>
            <p:ph type="title" idx="6"/>
          </p:nvPr>
        </p:nvSpPr>
        <p:spPr>
          <a:xfrm>
            <a:off x="265050" y="303150"/>
            <a:ext cx="4500300" cy="7872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1475" tIns="91425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24"/>
          <p:cNvSpPr txBox="1">
            <a:spLocks noGrp="1"/>
          </p:cNvSpPr>
          <p:nvPr>
            <p:ph type="title"/>
          </p:nvPr>
        </p:nvSpPr>
        <p:spPr>
          <a:xfrm>
            <a:off x="713100" y="2758100"/>
            <a:ext cx="18477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32" name="Google Shape;1432;p24"/>
          <p:cNvSpPr txBox="1">
            <a:spLocks noGrp="1"/>
          </p:cNvSpPr>
          <p:nvPr>
            <p:ph type="subTitle" idx="1"/>
          </p:nvPr>
        </p:nvSpPr>
        <p:spPr>
          <a:xfrm>
            <a:off x="713100" y="3132625"/>
            <a:ext cx="18477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3" name="Google Shape;1433;p24"/>
          <p:cNvSpPr txBox="1">
            <a:spLocks noGrp="1"/>
          </p:cNvSpPr>
          <p:nvPr>
            <p:ph type="title" idx="2"/>
          </p:nvPr>
        </p:nvSpPr>
        <p:spPr>
          <a:xfrm>
            <a:off x="2673375" y="2758100"/>
            <a:ext cx="18477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34" name="Google Shape;1434;p24"/>
          <p:cNvSpPr txBox="1">
            <a:spLocks noGrp="1"/>
          </p:cNvSpPr>
          <p:nvPr>
            <p:ph type="subTitle" idx="3"/>
          </p:nvPr>
        </p:nvSpPr>
        <p:spPr>
          <a:xfrm>
            <a:off x="2673375" y="3132625"/>
            <a:ext cx="18477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5" name="Google Shape;1435;p24"/>
          <p:cNvSpPr txBox="1">
            <a:spLocks noGrp="1"/>
          </p:cNvSpPr>
          <p:nvPr>
            <p:ph type="title" idx="4"/>
          </p:nvPr>
        </p:nvSpPr>
        <p:spPr>
          <a:xfrm>
            <a:off x="6583200" y="2758200"/>
            <a:ext cx="18477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36" name="Google Shape;1436;p24"/>
          <p:cNvSpPr txBox="1">
            <a:spLocks noGrp="1"/>
          </p:cNvSpPr>
          <p:nvPr>
            <p:ph type="subTitle" idx="5"/>
          </p:nvPr>
        </p:nvSpPr>
        <p:spPr>
          <a:xfrm>
            <a:off x="6583200" y="3132625"/>
            <a:ext cx="18477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7" name="Google Shape;1437;p24"/>
          <p:cNvSpPr txBox="1">
            <a:spLocks noGrp="1"/>
          </p:cNvSpPr>
          <p:nvPr>
            <p:ph type="title" idx="6"/>
          </p:nvPr>
        </p:nvSpPr>
        <p:spPr>
          <a:xfrm>
            <a:off x="4633638" y="2758200"/>
            <a:ext cx="18477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38" name="Google Shape;1438;p24"/>
          <p:cNvSpPr txBox="1">
            <a:spLocks noGrp="1"/>
          </p:cNvSpPr>
          <p:nvPr>
            <p:ph type="subTitle" idx="7"/>
          </p:nvPr>
        </p:nvSpPr>
        <p:spPr>
          <a:xfrm>
            <a:off x="4633638" y="3132625"/>
            <a:ext cx="18477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39" name="Google Shape;1439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4320713" y="-2788550"/>
            <a:ext cx="2781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24"/>
          <p:cNvSpPr/>
          <p:nvPr/>
        </p:nvSpPr>
        <p:spPr>
          <a:xfrm flipH="1">
            <a:off x="8567628" y="128349"/>
            <a:ext cx="352274" cy="352274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1" name="Google Shape;1441;p24"/>
          <p:cNvSpPr/>
          <p:nvPr/>
        </p:nvSpPr>
        <p:spPr>
          <a:xfrm rot="-9945166" flipH="1">
            <a:off x="6552520" y="3301595"/>
            <a:ext cx="3450781" cy="3471574"/>
          </a:xfrm>
          <a:custGeom>
            <a:avLst/>
            <a:gdLst/>
            <a:ahLst/>
            <a:cxnLst/>
            <a:rect l="l" t="t" r="r" b="b"/>
            <a:pathLst>
              <a:path w="102228" h="102844" extrusionOk="0">
                <a:moveTo>
                  <a:pt x="0" y="1"/>
                </a:moveTo>
                <a:lnTo>
                  <a:pt x="0" y="32683"/>
                </a:lnTo>
                <a:cubicBezTo>
                  <a:pt x="0" y="32683"/>
                  <a:pt x="1840" y="31967"/>
                  <a:pt x="5060" y="31967"/>
                </a:cubicBezTo>
                <a:cubicBezTo>
                  <a:pt x="10534" y="31967"/>
                  <a:pt x="19997" y="34039"/>
                  <a:pt x="31183" y="45233"/>
                </a:cubicBezTo>
                <a:cubicBezTo>
                  <a:pt x="48935" y="62997"/>
                  <a:pt x="46494" y="76832"/>
                  <a:pt x="66366" y="92786"/>
                </a:cubicBezTo>
                <a:cubicBezTo>
                  <a:pt x="76554" y="100971"/>
                  <a:pt x="86244" y="102843"/>
                  <a:pt x="92977" y="102843"/>
                </a:cubicBezTo>
                <a:cubicBezTo>
                  <a:pt x="98653" y="102843"/>
                  <a:pt x="102227" y="101513"/>
                  <a:pt x="102227" y="101513"/>
                </a:cubicBezTo>
                <a:lnTo>
                  <a:pt x="101072" y="1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2" name="Google Shape;1442;p24"/>
          <p:cNvSpPr/>
          <p:nvPr/>
        </p:nvSpPr>
        <p:spPr>
          <a:xfrm flipH="1">
            <a:off x="7751125" y="4424750"/>
            <a:ext cx="610225" cy="610225"/>
          </a:xfrm>
          <a:custGeom>
            <a:avLst/>
            <a:gdLst/>
            <a:ahLst/>
            <a:cxnLst/>
            <a:rect l="l" t="t" r="r" b="b"/>
            <a:pathLst>
              <a:path w="24409" h="24409" extrusionOk="0">
                <a:moveTo>
                  <a:pt x="12205" y="1"/>
                </a:moveTo>
                <a:cubicBezTo>
                  <a:pt x="5454" y="1"/>
                  <a:pt x="1" y="5466"/>
                  <a:pt x="1" y="12205"/>
                </a:cubicBezTo>
                <a:cubicBezTo>
                  <a:pt x="1" y="18944"/>
                  <a:pt x="5454" y="24409"/>
                  <a:pt x="12205" y="24409"/>
                </a:cubicBezTo>
                <a:cubicBezTo>
                  <a:pt x="18944" y="24409"/>
                  <a:pt x="24409" y="18944"/>
                  <a:pt x="24409" y="12205"/>
                </a:cubicBezTo>
                <a:cubicBezTo>
                  <a:pt x="24409" y="5466"/>
                  <a:pt x="18944" y="1"/>
                  <a:pt x="12205" y="1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3" name="Google Shape;1443;p24"/>
          <p:cNvSpPr/>
          <p:nvPr/>
        </p:nvSpPr>
        <p:spPr>
          <a:xfrm flipH="1">
            <a:off x="-382107" y="1239326"/>
            <a:ext cx="1219731" cy="1219731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4" name="Google Shape;1444;p24"/>
          <p:cNvSpPr txBox="1">
            <a:spLocks noGrp="1"/>
          </p:cNvSpPr>
          <p:nvPr>
            <p:ph type="title" idx="8"/>
          </p:nvPr>
        </p:nvSpPr>
        <p:spPr>
          <a:xfrm>
            <a:off x="265050" y="303150"/>
            <a:ext cx="3078300" cy="7872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1475" tIns="91425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25"/>
          <p:cNvSpPr txBox="1">
            <a:spLocks noGrp="1"/>
          </p:cNvSpPr>
          <p:nvPr>
            <p:ph type="title"/>
          </p:nvPr>
        </p:nvSpPr>
        <p:spPr>
          <a:xfrm>
            <a:off x="1101175" y="1891975"/>
            <a:ext cx="1986000" cy="3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47" name="Google Shape;1447;p25"/>
          <p:cNvSpPr txBox="1">
            <a:spLocks noGrp="1"/>
          </p:cNvSpPr>
          <p:nvPr>
            <p:ph type="subTitle" idx="1"/>
          </p:nvPr>
        </p:nvSpPr>
        <p:spPr>
          <a:xfrm>
            <a:off x="1101175" y="2345575"/>
            <a:ext cx="1986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8" name="Google Shape;1448;p25"/>
          <p:cNvSpPr txBox="1">
            <a:spLocks noGrp="1"/>
          </p:cNvSpPr>
          <p:nvPr>
            <p:ph type="title" idx="2"/>
          </p:nvPr>
        </p:nvSpPr>
        <p:spPr>
          <a:xfrm>
            <a:off x="3578947" y="1891975"/>
            <a:ext cx="1986000" cy="3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49" name="Google Shape;1449;p25"/>
          <p:cNvSpPr txBox="1">
            <a:spLocks noGrp="1"/>
          </p:cNvSpPr>
          <p:nvPr>
            <p:ph type="subTitle" idx="3"/>
          </p:nvPr>
        </p:nvSpPr>
        <p:spPr>
          <a:xfrm>
            <a:off x="3539848" y="2345575"/>
            <a:ext cx="1986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0" name="Google Shape;1450;p25"/>
          <p:cNvSpPr txBox="1">
            <a:spLocks noGrp="1"/>
          </p:cNvSpPr>
          <p:nvPr>
            <p:ph type="title" idx="4"/>
          </p:nvPr>
        </p:nvSpPr>
        <p:spPr>
          <a:xfrm>
            <a:off x="1101175" y="3553950"/>
            <a:ext cx="1986000" cy="3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51" name="Google Shape;1451;p25"/>
          <p:cNvSpPr txBox="1">
            <a:spLocks noGrp="1"/>
          </p:cNvSpPr>
          <p:nvPr>
            <p:ph type="subTitle" idx="5"/>
          </p:nvPr>
        </p:nvSpPr>
        <p:spPr>
          <a:xfrm>
            <a:off x="1101175" y="4007575"/>
            <a:ext cx="1986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2" name="Google Shape;1452;p25"/>
          <p:cNvSpPr txBox="1">
            <a:spLocks noGrp="1"/>
          </p:cNvSpPr>
          <p:nvPr>
            <p:ph type="title" idx="6"/>
          </p:nvPr>
        </p:nvSpPr>
        <p:spPr>
          <a:xfrm>
            <a:off x="3539847" y="3553950"/>
            <a:ext cx="1986000" cy="3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53" name="Google Shape;1453;p25"/>
          <p:cNvSpPr txBox="1">
            <a:spLocks noGrp="1"/>
          </p:cNvSpPr>
          <p:nvPr>
            <p:ph type="subTitle" idx="7"/>
          </p:nvPr>
        </p:nvSpPr>
        <p:spPr>
          <a:xfrm>
            <a:off x="3539848" y="4007575"/>
            <a:ext cx="1986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4" name="Google Shape;1454;p25"/>
          <p:cNvSpPr txBox="1">
            <a:spLocks noGrp="1"/>
          </p:cNvSpPr>
          <p:nvPr>
            <p:ph type="title" idx="8"/>
          </p:nvPr>
        </p:nvSpPr>
        <p:spPr>
          <a:xfrm>
            <a:off x="5978525" y="1891975"/>
            <a:ext cx="1986000" cy="3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55" name="Google Shape;1455;p25"/>
          <p:cNvSpPr txBox="1">
            <a:spLocks noGrp="1"/>
          </p:cNvSpPr>
          <p:nvPr>
            <p:ph type="subTitle" idx="9"/>
          </p:nvPr>
        </p:nvSpPr>
        <p:spPr>
          <a:xfrm>
            <a:off x="5978527" y="2345575"/>
            <a:ext cx="1986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6" name="Google Shape;1456;p25"/>
          <p:cNvSpPr txBox="1">
            <a:spLocks noGrp="1"/>
          </p:cNvSpPr>
          <p:nvPr>
            <p:ph type="title" idx="13"/>
          </p:nvPr>
        </p:nvSpPr>
        <p:spPr>
          <a:xfrm>
            <a:off x="5978525" y="3553950"/>
            <a:ext cx="1986000" cy="3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57" name="Google Shape;1457;p25"/>
          <p:cNvSpPr txBox="1">
            <a:spLocks noGrp="1"/>
          </p:cNvSpPr>
          <p:nvPr>
            <p:ph type="subTitle" idx="14"/>
          </p:nvPr>
        </p:nvSpPr>
        <p:spPr>
          <a:xfrm>
            <a:off x="5978527" y="4007575"/>
            <a:ext cx="19860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8" name="Google Shape;1458;p25"/>
          <p:cNvSpPr/>
          <p:nvPr/>
        </p:nvSpPr>
        <p:spPr>
          <a:xfrm flipH="1">
            <a:off x="-499732" y="1354726"/>
            <a:ext cx="1219731" cy="1219731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9" name="Google Shape;1459;p25"/>
          <p:cNvSpPr/>
          <p:nvPr/>
        </p:nvSpPr>
        <p:spPr>
          <a:xfrm rot="-9945166" flipH="1">
            <a:off x="6552520" y="3301595"/>
            <a:ext cx="3450781" cy="3471574"/>
          </a:xfrm>
          <a:custGeom>
            <a:avLst/>
            <a:gdLst/>
            <a:ahLst/>
            <a:cxnLst/>
            <a:rect l="l" t="t" r="r" b="b"/>
            <a:pathLst>
              <a:path w="102228" h="102844" extrusionOk="0">
                <a:moveTo>
                  <a:pt x="0" y="1"/>
                </a:moveTo>
                <a:lnTo>
                  <a:pt x="0" y="32683"/>
                </a:lnTo>
                <a:cubicBezTo>
                  <a:pt x="0" y="32683"/>
                  <a:pt x="1840" y="31967"/>
                  <a:pt x="5060" y="31967"/>
                </a:cubicBezTo>
                <a:cubicBezTo>
                  <a:pt x="10534" y="31967"/>
                  <a:pt x="19997" y="34039"/>
                  <a:pt x="31183" y="45233"/>
                </a:cubicBezTo>
                <a:cubicBezTo>
                  <a:pt x="48935" y="62997"/>
                  <a:pt x="46494" y="76832"/>
                  <a:pt x="66366" y="92786"/>
                </a:cubicBezTo>
                <a:cubicBezTo>
                  <a:pt x="76554" y="100971"/>
                  <a:pt x="86244" y="102843"/>
                  <a:pt x="92977" y="102843"/>
                </a:cubicBezTo>
                <a:cubicBezTo>
                  <a:pt x="98653" y="102843"/>
                  <a:pt x="102227" y="101513"/>
                  <a:pt x="102227" y="101513"/>
                </a:cubicBezTo>
                <a:lnTo>
                  <a:pt x="101072" y="1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60" name="Google Shape;1460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4320713" y="-2788550"/>
            <a:ext cx="2781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1" name="Google Shape;1461;p25"/>
          <p:cNvSpPr/>
          <p:nvPr/>
        </p:nvSpPr>
        <p:spPr>
          <a:xfrm flipH="1">
            <a:off x="8567628" y="128349"/>
            <a:ext cx="352274" cy="352274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2" name="Google Shape;1462;p25"/>
          <p:cNvSpPr/>
          <p:nvPr/>
        </p:nvSpPr>
        <p:spPr>
          <a:xfrm flipH="1">
            <a:off x="7751125" y="4424750"/>
            <a:ext cx="610225" cy="610225"/>
          </a:xfrm>
          <a:custGeom>
            <a:avLst/>
            <a:gdLst/>
            <a:ahLst/>
            <a:cxnLst/>
            <a:rect l="l" t="t" r="r" b="b"/>
            <a:pathLst>
              <a:path w="24409" h="24409" extrusionOk="0">
                <a:moveTo>
                  <a:pt x="12205" y="1"/>
                </a:moveTo>
                <a:cubicBezTo>
                  <a:pt x="5454" y="1"/>
                  <a:pt x="1" y="5466"/>
                  <a:pt x="1" y="12205"/>
                </a:cubicBezTo>
                <a:cubicBezTo>
                  <a:pt x="1" y="18944"/>
                  <a:pt x="5454" y="24409"/>
                  <a:pt x="12205" y="24409"/>
                </a:cubicBezTo>
                <a:cubicBezTo>
                  <a:pt x="18944" y="24409"/>
                  <a:pt x="24409" y="18944"/>
                  <a:pt x="24409" y="12205"/>
                </a:cubicBezTo>
                <a:cubicBezTo>
                  <a:pt x="24409" y="5466"/>
                  <a:pt x="18944" y="1"/>
                  <a:pt x="12205" y="1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3" name="Google Shape;1463;p25"/>
          <p:cNvSpPr txBox="1">
            <a:spLocks noGrp="1"/>
          </p:cNvSpPr>
          <p:nvPr>
            <p:ph type="title" idx="15"/>
          </p:nvPr>
        </p:nvSpPr>
        <p:spPr>
          <a:xfrm>
            <a:off x="265050" y="303150"/>
            <a:ext cx="2616900" cy="7872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1475" tIns="91425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26"/>
          <p:cNvSpPr txBox="1">
            <a:spLocks noGrp="1"/>
          </p:cNvSpPr>
          <p:nvPr>
            <p:ph type="title" hasCustomPrompt="1"/>
          </p:nvPr>
        </p:nvSpPr>
        <p:spPr>
          <a:xfrm>
            <a:off x="1704163" y="1452000"/>
            <a:ext cx="27879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66" name="Google Shape;1466;p26"/>
          <p:cNvSpPr txBox="1">
            <a:spLocks noGrp="1"/>
          </p:cNvSpPr>
          <p:nvPr>
            <p:ph type="subTitle" idx="1"/>
          </p:nvPr>
        </p:nvSpPr>
        <p:spPr>
          <a:xfrm>
            <a:off x="1704163" y="2215200"/>
            <a:ext cx="2787900" cy="49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467" name="Google Shape;1467;p26"/>
          <p:cNvSpPr txBox="1">
            <a:spLocks noGrp="1"/>
          </p:cNvSpPr>
          <p:nvPr>
            <p:ph type="title" idx="2" hasCustomPrompt="1"/>
          </p:nvPr>
        </p:nvSpPr>
        <p:spPr>
          <a:xfrm>
            <a:off x="1704163" y="3183903"/>
            <a:ext cx="27879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68" name="Google Shape;1468;p26"/>
          <p:cNvSpPr txBox="1">
            <a:spLocks noGrp="1"/>
          </p:cNvSpPr>
          <p:nvPr>
            <p:ph type="subTitle" idx="3"/>
          </p:nvPr>
        </p:nvSpPr>
        <p:spPr>
          <a:xfrm>
            <a:off x="1704163" y="3943692"/>
            <a:ext cx="2787900" cy="49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469" name="Google Shape;1469;p26"/>
          <p:cNvSpPr txBox="1">
            <a:spLocks noGrp="1"/>
          </p:cNvSpPr>
          <p:nvPr>
            <p:ph type="title" idx="4" hasCustomPrompt="1"/>
          </p:nvPr>
        </p:nvSpPr>
        <p:spPr>
          <a:xfrm>
            <a:off x="4651938" y="2223225"/>
            <a:ext cx="27879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70" name="Google Shape;1470;p26"/>
          <p:cNvSpPr txBox="1">
            <a:spLocks noGrp="1"/>
          </p:cNvSpPr>
          <p:nvPr>
            <p:ph type="subTitle" idx="5"/>
          </p:nvPr>
        </p:nvSpPr>
        <p:spPr>
          <a:xfrm>
            <a:off x="4666925" y="2992900"/>
            <a:ext cx="2787900" cy="49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471" name="Google Shape;1471;p26"/>
          <p:cNvSpPr/>
          <p:nvPr/>
        </p:nvSpPr>
        <p:spPr>
          <a:xfrm rot="-5400000">
            <a:off x="6915526" y="2517433"/>
            <a:ext cx="3335564" cy="3355992"/>
          </a:xfrm>
          <a:custGeom>
            <a:avLst/>
            <a:gdLst/>
            <a:ahLst/>
            <a:cxnLst/>
            <a:rect l="l" t="t" r="r" b="b"/>
            <a:pathLst>
              <a:path w="102216" h="102842" extrusionOk="0">
                <a:moveTo>
                  <a:pt x="9244" y="0"/>
                </a:moveTo>
                <a:cubicBezTo>
                  <a:pt x="3571" y="0"/>
                  <a:pt x="0" y="1329"/>
                  <a:pt x="0" y="1329"/>
                </a:cubicBezTo>
                <a:lnTo>
                  <a:pt x="1143" y="102842"/>
                </a:lnTo>
                <a:lnTo>
                  <a:pt x="102215" y="102842"/>
                </a:lnTo>
                <a:lnTo>
                  <a:pt x="102215" y="70159"/>
                </a:lnTo>
                <a:cubicBezTo>
                  <a:pt x="102215" y="70159"/>
                  <a:pt x="100375" y="70876"/>
                  <a:pt x="97156" y="70876"/>
                </a:cubicBezTo>
                <a:cubicBezTo>
                  <a:pt x="91683" y="70876"/>
                  <a:pt x="82223" y="68803"/>
                  <a:pt x="71045" y="57610"/>
                </a:cubicBezTo>
                <a:cubicBezTo>
                  <a:pt x="53281" y="39846"/>
                  <a:pt x="55721" y="26011"/>
                  <a:pt x="35874" y="10068"/>
                </a:cubicBezTo>
                <a:cubicBezTo>
                  <a:pt x="25675" y="1874"/>
                  <a:pt x="15979" y="0"/>
                  <a:pt x="9244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2" name="Google Shape;1472;p26"/>
          <p:cNvSpPr txBox="1">
            <a:spLocks noGrp="1"/>
          </p:cNvSpPr>
          <p:nvPr>
            <p:ph type="title" idx="6"/>
          </p:nvPr>
        </p:nvSpPr>
        <p:spPr>
          <a:xfrm>
            <a:off x="265050" y="303150"/>
            <a:ext cx="3312600" cy="7872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11475" tIns="91425" rIns="91425" bIns="457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27"/>
          <p:cNvSpPr txBox="1">
            <a:spLocks noGrp="1"/>
          </p:cNvSpPr>
          <p:nvPr>
            <p:ph type="title"/>
          </p:nvPr>
        </p:nvSpPr>
        <p:spPr>
          <a:xfrm>
            <a:off x="258800" y="670550"/>
            <a:ext cx="3663000" cy="873000"/>
          </a:xfrm>
          <a:prstGeom prst="rect">
            <a:avLst/>
          </a:prstGeom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75" name="Google Shape;1475;p27"/>
          <p:cNvSpPr txBox="1">
            <a:spLocks noGrp="1"/>
          </p:cNvSpPr>
          <p:nvPr>
            <p:ph type="subTitle" idx="1"/>
          </p:nvPr>
        </p:nvSpPr>
        <p:spPr>
          <a:xfrm>
            <a:off x="713100" y="1543550"/>
            <a:ext cx="3201900" cy="124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6" name="Google Shape;1476;p27"/>
          <p:cNvSpPr txBox="1"/>
          <p:nvPr/>
        </p:nvSpPr>
        <p:spPr>
          <a:xfrm>
            <a:off x="720000" y="3503725"/>
            <a:ext cx="3656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CREDITS: This presentation template was created by</a:t>
            </a:r>
            <a:r>
              <a:rPr lang="en" sz="1000" b="1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" sz="1000" b="1">
                <a:solidFill>
                  <a:schemeClr val="lt1"/>
                </a:solidFill>
                <a:uFill>
                  <a:noFill/>
                </a:uFill>
                <a:latin typeface="Work Sans"/>
                <a:ea typeface="Work Sans"/>
                <a:cs typeface="Work Sans"/>
                <a:sym typeface="Work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, including icons by </a:t>
            </a:r>
            <a:r>
              <a:rPr lang="en" sz="1000" b="1">
                <a:solidFill>
                  <a:schemeClr val="lt1"/>
                </a:solidFill>
                <a:uFill>
                  <a:noFill/>
                </a:uFill>
                <a:latin typeface="Work Sans"/>
                <a:ea typeface="Work Sans"/>
                <a:cs typeface="Work Sans"/>
                <a:sym typeface="Work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, infographics &amp; images by </a:t>
            </a:r>
            <a:r>
              <a:rPr lang="en" sz="1000" b="1">
                <a:solidFill>
                  <a:schemeClr val="lt1"/>
                </a:solidFill>
                <a:uFill>
                  <a:noFill/>
                </a:uFill>
                <a:latin typeface="Work Sans"/>
                <a:ea typeface="Work Sans"/>
                <a:cs typeface="Work Sans"/>
                <a:sym typeface="Work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and illustrations by </a:t>
            </a:r>
            <a:r>
              <a:rPr lang="en" sz="1000" b="1">
                <a:solidFill>
                  <a:schemeClr val="lt1"/>
                </a:solidFill>
                <a:uFill>
                  <a:noFill/>
                </a:uFill>
                <a:latin typeface="Work Sans"/>
                <a:ea typeface="Work Sans"/>
                <a:cs typeface="Work Sans"/>
                <a:sym typeface="Work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Storyset</a:t>
            </a:r>
            <a:endParaRPr sz="1000" b="1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477" name="Google Shape;1477;p27"/>
          <p:cNvSpPr/>
          <p:nvPr/>
        </p:nvSpPr>
        <p:spPr>
          <a:xfrm>
            <a:off x="113973" y="128349"/>
            <a:ext cx="352274" cy="352274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78" name="Google Shape;1478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 flipH="1">
            <a:off x="7104525" y="-3020025"/>
            <a:ext cx="2781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9" name="Google Shape;1479;p27"/>
          <p:cNvSpPr/>
          <p:nvPr/>
        </p:nvSpPr>
        <p:spPr>
          <a:xfrm rot="9830406">
            <a:off x="-606883" y="3614528"/>
            <a:ext cx="3450834" cy="3471628"/>
          </a:xfrm>
          <a:custGeom>
            <a:avLst/>
            <a:gdLst/>
            <a:ahLst/>
            <a:cxnLst/>
            <a:rect l="l" t="t" r="r" b="b"/>
            <a:pathLst>
              <a:path w="102228" h="102844" extrusionOk="0">
                <a:moveTo>
                  <a:pt x="0" y="1"/>
                </a:moveTo>
                <a:lnTo>
                  <a:pt x="0" y="32683"/>
                </a:lnTo>
                <a:cubicBezTo>
                  <a:pt x="0" y="32683"/>
                  <a:pt x="1840" y="31967"/>
                  <a:pt x="5060" y="31967"/>
                </a:cubicBezTo>
                <a:cubicBezTo>
                  <a:pt x="10534" y="31967"/>
                  <a:pt x="19997" y="34039"/>
                  <a:pt x="31183" y="45233"/>
                </a:cubicBezTo>
                <a:cubicBezTo>
                  <a:pt x="48935" y="62997"/>
                  <a:pt x="46494" y="76832"/>
                  <a:pt x="66366" y="92786"/>
                </a:cubicBezTo>
                <a:cubicBezTo>
                  <a:pt x="76554" y="100971"/>
                  <a:pt x="86244" y="102843"/>
                  <a:pt x="92977" y="102843"/>
                </a:cubicBezTo>
                <a:cubicBezTo>
                  <a:pt x="98653" y="102843"/>
                  <a:pt x="102227" y="101513"/>
                  <a:pt x="102227" y="101513"/>
                </a:cubicBezTo>
                <a:lnTo>
                  <a:pt x="101072" y="1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0" name="Google Shape;1480;p27"/>
          <p:cNvSpPr/>
          <p:nvPr/>
        </p:nvSpPr>
        <p:spPr>
          <a:xfrm rot="9830406">
            <a:off x="-506419" y="4185647"/>
            <a:ext cx="4015914" cy="3484118"/>
          </a:xfrm>
          <a:custGeom>
            <a:avLst/>
            <a:gdLst/>
            <a:ahLst/>
            <a:cxnLst/>
            <a:rect l="l" t="t" r="r" b="b"/>
            <a:pathLst>
              <a:path w="118968" h="103214" extrusionOk="0">
                <a:moveTo>
                  <a:pt x="99358" y="1"/>
                </a:moveTo>
                <a:lnTo>
                  <a:pt x="0" y="18360"/>
                </a:lnTo>
                <a:lnTo>
                  <a:pt x="5942" y="50519"/>
                </a:lnTo>
                <a:cubicBezTo>
                  <a:pt x="5942" y="50519"/>
                  <a:pt x="9198" y="48503"/>
                  <a:pt x="15190" y="48503"/>
                </a:cubicBezTo>
                <a:cubicBezTo>
                  <a:pt x="20819" y="48503"/>
                  <a:pt x="28862" y="50283"/>
                  <a:pt x="38886" y="57187"/>
                </a:cubicBezTo>
                <a:cubicBezTo>
                  <a:pt x="59567" y="71426"/>
                  <a:pt x="59686" y="85476"/>
                  <a:pt x="82118" y="97549"/>
                </a:cubicBezTo>
                <a:cubicBezTo>
                  <a:pt x="90158" y="101871"/>
                  <a:pt x="97396" y="103213"/>
                  <a:pt x="103286" y="103213"/>
                </a:cubicBezTo>
                <a:cubicBezTo>
                  <a:pt x="112938" y="103213"/>
                  <a:pt x="118968" y="99608"/>
                  <a:pt x="118968" y="99608"/>
                </a:cubicBezTo>
                <a:lnTo>
                  <a:pt x="99358" y="1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1" name="Google Shape;1481;p27"/>
          <p:cNvSpPr/>
          <p:nvPr/>
        </p:nvSpPr>
        <p:spPr>
          <a:xfrm>
            <a:off x="7865854" y="-624"/>
            <a:ext cx="610233" cy="610233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28"/>
          <p:cNvSpPr/>
          <p:nvPr/>
        </p:nvSpPr>
        <p:spPr>
          <a:xfrm rot="9945166">
            <a:off x="-576312" y="3860820"/>
            <a:ext cx="3450781" cy="3471574"/>
          </a:xfrm>
          <a:custGeom>
            <a:avLst/>
            <a:gdLst/>
            <a:ahLst/>
            <a:cxnLst/>
            <a:rect l="l" t="t" r="r" b="b"/>
            <a:pathLst>
              <a:path w="102228" h="102844" extrusionOk="0">
                <a:moveTo>
                  <a:pt x="0" y="1"/>
                </a:moveTo>
                <a:lnTo>
                  <a:pt x="0" y="32683"/>
                </a:lnTo>
                <a:cubicBezTo>
                  <a:pt x="0" y="32683"/>
                  <a:pt x="1840" y="31967"/>
                  <a:pt x="5060" y="31967"/>
                </a:cubicBezTo>
                <a:cubicBezTo>
                  <a:pt x="10534" y="31967"/>
                  <a:pt x="19997" y="34039"/>
                  <a:pt x="31183" y="45233"/>
                </a:cubicBezTo>
                <a:cubicBezTo>
                  <a:pt x="48935" y="62997"/>
                  <a:pt x="46494" y="76832"/>
                  <a:pt x="66366" y="92786"/>
                </a:cubicBezTo>
                <a:cubicBezTo>
                  <a:pt x="76554" y="100971"/>
                  <a:pt x="86244" y="102843"/>
                  <a:pt x="92977" y="102843"/>
                </a:cubicBezTo>
                <a:cubicBezTo>
                  <a:pt x="98653" y="102843"/>
                  <a:pt x="102227" y="101513"/>
                  <a:pt x="102227" y="101513"/>
                </a:cubicBezTo>
                <a:lnTo>
                  <a:pt x="101072" y="1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4" name="Google Shape;1484;p28"/>
          <p:cNvSpPr/>
          <p:nvPr/>
        </p:nvSpPr>
        <p:spPr>
          <a:xfrm>
            <a:off x="8239676" y="-180824"/>
            <a:ext cx="1219731" cy="1219731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85" name="Google Shape;14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 flipH="1">
            <a:off x="7104525" y="-3020025"/>
            <a:ext cx="2781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6" name="Google Shape;1486;p28"/>
          <p:cNvSpPr/>
          <p:nvPr/>
        </p:nvSpPr>
        <p:spPr>
          <a:xfrm>
            <a:off x="7865854" y="-624"/>
            <a:ext cx="610233" cy="610233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5">
    <p:spTree>
      <p:nvGrpSpPr>
        <p:cNvPr id="1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29"/>
          <p:cNvSpPr/>
          <p:nvPr/>
        </p:nvSpPr>
        <p:spPr>
          <a:xfrm flipH="1">
            <a:off x="-499732" y="1354726"/>
            <a:ext cx="1219731" cy="1219731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9" name="Google Shape;1489;p29"/>
          <p:cNvSpPr/>
          <p:nvPr/>
        </p:nvSpPr>
        <p:spPr>
          <a:xfrm rot="-9945166" flipH="1">
            <a:off x="6552520" y="3301595"/>
            <a:ext cx="3450781" cy="3471574"/>
          </a:xfrm>
          <a:custGeom>
            <a:avLst/>
            <a:gdLst/>
            <a:ahLst/>
            <a:cxnLst/>
            <a:rect l="l" t="t" r="r" b="b"/>
            <a:pathLst>
              <a:path w="102228" h="102844" extrusionOk="0">
                <a:moveTo>
                  <a:pt x="0" y="1"/>
                </a:moveTo>
                <a:lnTo>
                  <a:pt x="0" y="32683"/>
                </a:lnTo>
                <a:cubicBezTo>
                  <a:pt x="0" y="32683"/>
                  <a:pt x="1840" y="31967"/>
                  <a:pt x="5060" y="31967"/>
                </a:cubicBezTo>
                <a:cubicBezTo>
                  <a:pt x="10534" y="31967"/>
                  <a:pt x="19997" y="34039"/>
                  <a:pt x="31183" y="45233"/>
                </a:cubicBezTo>
                <a:cubicBezTo>
                  <a:pt x="48935" y="62997"/>
                  <a:pt x="46494" y="76832"/>
                  <a:pt x="66366" y="92786"/>
                </a:cubicBezTo>
                <a:cubicBezTo>
                  <a:pt x="76554" y="100971"/>
                  <a:pt x="86244" y="102843"/>
                  <a:pt x="92977" y="102843"/>
                </a:cubicBezTo>
                <a:cubicBezTo>
                  <a:pt x="98653" y="102843"/>
                  <a:pt x="102227" y="101513"/>
                  <a:pt x="102227" y="101513"/>
                </a:cubicBezTo>
                <a:lnTo>
                  <a:pt x="101072" y="1"/>
                </a:ln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90" name="Google Shape;1490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4320713" y="-2788550"/>
            <a:ext cx="2781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29"/>
          <p:cNvSpPr/>
          <p:nvPr/>
        </p:nvSpPr>
        <p:spPr>
          <a:xfrm flipH="1">
            <a:off x="8567628" y="128349"/>
            <a:ext cx="352274" cy="352274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2" name="Google Shape;1492;p29"/>
          <p:cNvSpPr/>
          <p:nvPr/>
        </p:nvSpPr>
        <p:spPr>
          <a:xfrm flipH="1">
            <a:off x="7751125" y="4424750"/>
            <a:ext cx="610225" cy="610225"/>
          </a:xfrm>
          <a:custGeom>
            <a:avLst/>
            <a:gdLst/>
            <a:ahLst/>
            <a:cxnLst/>
            <a:rect l="l" t="t" r="r" b="b"/>
            <a:pathLst>
              <a:path w="24409" h="24409" extrusionOk="0">
                <a:moveTo>
                  <a:pt x="12205" y="1"/>
                </a:moveTo>
                <a:cubicBezTo>
                  <a:pt x="5454" y="1"/>
                  <a:pt x="1" y="5466"/>
                  <a:pt x="1" y="12205"/>
                </a:cubicBezTo>
                <a:cubicBezTo>
                  <a:pt x="1" y="18944"/>
                  <a:pt x="5454" y="24409"/>
                  <a:pt x="12205" y="24409"/>
                </a:cubicBezTo>
                <a:cubicBezTo>
                  <a:pt x="18944" y="24409"/>
                  <a:pt x="24409" y="18944"/>
                  <a:pt x="24409" y="12205"/>
                </a:cubicBezTo>
                <a:cubicBezTo>
                  <a:pt x="24409" y="5466"/>
                  <a:pt x="18944" y="1"/>
                  <a:pt x="12205" y="1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Work Sans"/>
              <a:buChar char="■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/>
          <p:nvPr/>
        </p:nvSpPr>
        <p:spPr>
          <a:xfrm>
            <a:off x="265050" y="303150"/>
            <a:ext cx="8613900" cy="45372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6" r:id="rId16"/>
    <p:sldLayoutId id="2147483667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conomipedia.com/definiciones/variable-aleatoria.html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economipedia.com/definiciones/funcion-matematica.html" TargetMode="External"/><Relationship Id="rId5" Type="http://schemas.openxmlformats.org/officeDocument/2006/relationships/hyperlink" Target="https://economipedia.com/definiciones/desviacion-tipica.html" TargetMode="External"/><Relationship Id="rId4" Type="http://schemas.openxmlformats.org/officeDocument/2006/relationships/hyperlink" Target="https://economipedia.com/definiciones/media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4225846-9EC0-4B2F-83AE-BDF1E8F3F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1648275"/>
            <a:ext cx="6731000" cy="1890300"/>
          </a:xfrm>
        </p:spPr>
        <p:txBody>
          <a:bodyPr/>
          <a:lstStyle/>
          <a:p>
            <a:r>
              <a:rPr lang="es-PE" dirty="0"/>
              <a:t>Distribución normal </a:t>
            </a:r>
          </a:p>
        </p:txBody>
      </p:sp>
    </p:spTree>
    <p:extLst>
      <p:ext uri="{BB962C8B-B14F-4D97-AF65-F5344CB8AC3E}">
        <p14:creationId xmlns:p14="http://schemas.microsoft.com/office/powerpoint/2010/main" val="1458285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69D2DB-F0AF-4F6B-8105-FF974F2F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Propósito: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D75DE5-27C8-4427-8EDC-71EBFD8D8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400" indent="0">
              <a:buNone/>
            </a:pPr>
            <a:r>
              <a:rPr lang="es-ES" b="1" dirty="0">
                <a:latin typeface="+mn-lt"/>
              </a:rPr>
              <a:t>General: </a:t>
            </a:r>
            <a:r>
              <a:rPr lang="es-ES" dirty="0">
                <a:latin typeface="+mn-lt"/>
              </a:rPr>
              <a:t>Interpretar los indicadores de comportamiento de una distribución normal en la resolución de problemas del ámbito educativo.</a:t>
            </a:r>
          </a:p>
          <a:p>
            <a:pPr marL="152400" indent="0">
              <a:buNone/>
            </a:pPr>
            <a:endParaRPr lang="es-ES" dirty="0">
              <a:latin typeface="+mn-lt"/>
            </a:endParaRPr>
          </a:p>
          <a:p>
            <a:pPr marL="152400" indent="0">
              <a:buNone/>
            </a:pPr>
            <a:r>
              <a:rPr lang="es-ES" dirty="0">
                <a:latin typeface="+mn-lt"/>
              </a:rPr>
              <a:t> Identificar las características de la distribución normal. </a:t>
            </a:r>
          </a:p>
          <a:p>
            <a:pPr marL="152400" indent="0">
              <a:buNone/>
            </a:pPr>
            <a:endParaRPr lang="es-ES" dirty="0">
              <a:latin typeface="+mn-lt"/>
            </a:endParaRPr>
          </a:p>
          <a:p>
            <a:pPr marL="152400" indent="0">
              <a:buNone/>
            </a:pPr>
            <a:r>
              <a:rPr lang="es-ES" dirty="0">
                <a:latin typeface="+mn-lt"/>
              </a:rPr>
              <a:t>Comprender el proceso de estandarización de una distribución normal.</a:t>
            </a:r>
          </a:p>
          <a:p>
            <a:pPr marL="152400" indent="0">
              <a:buNone/>
            </a:pPr>
            <a:endParaRPr lang="es-ES" dirty="0">
              <a:latin typeface="+mn-lt"/>
            </a:endParaRPr>
          </a:p>
          <a:p>
            <a:pPr marL="152400" indent="0">
              <a:buNone/>
            </a:pPr>
            <a:r>
              <a:rPr lang="es-ES" dirty="0">
                <a:latin typeface="+mn-lt"/>
              </a:rPr>
              <a:t> Reconocer las aplicaciones de la curva normal z en la medición de fenómenos educativos.</a:t>
            </a:r>
          </a:p>
          <a:p>
            <a:pPr marL="152400" indent="0">
              <a:buNone/>
            </a:pPr>
            <a:endParaRPr lang="es-ES" dirty="0">
              <a:latin typeface="+mn-lt"/>
            </a:endParaRPr>
          </a:p>
          <a:p>
            <a:pPr marL="152400" indent="0">
              <a:buNone/>
            </a:pPr>
            <a:r>
              <a:rPr lang="es-ES" dirty="0">
                <a:latin typeface="+mn-lt"/>
              </a:rPr>
              <a:t> Aplicar el proceso de estandarización de una distribución normal para resolver problemas del ámbito educativo. </a:t>
            </a:r>
            <a:endParaRPr lang="es-PE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73972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36"/>
          <p:cNvSpPr txBox="1">
            <a:spLocks noGrp="1"/>
          </p:cNvSpPr>
          <p:nvPr>
            <p:ph type="title"/>
          </p:nvPr>
        </p:nvSpPr>
        <p:spPr>
          <a:xfrm>
            <a:off x="276050" y="877824"/>
            <a:ext cx="6285008" cy="113357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Distribución Normal</a:t>
            </a:r>
            <a:endParaRPr dirty="0"/>
          </a:p>
        </p:txBody>
      </p:sp>
      <p:sp>
        <p:nvSpPr>
          <p:cNvPr id="1539" name="Google Shape;1539;p36"/>
          <p:cNvSpPr txBox="1">
            <a:spLocks noGrp="1"/>
          </p:cNvSpPr>
          <p:nvPr>
            <p:ph type="subTitle" idx="1"/>
          </p:nvPr>
        </p:nvSpPr>
        <p:spPr>
          <a:xfrm>
            <a:off x="463296" y="2145792"/>
            <a:ext cx="5364480" cy="240182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200" b="0" dirty="0">
                <a:solidFill>
                  <a:srgbClr val="333333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definición</a:t>
            </a:r>
            <a:r>
              <a:rPr lang="es-PE" sz="1200" dirty="0">
                <a:solidFill>
                  <a:srgbClr val="333333"/>
                </a:solidFill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s-PE" sz="1200" b="0" dirty="0">
              <a:solidFill>
                <a:srgbClr val="333333"/>
              </a:solidFill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200" b="0" dirty="0">
                <a:solidFill>
                  <a:srgbClr val="333333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La distribución normal es un modelo teórico capaz de aproximar satisfactoriamente el valor de una </a:t>
            </a:r>
            <a:r>
              <a:rPr lang="es-PE" sz="1200" b="1" u="none" strike="noStrike" dirty="0">
                <a:solidFill>
                  <a:srgbClr val="333333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variable aleatoria</a:t>
            </a:r>
            <a:r>
              <a:rPr lang="es-PE" sz="1200" b="0" dirty="0">
                <a:solidFill>
                  <a:srgbClr val="333333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a una situación ideal.</a:t>
            </a:r>
            <a:endParaRPr lang="es-PE" sz="12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200" dirty="0">
                <a:solidFill>
                  <a:srgbClr val="333333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En otras palabras, la distribución normal adapta una variable aleatoria a una función que depende de la </a:t>
            </a:r>
            <a:r>
              <a:rPr lang="es-PE" sz="1200" b="1" u="sng" dirty="0">
                <a:solidFill>
                  <a:srgbClr val="0000FF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media</a:t>
            </a:r>
            <a:r>
              <a:rPr lang="es-PE" sz="1200" dirty="0">
                <a:solidFill>
                  <a:srgbClr val="333333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y la </a:t>
            </a:r>
            <a:r>
              <a:rPr lang="es-PE" sz="1200" b="1" u="sng" dirty="0">
                <a:solidFill>
                  <a:srgbClr val="0000FF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desviación típica.</a:t>
            </a:r>
            <a:r>
              <a:rPr lang="es-PE" sz="1200" dirty="0">
                <a:solidFill>
                  <a:srgbClr val="333333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Es decir, la </a:t>
            </a:r>
            <a:r>
              <a:rPr lang="es-PE" sz="1200" b="1" u="sng" dirty="0">
                <a:solidFill>
                  <a:srgbClr val="0000FF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función</a:t>
            </a:r>
            <a:r>
              <a:rPr lang="es-PE" sz="1200" dirty="0">
                <a:solidFill>
                  <a:srgbClr val="333333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 y la variable aleatoria tendrán la misma representación pero con ligeras diferencias. </a:t>
            </a:r>
            <a:endParaRPr sz="1200" dirty="0">
              <a:latin typeface="+mj-lt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2B2D398-0149-4A20-9AF9-6311356A2A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3214" y="2145792"/>
            <a:ext cx="3143794" cy="22570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37"/>
          <p:cNvSpPr txBox="1">
            <a:spLocks noGrp="1"/>
          </p:cNvSpPr>
          <p:nvPr>
            <p:ph type="title"/>
          </p:nvPr>
        </p:nvSpPr>
        <p:spPr>
          <a:xfrm>
            <a:off x="265050" y="303150"/>
            <a:ext cx="7513446" cy="787200"/>
          </a:xfrm>
          <a:prstGeom prst="rect">
            <a:avLst/>
          </a:prstGeom>
        </p:spPr>
        <p:txBody>
          <a:bodyPr spcFirstLastPara="1" wrap="square" lIns="411475" tIns="91425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dirty="0"/>
              <a:t>Características de la distribución  normal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45" name="Google Shape;1545;p37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20000" y="1215752"/>
                <a:ext cx="7704000" cy="34164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71450" lvl="0" indent="-171450" algn="l" rtl="0">
                  <a:spcBef>
                    <a:spcPts val="0"/>
                  </a:spcBef>
                  <a:spcAft>
                    <a:spcPts val="1600"/>
                  </a:spcAft>
                  <a:buFont typeface="Arial" panose="020B0604020202020204" pitchFamily="34" charset="0"/>
                  <a:buChar char="•"/>
                </a:pPr>
                <a:r>
                  <a:rPr lang="es-ES" dirty="0">
                    <a:latin typeface="+mj-lt"/>
                  </a:rPr>
                  <a:t>Esta caracterizada por dos parámetros de media ( </a:t>
                </a:r>
                <a:r>
                  <a:rPr lang="es-ES" dirty="0">
                    <a:solidFill>
                      <a:srgbClr val="0070C0"/>
                    </a:solidFill>
                    <a:latin typeface="+mn-lt"/>
                  </a:rPr>
                  <a:t>μ) </a:t>
                </a:r>
                <a:r>
                  <a:rPr lang="es-ES" dirty="0">
                    <a:solidFill>
                      <a:srgbClr val="0070C0"/>
                    </a:solidFill>
                    <a:latin typeface="+mj-lt"/>
                  </a:rPr>
                  <a:t>, y la desviación típica( </a:t>
                </a:r>
                <a14:m>
                  <m:oMath xmlns:m="http://schemas.openxmlformats.org/officeDocument/2006/math">
                    <m:r>
                      <a:rPr lang="es-E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s-PE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PE" dirty="0">
                  <a:latin typeface="+mj-lt"/>
                </a:endParaRPr>
              </a:p>
              <a:p>
                <a:pPr marL="171450" lvl="0" indent="-171450" algn="l" rtl="0">
                  <a:spcBef>
                    <a:spcPts val="0"/>
                  </a:spcBef>
                  <a:spcAft>
                    <a:spcPts val="1600"/>
                  </a:spcAft>
                  <a:buFont typeface="Arial" panose="020B0604020202020204" pitchFamily="34" charset="0"/>
                  <a:buChar char="•"/>
                </a:pPr>
                <a:r>
                  <a:rPr lang="es-PE" dirty="0">
                    <a:latin typeface="+mj-lt"/>
                  </a:rPr>
                  <a:t>Su función de densidad es: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1600"/>
                  </a:spcAft>
                  <a:buNone/>
                </a:pPr>
                <a:endParaRPr lang="es-PE" dirty="0">
                  <a:latin typeface="+mj-lt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1600"/>
                  </a:spcAft>
                  <a:buNone/>
                </a:pPr>
                <a:endParaRPr lang="es-PE" dirty="0">
                  <a:latin typeface="+mj-lt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1600"/>
                  </a:spcAft>
                  <a:buNone/>
                </a:pPr>
                <a:endParaRPr lang="es-PE" dirty="0">
                  <a:latin typeface="+mj-lt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1600"/>
                  </a:spcAft>
                  <a:buNone/>
                </a:pPr>
                <a:endParaRPr lang="es-PE" dirty="0">
                  <a:latin typeface="+mj-lt"/>
                </a:endParaRPr>
              </a:p>
              <a:p>
                <a:pPr marL="171450" lvl="0" indent="-171450" algn="l" rtl="0">
                  <a:spcBef>
                    <a:spcPts val="0"/>
                  </a:spcBef>
                  <a:spcAft>
                    <a:spcPts val="1600"/>
                  </a:spcAft>
                  <a:buFont typeface="Arial" panose="020B0604020202020204" pitchFamily="34" charset="0"/>
                  <a:buChar char="•"/>
                </a:pPr>
                <a:r>
                  <a:rPr lang="es-PE" dirty="0">
                    <a:latin typeface="+mj-lt"/>
                  </a:rPr>
                  <a:t>La curva normal adopta un numero infinito de formas determinadas por sus parámetros 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s-ES" dirty="0">
                    <a:solidFill>
                      <a:srgbClr val="0070C0"/>
                    </a:solidFill>
                    <a:latin typeface="+mn-lt"/>
                  </a:rPr>
                  <a:t>(μ</a:t>
                </a:r>
                <a:r>
                  <a:rPr lang="es-PE" dirty="0">
                    <a:solidFill>
                      <a:srgbClr val="0070C0"/>
                    </a:solidFill>
                    <a:latin typeface="+mn-lt"/>
                  </a:rPr>
                  <a:t> ) y </a:t>
                </a:r>
                <a14:m>
                  <m:oMath xmlns:m="http://schemas.openxmlformats.org/officeDocument/2006/math">
                    <m:r>
                      <a:rPr lang="es-PE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s-PE" dirty="0">
                    <a:latin typeface="+mj-lt"/>
                  </a:rPr>
                  <a:t>) </a:t>
                </a:r>
              </a:p>
            </p:txBody>
          </p:sp>
        </mc:Choice>
        <mc:Fallback>
          <p:sp>
            <p:nvSpPr>
              <p:cNvPr id="1545" name="Google Shape;1545;p3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0000" y="1215752"/>
                <a:ext cx="7704000" cy="3416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Imagen 1">
            <a:extLst>
              <a:ext uri="{FF2B5EF4-FFF2-40B4-BE49-F238E27FC236}">
                <a16:creationId xmlns:a16="http://schemas.microsoft.com/office/drawing/2014/main" id="{5E1D7EDF-B850-461C-AC11-00B560DFCC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0865" y="2132911"/>
            <a:ext cx="3304031" cy="11151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texto 2">
                <a:extLst>
                  <a:ext uri="{FF2B5EF4-FFF2-40B4-BE49-F238E27FC236}">
                    <a16:creationId xmlns:a16="http://schemas.microsoft.com/office/drawing/2014/main" id="{05A6A596-5BDE-4519-801F-A0B0098FF71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20000" y="768096"/>
                <a:ext cx="7704000" cy="3864056"/>
              </a:xfrm>
            </p:spPr>
            <p:txBody>
              <a:bodyPr/>
              <a:lstStyle/>
              <a:p>
                <a:pPr marL="323850" indent="-171450">
                  <a:buFont typeface="Arial" panose="020B0604020202020204" pitchFamily="34" charset="0"/>
                  <a:buChar char="•"/>
                </a:pPr>
                <a:r>
                  <a:rPr lang="es-PE" dirty="0"/>
                  <a:t>tiene formas de campana ,es asintótica al eje de las abscisas (para </a:t>
                </a:r>
                <a14:m>
                  <m:oMath xmlns:m="http://schemas.openxmlformats.org/officeDocument/2006/math">
                    <m:r>
                      <a:rPr lang="es-PE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PE" i="0" dirty="0">
                        <a:latin typeface="Cambria Math" panose="02040503050406030204" pitchFamily="18" charset="0"/>
                      </a:rPr>
                      <m:t>±∞</m:t>
                    </m:r>
                    <m:r>
                      <a:rPr lang="es-PE" b="0" i="0" dirty="0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s-PE" dirty="0"/>
              </a:p>
              <a:p>
                <a:pPr marL="323850" indent="-171450">
                  <a:buFont typeface="Arial" panose="020B0604020202020204" pitchFamily="34" charset="0"/>
                  <a:buChar char="•"/>
                </a:pPr>
                <a:endParaRPr lang="es-PE" dirty="0"/>
              </a:p>
              <a:p>
                <a:pPr marL="323850" indent="-171450">
                  <a:buFont typeface="Arial" panose="020B0604020202020204" pitchFamily="34" charset="0"/>
                  <a:buChar char="•"/>
                </a:pPr>
                <a:endParaRPr lang="es-PE" dirty="0"/>
              </a:p>
              <a:p>
                <a:pPr marL="323850" indent="-171450">
                  <a:buFont typeface="Arial" panose="020B0604020202020204" pitchFamily="34" charset="0"/>
                  <a:buChar char="•"/>
                </a:pPr>
                <a:r>
                  <a:rPr lang="es-ES" dirty="0"/>
                  <a:t>Simétrica con respecto a la media () donde coinciden la mediana (Ma) y la moda (Mo)</a:t>
                </a:r>
              </a:p>
              <a:p>
                <a:pPr marL="323850" indent="-171450">
                  <a:buFont typeface="Arial" panose="020B0604020202020204" pitchFamily="34" charset="0"/>
                  <a:buChar char="•"/>
                </a:pPr>
                <a:endParaRPr lang="es-ES" dirty="0"/>
              </a:p>
              <a:p>
                <a:pPr marL="323850" indent="-171450">
                  <a:buFont typeface="Arial" panose="020B0604020202020204" pitchFamily="34" charset="0"/>
                  <a:buChar char="•"/>
                </a:pPr>
                <a:endParaRPr lang="es-ES" dirty="0"/>
              </a:p>
              <a:p>
                <a:pPr marL="323850" indent="-171450">
                  <a:buFont typeface="Arial" panose="020B0604020202020204" pitchFamily="34" charset="0"/>
                  <a:buChar char="•"/>
                </a:pPr>
                <a:r>
                  <a:rPr lang="es-ES" dirty="0"/>
                  <a:t>Los puntos de inflexión tienen come abscisas los valores  </a:t>
                </a:r>
                <a14:m>
                  <m:oMath xmlns:m="http://schemas.openxmlformats.org/officeDocument/2006/math">
                    <m:r>
                      <a:rPr lang="es-PE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s-PE" i="0" dirty="0">
                        <a:latin typeface="Cambria Math" panose="02040503050406030204" pitchFamily="18" charset="0"/>
                      </a:rPr>
                      <m:t>±</m:t>
                    </m:r>
                    <m:r>
                      <a:rPr lang="es-PE" i="1" dirty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s-PE" dirty="0"/>
              </a:p>
            </p:txBody>
          </p:sp>
        </mc:Choice>
        <mc:Fallback>
          <p:sp>
            <p:nvSpPr>
              <p:cNvPr id="3" name="Marcador de texto 2">
                <a:extLst>
                  <a:ext uri="{FF2B5EF4-FFF2-40B4-BE49-F238E27FC236}">
                    <a16:creationId xmlns:a16="http://schemas.microsoft.com/office/drawing/2014/main" id="{05A6A596-5BDE-4519-801F-A0B0098FF7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20000" y="768096"/>
                <a:ext cx="7704000" cy="386405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>
            <a:extLst>
              <a:ext uri="{FF2B5EF4-FFF2-40B4-BE49-F238E27FC236}">
                <a16:creationId xmlns:a16="http://schemas.microsoft.com/office/drawing/2014/main" id="{7573E20C-6C51-4A52-9EB0-808D720F0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216" y="2670048"/>
            <a:ext cx="3925824" cy="170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911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43E543D-4ED4-4267-A466-20432EE69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32" y="914400"/>
            <a:ext cx="6452616" cy="354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42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ítulo 3">
                <a:extLst>
                  <a:ext uri="{FF2B5EF4-FFF2-40B4-BE49-F238E27FC236}">
                    <a16:creationId xmlns:a16="http://schemas.microsoft.com/office/drawing/2014/main" id="{898BA8C8-318B-4ACF-9259-A19E1404AFC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58800" y="816864"/>
                <a:ext cx="3244500" cy="1024128"/>
              </a:xfrm>
            </p:spPr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sz="120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s-PE" sz="1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sz="120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s-PE" sz="12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sz="12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s-PE" sz="1200" b="1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PE" sz="1200" b="1" i="1" smtClean="0">
                          <a:latin typeface="Cambria Math" panose="02040503050406030204" pitchFamily="18" charset="0"/>
                        </a:rPr>
                        <m:t>𝒊𝒏𝒕𝒆𝒓𝒑𝒓𝒆𝒕𝒂𝒄𝒊𝒐𝒏</m:t>
                      </m:r>
                      <m:r>
                        <a:rPr lang="es-PE" sz="12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1200" b="1" i="1" smtClean="0">
                          <a:latin typeface="Cambria Math" panose="02040503050406030204" pitchFamily="18" charset="0"/>
                        </a:rPr>
                        <m:t>𝒑𝒓𝒐𝒃𝒂𝒃𝒊𝒍𝒊𝒔𝒕𝒂𝒆</m:t>
                      </m:r>
                    </m:oMath>
                  </m:oMathPara>
                </a14:m>
                <a:br>
                  <a:rPr lang="es-PE" sz="1200" b="1" dirty="0">
                    <a:latin typeface="+mj-lt"/>
                  </a:rPr>
                </a:br>
                <a:r>
                  <a:rPr lang="es-PE" sz="1200" b="1" dirty="0">
                    <a:latin typeface="+mj-lt"/>
                  </a:rPr>
                  <a:t>entre la media y una desviación típica tenemos siempre la misma probabilidad :</a:t>
                </a:r>
                <a:br>
                  <a:rPr lang="es-PE" sz="1200" b="1" dirty="0">
                    <a:latin typeface="+mj-lt"/>
                  </a:rPr>
                </a:br>
                <a:r>
                  <a:rPr lang="es-PE" sz="1200" dirty="0">
                    <a:latin typeface="+mj-lt"/>
                  </a:rPr>
                  <a:t>aproximadamente un 68%</a:t>
                </a:r>
                <a:br>
                  <a:rPr lang="es-PE" sz="1200" b="1" dirty="0">
                    <a:latin typeface="+mj-lt"/>
                  </a:rPr>
                </a:br>
                <a:endParaRPr lang="es-PE" sz="1200" dirty="0">
                  <a:latin typeface="+mj-lt"/>
                </a:endParaRPr>
              </a:p>
            </p:txBody>
          </p:sp>
        </mc:Choice>
        <mc:Fallback>
          <p:sp>
            <p:nvSpPr>
              <p:cNvPr id="4" name="Título 3">
                <a:extLst>
                  <a:ext uri="{FF2B5EF4-FFF2-40B4-BE49-F238E27FC236}">
                    <a16:creationId xmlns:a16="http://schemas.microsoft.com/office/drawing/2014/main" id="{898BA8C8-318B-4ACF-9259-A19E1404AF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58800" y="816864"/>
                <a:ext cx="3244500" cy="102412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60C2192A-3F72-4BC7-9F78-65B1617A1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800" y="382680"/>
            <a:ext cx="3562200" cy="218907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9E85C2C-A90B-4E57-8C13-0EBCBF18E3C0}"/>
              </a:ext>
            </a:extLst>
          </p:cNvPr>
          <p:cNvSpPr txBox="1"/>
          <p:nvPr/>
        </p:nvSpPr>
        <p:spPr>
          <a:xfrm>
            <a:off x="463296" y="2699040"/>
            <a:ext cx="38282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/>
              <a:t>Entre la media y dos desviaciones típicas </a:t>
            </a:r>
          </a:p>
          <a:p>
            <a:r>
              <a:rPr lang="es-PE" dirty="0"/>
              <a:t>Tenemos un 95%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D0E6F8B-AF8C-4285-993A-E67BE98A9B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699" y="3373670"/>
            <a:ext cx="2932101" cy="138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99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6AC863-D6FC-4EF7-843D-9BADF46F7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Podemos obtener la función de distribución F(x) integrando la función de densidad de probabilidad: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De modo que la probabilidad de una variable aleatoria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 normal X en un intervalo  a&lt; x &lt;= b es:</a:t>
            </a:r>
          </a:p>
          <a:p>
            <a:pPr>
              <a:buFont typeface="Arial" panose="020B0604020202020204" pitchFamily="34" charset="0"/>
              <a:buChar char="•"/>
            </a:pPr>
            <a:endParaRPr lang="es-PE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3AD4CF3-C1A0-451D-AA45-69A0F85DC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224" y="3275907"/>
            <a:ext cx="3896269" cy="65731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ECD9129-DDEC-4485-990E-315B5983C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439" y="1679314"/>
            <a:ext cx="2000529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864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D6B57-A73B-40E3-AC4D-1E4AA4960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sz="1400" dirty="0"/>
              <a:t>¿Como calcular probabilidades asociadas a una curva normal especifica?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texto 2">
                <a:extLst>
                  <a:ext uri="{FF2B5EF4-FFF2-40B4-BE49-F238E27FC236}">
                    <a16:creationId xmlns:a16="http://schemas.microsoft.com/office/drawing/2014/main" id="{5E1C0BDB-655E-4F4B-8147-FB6A71081E0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s-ES" dirty="0">
                    <a:latin typeface="+mn-lt"/>
                  </a:rPr>
                  <a:t>Dado que tanto m como pueden asumir infinitos valores lo que hace impracticable tabular las probabilidades para todas las posibles distribuciones normales, se utiliza la distribución normal reducida o tipificada.</a:t>
                </a:r>
              </a:p>
              <a:p>
                <a:pPr marL="152400" indent="0">
                  <a:buNone/>
                </a:pPr>
                <a:r>
                  <a:rPr lang="es-PE" dirty="0"/>
                  <a:t>                 </a:t>
                </a:r>
              </a:p>
              <a:p>
                <a:pPr marL="152400" indent="0">
                  <a:buNone/>
                </a:pPr>
                <a:endParaRPr lang="es-PE" dirty="0"/>
              </a:p>
              <a:p>
                <a:pPr marL="152400" indent="0">
                  <a:buNone/>
                </a:pPr>
                <a:r>
                  <a:rPr lang="es-PE" dirty="0"/>
                  <a:t>                          se define una variable    </a:t>
                </a:r>
                <a14:m>
                  <m:oMath xmlns:m="http://schemas.openxmlformats.org/officeDocument/2006/math">
                    <m:r>
                      <a:rPr lang="es-PE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PE" i="0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PE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PE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PE" i="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PE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es-PE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r>
                  <a:rPr lang="es-PE" dirty="0">
                    <a:solidFill>
                      <a:srgbClr val="0070C0"/>
                    </a:solidFill>
                    <a:latin typeface="+mn-lt"/>
                  </a:rPr>
                  <a:t> </a:t>
                </a:r>
                <a:r>
                  <a:rPr lang="es-PE" dirty="0">
                    <a:latin typeface="+mn-lt"/>
                  </a:rPr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s-PE" dirty="0">
                  <a:latin typeface="+mn-lt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endParaRPr lang="es-PE" dirty="0">
                  <a:latin typeface="+mn-lt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s-ES" dirty="0">
                    <a:latin typeface="+mn-lt"/>
                  </a:rPr>
                  <a:t>Donde:</a:t>
                </a:r>
              </a:p>
              <a:p>
                <a:pPr marL="152400" indent="0">
                  <a:buNone/>
                </a:pPr>
                <a:r>
                  <a:rPr lang="es-ES" dirty="0">
                    <a:solidFill>
                      <a:srgbClr val="0070C0"/>
                    </a:solidFill>
                    <a:latin typeface="+mn-lt"/>
                  </a:rPr>
                  <a:t>x</a:t>
                </a:r>
                <a:r>
                  <a:rPr lang="es-ES" dirty="0">
                    <a:latin typeface="+mn-lt"/>
                  </a:rPr>
                  <a:t> = valor de la variable aleatoria a estudiar.</a:t>
                </a:r>
              </a:p>
              <a:p>
                <a:pPr marL="152400" indent="0">
                  <a:buNone/>
                </a:pPr>
                <a:r>
                  <a:rPr lang="es-ES" dirty="0">
                    <a:solidFill>
                      <a:srgbClr val="0070C0"/>
                    </a:solidFill>
                    <a:latin typeface="+mn-lt"/>
                  </a:rPr>
                  <a:t>μ</a:t>
                </a:r>
                <a:r>
                  <a:rPr lang="es-ES" dirty="0">
                    <a:latin typeface="+mn-lt"/>
                  </a:rPr>
                  <a:t> = media de la distribución de la variable aleatoria.</a:t>
                </a:r>
              </a:p>
              <a:p>
                <a:pPr marL="152400" indent="0">
                  <a:buNone/>
                </a:pPr>
                <a14:m>
                  <m:oMath xmlns:m="http://schemas.openxmlformats.org/officeDocument/2006/math">
                    <m:r>
                      <a:rPr lang="es-E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s-ES" dirty="0">
                    <a:latin typeface="+mn-lt"/>
                  </a:rPr>
                  <a:t>=desviación estándar de la distribución.</a:t>
                </a:r>
              </a:p>
              <a:p>
                <a:pPr marL="152400" indent="0">
                  <a:buNone/>
                </a:pPr>
                <a:r>
                  <a:rPr lang="es-ES" dirty="0">
                    <a:solidFill>
                      <a:srgbClr val="0070C0"/>
                    </a:solidFill>
                    <a:latin typeface="+mn-lt"/>
                  </a:rPr>
                  <a:t>z</a:t>
                </a:r>
                <a:r>
                  <a:rPr lang="es-ES" dirty="0">
                    <a:latin typeface="+mn-lt"/>
                  </a:rPr>
                  <a:t>-número de desviaciones estándar que hay desde x hasta la media de la distribución</a:t>
                </a:r>
                <a:endParaRPr lang="es-PE" dirty="0">
                  <a:latin typeface="+mn-lt"/>
                </a:endParaRPr>
              </a:p>
              <a:p>
                <a:endParaRPr lang="es-PE" dirty="0">
                  <a:latin typeface="+mn-lt"/>
                </a:endParaRPr>
              </a:p>
              <a:p>
                <a:pPr marL="323850" indent="-171450">
                  <a:buFont typeface="Arial" panose="020B0604020202020204" pitchFamily="34" charset="0"/>
                  <a:buChar char="•"/>
                </a:pPr>
                <a:r>
                  <a:rPr lang="es-PE" dirty="0">
                    <a:latin typeface="+mn-lt"/>
                  </a:rPr>
                  <a:t>Es una traslación de un cambio de escala de la variable original.</a:t>
                </a:r>
              </a:p>
            </p:txBody>
          </p:sp>
        </mc:Choice>
        <mc:Fallback>
          <p:sp>
            <p:nvSpPr>
              <p:cNvPr id="3" name="Marcador de texto 2">
                <a:extLst>
                  <a:ext uri="{FF2B5EF4-FFF2-40B4-BE49-F238E27FC236}">
                    <a16:creationId xmlns:a16="http://schemas.microsoft.com/office/drawing/2014/main" id="{5E1C0BDB-655E-4F4B-8147-FB6A71081E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9895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E6EB780-8FE1-4253-ADE9-2B1E8F423EC1}"/>
                  </a:ext>
                </a:extLst>
              </p:cNvPr>
              <p:cNvSpPr txBox="1"/>
              <p:nvPr/>
            </p:nvSpPr>
            <p:spPr>
              <a:xfrm>
                <a:off x="547830" y="1210864"/>
                <a:ext cx="6755178" cy="24622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ES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</a:rPr>
                  <a:t> </a:t>
                </a:r>
                <a:r>
                  <a:rPr lang="es-ES" b="0" i="0" dirty="0">
                    <a:solidFill>
                      <a:srgbClr val="000000"/>
                    </a:solidFill>
                    <a:effectLst/>
                    <a:highlight>
                      <a:srgbClr val="FFFF00"/>
                    </a:highlight>
                    <a:latin typeface="Times New Roman" panose="02020603050405020304" pitchFamily="18" charset="0"/>
                  </a:rPr>
                  <a:t>la nueva  variable Z se distribuye cono una NORMAL  con una media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b="0" i="1" dirty="0" smtClean="0">
                            <a:solidFill>
                              <a:srgbClr val="0070C0"/>
                            </a:solidFill>
                            <a:effectLst/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0" dirty="0" smtClean="0">
                            <a:solidFill>
                              <a:srgbClr val="0070C0"/>
                            </a:solidFill>
                            <a:effectLst/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s-PE" b="0" i="0" dirty="0" smtClean="0">
                            <a:solidFill>
                              <a:srgbClr val="0070C0"/>
                            </a:solidFill>
                            <a:effectLst/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=0  </m:t>
                        </m:r>
                        <m:r>
                          <m:rPr>
                            <m:sty m:val="p"/>
                          </m:rPr>
                          <a:rPr lang="es-PE" b="0" i="0" dirty="0" smtClean="0">
                            <a:solidFill>
                              <a:srgbClr val="0070C0"/>
                            </a:solidFill>
                            <a:effectLst/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s-PE" b="0" i="0" dirty="0" smtClean="0">
                            <a:solidFill>
                              <a:srgbClr val="0070C0"/>
                            </a:solidFill>
                            <a:effectLst/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PE" b="0" i="0" dirty="0" smtClean="0">
                            <a:solidFill>
                              <a:srgbClr val="0070C0"/>
                            </a:solidFill>
                            <a:effectLst/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desviacion</m:t>
                        </m:r>
                        <m:r>
                          <a:rPr lang="es-PE" b="0" i="0" dirty="0" smtClean="0">
                            <a:solidFill>
                              <a:srgbClr val="0070C0"/>
                            </a:solidFill>
                            <a:effectLst/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s-PE" b="0" i="0" dirty="0" smtClean="0">
                            <a:solidFill>
                              <a:srgbClr val="0070C0"/>
                            </a:solidFill>
                            <a:effectLst/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tipica</m:t>
                        </m:r>
                        <m:r>
                          <a:rPr lang="es-PE" b="0" i="0" dirty="0" smtClean="0">
                            <a:solidFill>
                              <a:srgbClr val="0070C0"/>
                            </a:solidFill>
                            <a:effectLst/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0" dirty="0" smtClean="0">
                            <a:solidFill>
                              <a:srgbClr val="0070C0"/>
                            </a:solidFill>
                            <a:effectLst/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s-PE" b="0" i="0" dirty="0" smtClean="0">
                            <a:solidFill>
                              <a:srgbClr val="0070C0"/>
                            </a:solidFill>
                            <a:effectLst/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endParaRPr lang="es-PE" b="0" i="0" dirty="0">
                  <a:solidFill>
                    <a:srgbClr val="000000"/>
                  </a:solidFill>
                  <a:effectLst/>
                  <a:highlight>
                    <a:srgbClr val="FFFF00"/>
                  </a:highlight>
                  <a:latin typeface="Times New Roman" panose="02020603050405020304" pitchFamily="18" charset="0"/>
                </a:endParaRPr>
              </a:p>
              <a:p>
                <a:r>
                  <a:rPr lang="es-ES" dirty="0">
                    <a:highlight>
                      <a:srgbClr val="FFFF00"/>
                    </a:highlight>
                    <a:latin typeface="Times New Roman" panose="02020603050405020304" pitchFamily="18" charset="0"/>
                  </a:rPr>
                  <a:t>N (0,1)</a:t>
                </a:r>
              </a:p>
              <a:p>
                <a:r>
                  <a:rPr lang="es-ES" dirty="0">
                    <a:latin typeface="Times New Roman" panose="02020603050405020304" pitchFamily="18" charset="0"/>
                  </a:rPr>
                  <a:t>Recordemos de nuevo que en cualquier distribución normal las </a:t>
                </a:r>
              </a:p>
              <a:p>
                <a:r>
                  <a:rPr lang="es-ES" dirty="0">
                    <a:latin typeface="Times New Roman" panose="02020603050405020304" pitchFamily="18" charset="0"/>
                  </a:rPr>
                  <a:t>Probabilidades delimitadas entre :</a:t>
                </a:r>
              </a:p>
              <a:p>
                <a:endParaRPr lang="es-ES" dirty="0">
                  <a:latin typeface="Times New Roman" panose="02020603050405020304" pitchFamily="18" charset="0"/>
                </a:endParaRPr>
              </a:p>
              <a:p>
                <a:endParaRPr lang="es-ES" dirty="0">
                  <a:latin typeface="Times New Roman" panose="02020603050405020304" pitchFamily="18" charset="0"/>
                </a:endParaRPr>
              </a:p>
              <a:p>
                <a:endParaRPr lang="es-ES" dirty="0">
                  <a:latin typeface="Times New Roman" panose="02020603050405020304" pitchFamily="18" charset="0"/>
                </a:endParaRPr>
              </a:p>
              <a:p>
                <a:endParaRPr lang="es-ES" dirty="0">
                  <a:latin typeface="Times New Roman" panose="02020603050405020304" pitchFamily="18" charset="0"/>
                </a:endParaRPr>
              </a:p>
              <a:p>
                <a:endParaRPr lang="es-ES" dirty="0">
                  <a:latin typeface="Times New Roman" panose="02020603050405020304" pitchFamily="18" charset="0"/>
                </a:endParaRPr>
              </a:p>
              <a:p>
                <a:endParaRPr lang="es-PE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8E6EB780-8FE1-4253-ADE9-2B1E8F423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30" y="1210864"/>
                <a:ext cx="6755178" cy="2462213"/>
              </a:xfrm>
              <a:prstGeom prst="rect">
                <a:avLst/>
              </a:prstGeom>
              <a:blipFill>
                <a:blip r:embed="rId2"/>
                <a:stretch>
                  <a:fillRect l="-271" t="-12624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n 3">
            <a:extLst>
              <a:ext uri="{FF2B5EF4-FFF2-40B4-BE49-F238E27FC236}">
                <a16:creationId xmlns:a16="http://schemas.microsoft.com/office/drawing/2014/main" id="{784B99AB-EDEB-483A-97FC-3F196C584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296" y="2441970"/>
            <a:ext cx="3829584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543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04EAA2-64B2-406A-A6A7-99436BCF6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Tipificación: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06873DBD-3AA6-4893-B056-082F229456C6}"/>
                  </a:ext>
                </a:extLst>
              </p:cNvPr>
              <p:cNvSpPr txBox="1"/>
              <p:nvPr/>
            </p:nvSpPr>
            <p:spPr>
              <a:xfrm>
                <a:off x="414528" y="1194816"/>
                <a:ext cx="7623048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dirty="0"/>
                  <a:t>Dada una variable de media 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s-PE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/>
                  <a:t> y desviación típica 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s-PE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/>
                  <a:t>, se denomina valor tipificado  z, de una observación x, a la distancia (con signo) con respecto a la media, medido en desviaciones típicas, es decir:</a:t>
                </a:r>
                <a:endParaRPr lang="es-PE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06873DBD-3AA6-4893-B056-082F22945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28" y="1194816"/>
                <a:ext cx="7623048" cy="738664"/>
              </a:xfrm>
              <a:prstGeom prst="rect">
                <a:avLst/>
              </a:prstGeom>
              <a:blipFill>
                <a:blip r:embed="rId2"/>
                <a:stretch>
                  <a:fillRect l="-80" t="-1653" b="-743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n 7">
            <a:extLst>
              <a:ext uri="{FF2B5EF4-FFF2-40B4-BE49-F238E27FC236}">
                <a16:creationId xmlns:a16="http://schemas.microsoft.com/office/drawing/2014/main" id="{4247C0A4-3F17-4004-A40D-89465F3C7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172" y="1933480"/>
            <a:ext cx="990828" cy="6779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B887E92-71FA-49E9-A961-585150098B31}"/>
                  </a:ext>
                </a:extLst>
              </p:cNvPr>
              <p:cNvSpPr txBox="1"/>
              <p:nvPr/>
            </p:nvSpPr>
            <p:spPr>
              <a:xfrm>
                <a:off x="265050" y="2571750"/>
                <a:ext cx="7772526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dirty="0"/>
                  <a:t>En el caso de variable X normal. la interpretación es clara asigna a todo valor de N(</a:t>
                </a:r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s-ES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ES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s-ES" dirty="0"/>
                  <a:t>), un valor de N(0.1) que deja exactamente la misma probabilidad por debajo</a:t>
                </a:r>
              </a:p>
              <a:p>
                <a:endParaRPr lang="es-ES" dirty="0"/>
              </a:p>
              <a:p>
                <a:endParaRPr lang="es-E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dirty="0"/>
                  <a:t>Nos permite </a:t>
                </a:r>
                <a:r>
                  <a:rPr lang="es-ES" dirty="0" err="1"/>
                  <a:t>asi</a:t>
                </a:r>
                <a:r>
                  <a:rPr lang="es-ES" dirty="0"/>
                  <a:t> comparar entre dos valores de dos distribuciones normales diferentes, para saber cual de los dos es más extremo.</a:t>
                </a:r>
              </a:p>
              <a:p>
                <a:endParaRPr lang="es-ES" dirty="0"/>
              </a:p>
              <a:p>
                <a:endParaRPr lang="es-PE" dirty="0"/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8B887E92-71FA-49E9-A961-585150098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050" y="2571750"/>
                <a:ext cx="7772526" cy="1815882"/>
              </a:xfrm>
              <a:prstGeom prst="rect">
                <a:avLst/>
              </a:prstGeom>
              <a:blipFill>
                <a:blip r:embed="rId4"/>
                <a:stretch>
                  <a:fillRect l="-78" t="-67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0743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38"/>
          <p:cNvSpPr/>
          <p:nvPr/>
        </p:nvSpPr>
        <p:spPr>
          <a:xfrm>
            <a:off x="1484371" y="1648272"/>
            <a:ext cx="645877" cy="645877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1" name="Google Shape;1551;p38"/>
          <p:cNvSpPr/>
          <p:nvPr/>
        </p:nvSpPr>
        <p:spPr>
          <a:xfrm>
            <a:off x="6529348" y="3295674"/>
            <a:ext cx="352274" cy="352274"/>
          </a:xfrm>
          <a:custGeom>
            <a:avLst/>
            <a:gdLst/>
            <a:ahLst/>
            <a:cxnLst/>
            <a:rect l="l" t="t" r="r" b="b"/>
            <a:pathLst>
              <a:path w="48995" h="48995" extrusionOk="0">
                <a:moveTo>
                  <a:pt x="24503" y="0"/>
                </a:moveTo>
                <a:cubicBezTo>
                  <a:pt x="10966" y="0"/>
                  <a:pt x="0" y="10966"/>
                  <a:pt x="0" y="24491"/>
                </a:cubicBezTo>
                <a:cubicBezTo>
                  <a:pt x="0" y="38029"/>
                  <a:pt x="10966" y="48994"/>
                  <a:pt x="24503" y="48994"/>
                </a:cubicBezTo>
                <a:cubicBezTo>
                  <a:pt x="38029" y="48994"/>
                  <a:pt x="48995" y="38029"/>
                  <a:pt x="48995" y="24491"/>
                </a:cubicBezTo>
                <a:cubicBezTo>
                  <a:pt x="48995" y="10966"/>
                  <a:pt x="38029" y="0"/>
                  <a:pt x="24503" y="0"/>
                </a:cubicBez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miter lim="11906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52" name="Google Shape;155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2521350" y="-2733387"/>
            <a:ext cx="27813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3" name="Google Shape;1553;p38"/>
          <p:cNvSpPr txBox="1">
            <a:spLocks noGrp="1"/>
          </p:cNvSpPr>
          <p:nvPr>
            <p:ph type="title"/>
          </p:nvPr>
        </p:nvSpPr>
        <p:spPr>
          <a:xfrm>
            <a:off x="2000250" y="1648275"/>
            <a:ext cx="5143500" cy="18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Gracias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ccine Side Effects by Slidesgo">
  <a:themeElements>
    <a:clrScheme name="Simple Light">
      <a:dk1>
        <a:srgbClr val="2D4040"/>
      </a:dk1>
      <a:lt1>
        <a:srgbClr val="878A7D"/>
      </a:lt1>
      <a:dk2>
        <a:srgbClr val="EDF8F0"/>
      </a:dk2>
      <a:lt2>
        <a:srgbClr val="BDDAE0"/>
      </a:lt2>
      <a:accent1>
        <a:srgbClr val="88B4C5"/>
      </a:accent1>
      <a:accent2>
        <a:srgbClr val="FFFFFF"/>
      </a:accent2>
      <a:accent3>
        <a:srgbClr val="FFFFFF"/>
      </a:accent3>
      <a:accent4>
        <a:srgbClr val="FAFAFA"/>
      </a:accent4>
      <a:accent5>
        <a:srgbClr val="FAFAFA"/>
      </a:accent5>
      <a:accent6>
        <a:srgbClr val="FAFAFA"/>
      </a:accent6>
      <a:hlink>
        <a:srgbClr val="878A7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568</Words>
  <Application>Microsoft Office PowerPoint</Application>
  <PresentationFormat>Presentación en pantalla (16:9)</PresentationFormat>
  <Paragraphs>72</Paragraphs>
  <Slides>12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Inter</vt:lpstr>
      <vt:lpstr>Roboto Condensed Light</vt:lpstr>
      <vt:lpstr>PT Sans</vt:lpstr>
      <vt:lpstr>Work Sans</vt:lpstr>
      <vt:lpstr>Times New Roman</vt:lpstr>
      <vt:lpstr>Cambria Math</vt:lpstr>
      <vt:lpstr>Arial</vt:lpstr>
      <vt:lpstr>Vaccine Side Effects by Slidesgo</vt:lpstr>
      <vt:lpstr>Distribución normal </vt:lpstr>
      <vt:lpstr>Propósito:</vt:lpstr>
      <vt:lpstr>Distribución Normal</vt:lpstr>
      <vt:lpstr>Características de la distribución  normal</vt:lpstr>
      <vt:lpstr>Presentación de PowerPoint</vt:lpstr>
      <vt:lpstr>Presentación de PowerPoint</vt:lpstr>
      <vt:lpstr>N(μ,σ):interpretacion probabilistae entre la media y una desviación típica tenemos siempre la misma probabilidad : aproximadamente un 68% </vt:lpstr>
      <vt:lpstr>Presentación de PowerPoint</vt:lpstr>
      <vt:lpstr>¿Como calcular probabilidades asociadas a una curva normal especifica?</vt:lpstr>
      <vt:lpstr>Presentación de PowerPoint</vt:lpstr>
      <vt:lpstr>Tipificación: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Distribución normal </dc:title>
  <cp:lastModifiedBy>saul huacachi aponte</cp:lastModifiedBy>
  <cp:revision>3</cp:revision>
  <dcterms:modified xsi:type="dcterms:W3CDTF">2022-04-26T05:01:54Z</dcterms:modified>
</cp:coreProperties>
</file>